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6" r:id="rId3"/>
    <p:sldId id="297" r:id="rId4"/>
    <p:sldId id="307" r:id="rId5"/>
    <p:sldId id="299" r:id="rId6"/>
    <p:sldId id="298" r:id="rId7"/>
    <p:sldId id="306" r:id="rId8"/>
    <p:sldId id="301" r:id="rId9"/>
    <p:sldId id="302" r:id="rId10"/>
    <p:sldId id="303" r:id="rId11"/>
    <p:sldId id="304" r:id="rId12"/>
    <p:sldId id="305" r:id="rId13"/>
    <p:sldId id="30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9" autoAdjust="0"/>
    <p:restoredTop sz="95847" autoAdjust="0"/>
  </p:normalViewPr>
  <p:slideViewPr>
    <p:cSldViewPr>
      <p:cViewPr varScale="1">
        <p:scale>
          <a:sx n="50" d="100"/>
          <a:sy n="50" d="100"/>
        </p:scale>
        <p:origin x="62" y="7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GABRIEL LOOR BAUTISTA" userId="4234489a-f210-4949-b3ca-adca1d814dab" providerId="ADAL" clId="{F28D2AB1-228F-4DEB-9B4E-61AC32A2299B}"/>
    <pc:docChg chg="undo custSel addSld delSld modSld sldOrd">
      <pc:chgData name="JONATHAN GABRIEL LOOR BAUTISTA" userId="4234489a-f210-4949-b3ca-adca1d814dab" providerId="ADAL" clId="{F28D2AB1-228F-4DEB-9B4E-61AC32A2299B}" dt="2023-12-14T15:15:37.573" v="645" actId="20577"/>
      <pc:docMkLst>
        <pc:docMk/>
      </pc:docMkLst>
      <pc:sldChg chg="modSp mod">
        <pc:chgData name="JONATHAN GABRIEL LOOR BAUTISTA" userId="4234489a-f210-4949-b3ca-adca1d814dab" providerId="ADAL" clId="{F28D2AB1-228F-4DEB-9B4E-61AC32A2299B}" dt="2023-12-07T00:23:22.136" v="76" actId="20577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F28D2AB1-228F-4DEB-9B4E-61AC32A2299B}" dt="2023-12-06T23:39:08.356" v="0" actId="4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F28D2AB1-228F-4DEB-9B4E-61AC32A2299B}" dt="2023-12-06T23:39:08.537" v="1" actId="47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F28D2AB1-228F-4DEB-9B4E-61AC32A2299B}" dt="2023-12-06T23:39:08.640" v="2" actId="47"/>
        <pc:sldMkLst>
          <pc:docMk/>
          <pc:sldMk cId="2412575459" sldId="260"/>
        </pc:sldMkLst>
      </pc:sldChg>
      <pc:sldChg chg="del">
        <pc:chgData name="JONATHAN GABRIEL LOOR BAUTISTA" userId="4234489a-f210-4949-b3ca-adca1d814dab" providerId="ADAL" clId="{F28D2AB1-228F-4DEB-9B4E-61AC32A2299B}" dt="2023-12-06T23:39:08.824" v="3" actId="47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F28D2AB1-228F-4DEB-9B4E-61AC32A2299B}" dt="2023-12-06T23:39:08.962" v="4" actId="47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F28D2AB1-228F-4DEB-9B4E-61AC32A2299B}" dt="2023-12-06T23:39:09.155" v="5" actId="47"/>
        <pc:sldMkLst>
          <pc:docMk/>
          <pc:sldMk cId="315044553" sldId="263"/>
        </pc:sldMkLst>
      </pc:sldChg>
      <pc:sldChg chg="del">
        <pc:chgData name="JONATHAN GABRIEL LOOR BAUTISTA" userId="4234489a-f210-4949-b3ca-adca1d814dab" providerId="ADAL" clId="{F28D2AB1-228F-4DEB-9B4E-61AC32A2299B}" dt="2023-12-06T23:39:09.296" v="6" actId="4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F28D2AB1-228F-4DEB-9B4E-61AC32A2299B}" dt="2023-12-06T23:39:10.602" v="7" actId="47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F28D2AB1-228F-4DEB-9B4E-61AC32A2299B}" dt="2023-12-06T23:39:10.855" v="8" actId="47"/>
        <pc:sldMkLst>
          <pc:docMk/>
          <pc:sldMk cId="4287966700" sldId="266"/>
        </pc:sldMkLst>
      </pc:sldChg>
      <pc:sldChg chg="del">
        <pc:chgData name="JONATHAN GABRIEL LOOR BAUTISTA" userId="4234489a-f210-4949-b3ca-adca1d814dab" providerId="ADAL" clId="{F28D2AB1-228F-4DEB-9B4E-61AC32A2299B}" dt="2023-12-06T23:39:11.336" v="9" actId="47"/>
        <pc:sldMkLst>
          <pc:docMk/>
          <pc:sldMk cId="814129114" sldId="267"/>
        </pc:sldMkLst>
      </pc:sldChg>
      <pc:sldChg chg="modSp del mod">
        <pc:chgData name="JONATHAN GABRIEL LOOR BAUTISTA" userId="4234489a-f210-4949-b3ca-adca1d814dab" providerId="ADAL" clId="{F28D2AB1-228F-4DEB-9B4E-61AC32A2299B}" dt="2023-12-14T13:02:00.093" v="233" actId="47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F28D2AB1-228F-4DEB-9B4E-61AC32A2299B}" dt="2023-12-14T13:02:00.668" v="234" actId="47"/>
        <pc:sldMkLst>
          <pc:docMk/>
          <pc:sldMk cId="2736320437" sldId="269"/>
        </pc:sldMkLst>
      </pc:sldChg>
      <pc:sldChg chg="del">
        <pc:chgData name="JONATHAN GABRIEL LOOR BAUTISTA" userId="4234489a-f210-4949-b3ca-adca1d814dab" providerId="ADAL" clId="{F28D2AB1-228F-4DEB-9B4E-61AC32A2299B}" dt="2023-12-14T13:02:01.097" v="235" actId="47"/>
        <pc:sldMkLst>
          <pc:docMk/>
          <pc:sldMk cId="1881090054" sldId="271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4:36.822" v="122" actId="2057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F28D2AB1-228F-4DEB-9B4E-61AC32A2299B}" dt="2023-12-06T23:39:14.533" v="10" actId="47"/>
        <pc:sldMkLst>
          <pc:docMk/>
          <pc:sldMk cId="3429618453" sldId="272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5:22.830" v="132" actId="14100"/>
        <pc:sldMkLst>
          <pc:docMk/>
          <pc:sldMk cId="3479178164" sldId="273"/>
        </pc:sldMkLst>
      </pc:sldChg>
      <pc:sldChg chg="del">
        <pc:chgData name="JONATHAN GABRIEL LOOR BAUTISTA" userId="4234489a-f210-4949-b3ca-adca1d814dab" providerId="ADAL" clId="{F28D2AB1-228F-4DEB-9B4E-61AC32A2299B}" dt="2023-12-06T23:39:15.628" v="11" actId="47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13:35.472" v="297" actId="1076"/>
        <pc:sldMkLst>
          <pc:docMk/>
          <pc:sldMk cId="329500094" sldId="274"/>
        </pc:sldMkLst>
      </pc:sldChg>
      <pc:sldChg chg="del">
        <pc:chgData name="JONATHAN GABRIEL LOOR BAUTISTA" userId="4234489a-f210-4949-b3ca-adca1d814dab" providerId="ADAL" clId="{F28D2AB1-228F-4DEB-9B4E-61AC32A2299B}" dt="2023-12-06T23:39:16.341" v="12" actId="47"/>
        <pc:sldMkLst>
          <pc:docMk/>
          <pc:sldMk cId="1612052355" sldId="274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40:00.497" v="520" actId="20577"/>
        <pc:sldMkLst>
          <pc:docMk/>
          <pc:sldMk cId="1990230209" sldId="275"/>
        </pc:sldMkLst>
      </pc:sldChg>
      <pc:sldChg chg="del">
        <pc:chgData name="JONATHAN GABRIEL LOOR BAUTISTA" userId="4234489a-f210-4949-b3ca-adca1d814dab" providerId="ADAL" clId="{F28D2AB1-228F-4DEB-9B4E-61AC32A2299B}" dt="2023-12-06T23:39:16.693" v="13" actId="47"/>
        <pc:sldMkLst>
          <pc:docMk/>
          <pc:sldMk cId="4282241318" sldId="275"/>
        </pc:sldMkLst>
      </pc:sldChg>
      <pc:sldChg chg="del">
        <pc:chgData name="JONATHAN GABRIEL LOOR BAUTISTA" userId="4234489a-f210-4949-b3ca-adca1d814dab" providerId="ADAL" clId="{F28D2AB1-228F-4DEB-9B4E-61AC32A2299B}" dt="2023-12-06T23:39:17.319" v="14" actId="47"/>
        <pc:sldMkLst>
          <pc:docMk/>
          <pc:sldMk cId="1303374823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22:47.240" v="381" actId="1076"/>
        <pc:sldMkLst>
          <pc:docMk/>
          <pc:sldMk cId="3116047295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27.537" v="211" actId="1076"/>
        <pc:sldMkLst>
          <pc:docMk/>
          <pc:sldMk cId="283829873" sldId="277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42.488" v="215" actId="1076"/>
        <pc:sldMkLst>
          <pc:docMk/>
          <pc:sldMk cId="2812217883" sldId="278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8:33.249" v="223" actId="1076"/>
        <pc:sldMkLst>
          <pc:docMk/>
          <pc:sldMk cId="3800849061" sldId="279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11:44.853" v="232" actId="1076"/>
        <pc:sldMkLst>
          <pc:docMk/>
          <pc:sldMk cId="1522707480" sldId="280"/>
        </pc:sldMkLst>
      </pc:sldChg>
      <pc:sldChg chg="add ord">
        <pc:chgData name="JONATHAN GABRIEL LOOR BAUTISTA" userId="4234489a-f210-4949-b3ca-adca1d814dab" providerId="ADAL" clId="{F28D2AB1-228F-4DEB-9B4E-61AC32A2299B}" dt="2023-12-14T13:28:49.888" v="429"/>
        <pc:sldMkLst>
          <pc:docMk/>
          <pc:sldMk cId="2421653994" sldId="281"/>
        </pc:sldMkLst>
      </pc:sldChg>
      <pc:sldChg chg="delSp modSp add mod">
        <pc:chgData name="JONATHAN GABRIEL LOOR BAUTISTA" userId="4234489a-f210-4949-b3ca-adca1d814dab" providerId="ADAL" clId="{F28D2AB1-228F-4DEB-9B4E-61AC32A2299B}" dt="2023-12-14T15:15:29.623" v="641" actId="20577"/>
        <pc:sldMkLst>
          <pc:docMk/>
          <pc:sldMk cId="354079946" sldId="282"/>
        </pc:sldMkLst>
      </pc:sldChg>
      <pc:sldChg chg="addSp modSp add mod">
        <pc:chgData name="JONATHAN GABRIEL LOOR BAUTISTA" userId="4234489a-f210-4949-b3ca-adca1d814dab" providerId="ADAL" clId="{F28D2AB1-228F-4DEB-9B4E-61AC32A2299B}" dt="2023-12-14T15:15:33.184" v="643" actId="20577"/>
        <pc:sldMkLst>
          <pc:docMk/>
          <pc:sldMk cId="3965466414" sldId="28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5:15:37.573" v="645" actId="20577"/>
        <pc:sldMkLst>
          <pc:docMk/>
          <pc:sldMk cId="1900853572" sldId="284"/>
        </pc:sldMkLst>
      </pc:sldChg>
    </pc:docChg>
  </pc:docChgLst>
  <pc:docChgLst>
    <pc:chgData name="JONATHAN GABRIEL LOOR BAUTISTA" userId="4234489a-f210-4949-b3ca-adca1d814dab" providerId="ADAL" clId="{BA8BBFC0-3D22-442E-9892-B114FDF3CFAC}"/>
    <pc:docChg chg="undo custSel addSld delSld modSld">
      <pc:chgData name="JONATHAN GABRIEL LOOR BAUTISTA" userId="4234489a-f210-4949-b3ca-adca1d814dab" providerId="ADAL" clId="{BA8BBFC0-3D22-442E-9892-B114FDF3CFAC}" dt="2025-05-09T17:55:07.757" v="417" actId="27636"/>
      <pc:docMkLst>
        <pc:docMk/>
      </pc:docMkLst>
      <pc:sldChg chg="modSp mod">
        <pc:chgData name="JONATHAN GABRIEL LOOR BAUTISTA" userId="4234489a-f210-4949-b3ca-adca1d814dab" providerId="ADAL" clId="{BA8BBFC0-3D22-442E-9892-B114FDF3CFAC}" dt="2025-05-05T13:10:56.991" v="0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BA8BBFC0-3D22-442E-9892-B114FDF3CFAC}" dt="2025-05-05T13:10:56.991" v="0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ONATHAN GABRIEL LOOR BAUTISTA" userId="4234489a-f210-4949-b3ca-adca1d814dab" providerId="ADAL" clId="{BA8BBFC0-3D22-442E-9892-B114FDF3CFAC}" dt="2025-05-05T13:11:03.838" v="1" actId="47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BA8BBFC0-3D22-442E-9892-B114FDF3CFAC}" dt="2025-05-05T13:11:04.020" v="2" actId="47"/>
        <pc:sldMkLst>
          <pc:docMk/>
          <pc:sldMk cId="4262102034" sldId="290"/>
        </pc:sldMkLst>
      </pc:sldChg>
      <pc:sldChg chg="del">
        <pc:chgData name="JONATHAN GABRIEL LOOR BAUTISTA" userId="4234489a-f210-4949-b3ca-adca1d814dab" providerId="ADAL" clId="{BA8BBFC0-3D22-442E-9892-B114FDF3CFAC}" dt="2025-05-05T13:11:04.283" v="3" actId="47"/>
        <pc:sldMkLst>
          <pc:docMk/>
          <pc:sldMk cId="3917552893" sldId="291"/>
        </pc:sldMkLst>
      </pc:sldChg>
      <pc:sldChg chg="del">
        <pc:chgData name="JONATHAN GABRIEL LOOR BAUTISTA" userId="4234489a-f210-4949-b3ca-adca1d814dab" providerId="ADAL" clId="{BA8BBFC0-3D22-442E-9892-B114FDF3CFAC}" dt="2025-05-05T13:11:04.636" v="4" actId="47"/>
        <pc:sldMkLst>
          <pc:docMk/>
          <pc:sldMk cId="3838651608" sldId="292"/>
        </pc:sldMkLst>
      </pc:sldChg>
      <pc:sldChg chg="del">
        <pc:chgData name="JONATHAN GABRIEL LOOR BAUTISTA" userId="4234489a-f210-4949-b3ca-adca1d814dab" providerId="ADAL" clId="{BA8BBFC0-3D22-442E-9892-B114FDF3CFAC}" dt="2025-05-05T13:11:04.947" v="5" actId="47"/>
        <pc:sldMkLst>
          <pc:docMk/>
          <pc:sldMk cId="1660400904" sldId="293"/>
        </pc:sldMkLst>
      </pc:sldChg>
      <pc:sldChg chg="del">
        <pc:chgData name="JONATHAN GABRIEL LOOR BAUTISTA" userId="4234489a-f210-4949-b3ca-adca1d814dab" providerId="ADAL" clId="{BA8BBFC0-3D22-442E-9892-B114FDF3CFAC}" dt="2025-05-05T13:11:05.201" v="6" actId="47"/>
        <pc:sldMkLst>
          <pc:docMk/>
          <pc:sldMk cId="675903930" sldId="294"/>
        </pc:sldMkLst>
      </pc:sldChg>
      <pc:sldChg chg="del">
        <pc:chgData name="JONATHAN GABRIEL LOOR BAUTISTA" userId="4234489a-f210-4949-b3ca-adca1d814dab" providerId="ADAL" clId="{BA8BBFC0-3D22-442E-9892-B114FDF3CFAC}" dt="2025-05-05T13:11:05.764" v="7" actId="47"/>
        <pc:sldMkLst>
          <pc:docMk/>
          <pc:sldMk cId="3784401589" sldId="295"/>
        </pc:sldMkLst>
      </pc:sldChg>
      <pc:sldChg chg="addSp modSp mod">
        <pc:chgData name="JONATHAN GABRIEL LOOR BAUTISTA" userId="4234489a-f210-4949-b3ca-adca1d814dab" providerId="ADAL" clId="{BA8BBFC0-3D22-442E-9892-B114FDF3CFAC}" dt="2025-05-09T17:50:18.197" v="349" actId="947"/>
        <pc:sldMkLst>
          <pc:docMk/>
          <pc:sldMk cId="3907512282" sldId="296"/>
        </pc:sldMkLst>
        <pc:spChg chg="mod">
          <ac:chgData name="JONATHAN GABRIEL LOOR BAUTISTA" userId="4234489a-f210-4949-b3ca-adca1d814dab" providerId="ADAL" clId="{BA8BBFC0-3D22-442E-9892-B114FDF3CFAC}" dt="2025-05-09T17:50:18.197" v="349" actId="947"/>
          <ac:spMkLst>
            <pc:docMk/>
            <pc:sldMk cId="3907512282" sldId="296"/>
            <ac:spMk id="24579" creationId="{B19FF868-FB53-C797-F2C1-D1DCA182DB2C}"/>
          </ac:spMkLst>
        </pc:spChg>
      </pc:sldChg>
      <pc:sldChg chg="addSp modSp mod">
        <pc:chgData name="JONATHAN GABRIEL LOOR BAUTISTA" userId="4234489a-f210-4949-b3ca-adca1d814dab" providerId="ADAL" clId="{BA8BBFC0-3D22-442E-9892-B114FDF3CFAC}" dt="2025-05-09T17:50:31.897" v="351" actId="113"/>
        <pc:sldMkLst>
          <pc:docMk/>
          <pc:sldMk cId="2463088549" sldId="297"/>
        </pc:sldMkLst>
        <pc:spChg chg="mod">
          <ac:chgData name="JONATHAN GABRIEL LOOR BAUTISTA" userId="4234489a-f210-4949-b3ca-adca1d814dab" providerId="ADAL" clId="{BA8BBFC0-3D22-442E-9892-B114FDF3CFAC}" dt="2025-05-09T17:50:31.897" v="351" actId="113"/>
          <ac:spMkLst>
            <pc:docMk/>
            <pc:sldMk cId="2463088549" sldId="297"/>
            <ac:spMk id="24579" creationId="{4EC47A46-34D9-22FD-9943-083AEA6E6FEC}"/>
          </ac:spMkLst>
        </pc:spChg>
      </pc:sldChg>
      <pc:sldChg chg="addSp delSp modSp add mod">
        <pc:chgData name="JONATHAN GABRIEL LOOR BAUTISTA" userId="4234489a-f210-4949-b3ca-adca1d814dab" providerId="ADAL" clId="{BA8BBFC0-3D22-442E-9892-B114FDF3CFAC}" dt="2025-05-09T17:53:45.910" v="354" actId="14100"/>
        <pc:sldMkLst>
          <pc:docMk/>
          <pc:sldMk cId="1712436894" sldId="298"/>
        </pc:sldMkLst>
      </pc:sldChg>
      <pc:sldChg chg="del">
        <pc:chgData name="JONATHAN GABRIEL LOOR BAUTISTA" userId="4234489a-f210-4949-b3ca-adca1d814dab" providerId="ADAL" clId="{BA8BBFC0-3D22-442E-9892-B114FDF3CFAC}" dt="2025-05-05T13:14:45.657" v="220" actId="47"/>
        <pc:sldMkLst>
          <pc:docMk/>
          <pc:sldMk cId="2176370239" sldId="298"/>
        </pc:sldMkLst>
      </pc:sldChg>
      <pc:sldChg chg="addSp modSp add del mod">
        <pc:chgData name="JONATHAN GABRIEL LOOR BAUTISTA" userId="4234489a-f210-4949-b3ca-adca1d814dab" providerId="ADAL" clId="{BA8BBFC0-3D22-442E-9892-B114FDF3CFAC}" dt="2025-05-05T13:21:41.892" v="347" actId="2696"/>
        <pc:sldMkLst>
          <pc:docMk/>
          <pc:sldMk cId="167108118" sldId="299"/>
        </pc:sldMkLst>
      </pc:sldChg>
      <pc:sldChg chg="addSp modSp add mod">
        <pc:chgData name="JONATHAN GABRIEL LOOR BAUTISTA" userId="4234489a-f210-4949-b3ca-adca1d814dab" providerId="ADAL" clId="{BA8BBFC0-3D22-442E-9892-B114FDF3CFAC}" dt="2025-05-09T17:55:07.757" v="417" actId="27636"/>
        <pc:sldMkLst>
          <pc:docMk/>
          <pc:sldMk cId="919229235" sldId="299"/>
        </pc:sldMkLst>
      </pc:sldChg>
      <pc:sldChg chg="del">
        <pc:chgData name="JONATHAN GABRIEL LOOR BAUTISTA" userId="4234489a-f210-4949-b3ca-adca1d814dab" providerId="ADAL" clId="{BA8BBFC0-3D22-442E-9892-B114FDF3CFAC}" dt="2025-05-05T13:14:45.222" v="219" actId="47"/>
        <pc:sldMkLst>
          <pc:docMk/>
          <pc:sldMk cId="3227574610" sldId="299"/>
        </pc:sldMkLst>
      </pc:sldChg>
      <pc:sldChg chg="del">
        <pc:chgData name="JONATHAN GABRIEL LOOR BAUTISTA" userId="4234489a-f210-4949-b3ca-adca1d814dab" providerId="ADAL" clId="{BA8BBFC0-3D22-442E-9892-B114FDF3CFAC}" dt="2025-05-05T13:14:44.959" v="218" actId="47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AEB3EEBA-245D-427B-B8D1-DB45284D7449}"/>
    <pc:docChg chg="undo custSel addSld delSld modSld sldOrd">
      <pc:chgData name="JONATHAN GABRIEL LOOR BAUTISTA" userId="4234489a-f210-4949-b3ca-adca1d814dab" providerId="ADAL" clId="{AEB3EEBA-245D-427B-B8D1-DB45284D7449}" dt="2025-05-19T14:46:20.910" v="1374" actId="1076"/>
      <pc:docMkLst>
        <pc:docMk/>
      </pc:docMkLst>
      <pc:sldChg chg="modSp mod">
        <pc:chgData name="JONATHAN GABRIEL LOOR BAUTISTA" userId="4234489a-f210-4949-b3ca-adca1d814dab" providerId="ADAL" clId="{AEB3EEBA-245D-427B-B8D1-DB45284D7449}" dt="2025-05-15T13:14:12.816" v="46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AEB3EEBA-245D-427B-B8D1-DB45284D7449}" dt="2025-05-15T13:14:12.816" v="4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JONATHAN GABRIEL LOOR BAUTISTA" userId="4234489a-f210-4949-b3ca-adca1d814dab" providerId="ADAL" clId="{AEB3EEBA-245D-427B-B8D1-DB45284D7449}" dt="2025-05-16T19:52:09.928" v="344" actId="14100"/>
        <pc:sldMkLst>
          <pc:docMk/>
          <pc:sldMk cId="3907512282" sldId="296"/>
        </pc:sldMkLst>
        <pc:spChg chg="add mod">
          <ac:chgData name="JONATHAN GABRIEL LOOR BAUTISTA" userId="4234489a-f210-4949-b3ca-adca1d814dab" providerId="ADAL" clId="{AEB3EEBA-245D-427B-B8D1-DB45284D7449}" dt="2025-05-16T19:52:05.230" v="343" actId="27636"/>
          <ac:spMkLst>
            <pc:docMk/>
            <pc:sldMk cId="3907512282" sldId="296"/>
            <ac:spMk id="2" creationId="{22322FC1-0F51-3441-16BF-606E30F84D98}"/>
          </ac:spMkLst>
        </pc:spChg>
        <pc:spChg chg="mod">
          <ac:chgData name="JONATHAN GABRIEL LOOR BAUTISTA" userId="4234489a-f210-4949-b3ca-adca1d814dab" providerId="ADAL" clId="{AEB3EEBA-245D-427B-B8D1-DB45284D7449}" dt="2025-05-16T19:50:16.967" v="339" actId="20577"/>
          <ac:spMkLst>
            <pc:docMk/>
            <pc:sldMk cId="3907512282" sldId="296"/>
            <ac:spMk id="24578" creationId="{716F85CF-5609-22B4-622E-EC38074EBE96}"/>
          </ac:spMkLst>
        </pc:spChg>
        <pc:spChg chg="mod">
          <ac:chgData name="JONATHAN GABRIEL LOOR BAUTISTA" userId="4234489a-f210-4949-b3ca-adca1d814dab" providerId="ADAL" clId="{AEB3EEBA-245D-427B-B8D1-DB45284D7449}" dt="2025-05-16T19:46:40.110" v="294"/>
          <ac:spMkLst>
            <pc:docMk/>
            <pc:sldMk cId="3907512282" sldId="296"/>
            <ac:spMk id="24579" creationId="{B19FF868-FB53-C797-F2C1-D1DCA182DB2C}"/>
          </ac:spMkLst>
        </pc:spChg>
        <pc:picChg chg="add mod">
          <ac:chgData name="JONATHAN GABRIEL LOOR BAUTISTA" userId="4234489a-f210-4949-b3ca-adca1d814dab" providerId="ADAL" clId="{AEB3EEBA-245D-427B-B8D1-DB45284D7449}" dt="2025-05-16T19:52:09.928" v="344" actId="14100"/>
          <ac:picMkLst>
            <pc:docMk/>
            <pc:sldMk cId="3907512282" sldId="296"/>
            <ac:picMk id="1026" creationId="{5735D341-ABFF-7D6B-1DBD-0E5184EE4FC6}"/>
          </ac:picMkLst>
        </pc:picChg>
      </pc:sldChg>
      <pc:sldChg chg="addSp delSp modSp mod">
        <pc:chgData name="JONATHAN GABRIEL LOOR BAUTISTA" userId="4234489a-f210-4949-b3ca-adca1d814dab" providerId="ADAL" clId="{AEB3EEBA-245D-427B-B8D1-DB45284D7449}" dt="2025-05-16T19:53:56.547" v="349" actId="1076"/>
        <pc:sldMkLst>
          <pc:docMk/>
          <pc:sldMk cId="2463088549" sldId="297"/>
        </pc:sldMkLst>
        <pc:spChg chg="mod">
          <ac:chgData name="JONATHAN GABRIEL LOOR BAUTISTA" userId="4234489a-f210-4949-b3ca-adca1d814dab" providerId="ADAL" clId="{AEB3EEBA-245D-427B-B8D1-DB45284D7449}" dt="2025-05-15T13:16:50.835" v="132" actId="20577"/>
          <ac:spMkLst>
            <pc:docMk/>
            <pc:sldMk cId="2463088549" sldId="297"/>
            <ac:spMk id="24578" creationId="{16016D6C-3F36-E6DA-4F28-368C8D87F894}"/>
          </ac:spMkLst>
        </pc:spChg>
        <pc:spChg chg="mod">
          <ac:chgData name="JONATHAN GABRIEL LOOR BAUTISTA" userId="4234489a-f210-4949-b3ca-adca1d814dab" providerId="ADAL" clId="{AEB3EEBA-245D-427B-B8D1-DB45284D7449}" dt="2025-05-16T19:52:23.036" v="346" actId="20577"/>
          <ac:spMkLst>
            <pc:docMk/>
            <pc:sldMk cId="2463088549" sldId="297"/>
            <ac:spMk id="24579" creationId="{4EC47A46-34D9-22FD-9943-083AEA6E6FEC}"/>
          </ac:spMkLst>
        </pc:spChg>
        <pc:picChg chg="add mod">
          <ac:chgData name="JONATHAN GABRIEL LOOR BAUTISTA" userId="4234489a-f210-4949-b3ca-adca1d814dab" providerId="ADAL" clId="{AEB3EEBA-245D-427B-B8D1-DB45284D7449}" dt="2025-05-16T19:53:51.951" v="347" actId="14100"/>
          <ac:picMkLst>
            <pc:docMk/>
            <pc:sldMk cId="2463088549" sldId="297"/>
            <ac:picMk id="4" creationId="{1339495E-D45B-A1C7-23AA-A55D83D65145}"/>
          </ac:picMkLst>
        </pc:picChg>
        <pc:picChg chg="add mod">
          <ac:chgData name="JONATHAN GABRIEL LOOR BAUTISTA" userId="4234489a-f210-4949-b3ca-adca1d814dab" providerId="ADAL" clId="{AEB3EEBA-245D-427B-B8D1-DB45284D7449}" dt="2025-05-16T19:53:56.547" v="349" actId="1076"/>
          <ac:picMkLst>
            <pc:docMk/>
            <pc:sldMk cId="2463088549" sldId="297"/>
            <ac:picMk id="7" creationId="{E1AECD05-CF5D-AE57-195F-740C04401452}"/>
          </ac:picMkLst>
        </pc:picChg>
      </pc:sldChg>
      <pc:sldChg chg="addSp delSp modSp add mod">
        <pc:chgData name="JONATHAN GABRIEL LOOR BAUTISTA" userId="4234489a-f210-4949-b3ca-adca1d814dab" providerId="ADAL" clId="{AEB3EEBA-245D-427B-B8D1-DB45284D7449}" dt="2025-05-16T20:08:17.594" v="437" actId="20577"/>
        <pc:sldMkLst>
          <pc:docMk/>
          <pc:sldMk cId="340544771" sldId="298"/>
        </pc:sldMkLst>
        <pc:spChg chg="mod">
          <ac:chgData name="JONATHAN GABRIEL LOOR BAUTISTA" userId="4234489a-f210-4949-b3ca-adca1d814dab" providerId="ADAL" clId="{AEB3EEBA-245D-427B-B8D1-DB45284D7449}" dt="2025-05-16T20:08:17.594" v="437" actId="20577"/>
          <ac:spMkLst>
            <pc:docMk/>
            <pc:sldMk cId="340544771" sldId="298"/>
            <ac:spMk id="24578" creationId="{32FAFF7F-C46D-275D-8AD5-7FEC6D92355D}"/>
          </ac:spMkLst>
        </pc:spChg>
        <pc:spChg chg="mod">
          <ac:chgData name="JONATHAN GABRIEL LOOR BAUTISTA" userId="4234489a-f210-4949-b3ca-adca1d814dab" providerId="ADAL" clId="{AEB3EEBA-245D-427B-B8D1-DB45284D7449}" dt="2025-05-16T20:07:19.512" v="433" actId="14100"/>
          <ac:spMkLst>
            <pc:docMk/>
            <pc:sldMk cId="340544771" sldId="298"/>
            <ac:spMk id="24579" creationId="{629FA4F9-FF36-9C1E-682F-FB5896560A76}"/>
          </ac:spMkLst>
        </pc:spChg>
        <pc:picChg chg="add mod">
          <ac:chgData name="JONATHAN GABRIEL LOOR BAUTISTA" userId="4234489a-f210-4949-b3ca-adca1d814dab" providerId="ADAL" clId="{AEB3EEBA-245D-427B-B8D1-DB45284D7449}" dt="2025-05-16T20:07:41.531" v="435" actId="1076"/>
          <ac:picMkLst>
            <pc:docMk/>
            <pc:sldMk cId="340544771" sldId="298"/>
            <ac:picMk id="2050" creationId="{D0C2FDBA-63F4-BDEB-B211-83C47FCE0D5F}"/>
          </ac:picMkLst>
        </pc:picChg>
      </pc:sldChg>
      <pc:sldChg chg="del">
        <pc:chgData name="JONATHAN GABRIEL LOOR BAUTISTA" userId="4234489a-f210-4949-b3ca-adca1d814dab" providerId="ADAL" clId="{AEB3EEBA-245D-427B-B8D1-DB45284D7449}" dt="2025-05-15T13:16:05.364" v="88" actId="47"/>
        <pc:sldMkLst>
          <pc:docMk/>
          <pc:sldMk cId="1712436894" sldId="298"/>
        </pc:sldMkLst>
      </pc:sldChg>
      <pc:sldChg chg="del">
        <pc:chgData name="JONATHAN GABRIEL LOOR BAUTISTA" userId="4234489a-f210-4949-b3ca-adca1d814dab" providerId="ADAL" clId="{AEB3EEBA-245D-427B-B8D1-DB45284D7449}" dt="2025-05-15T13:16:05.069" v="87" actId="47"/>
        <pc:sldMkLst>
          <pc:docMk/>
          <pc:sldMk cId="919229235" sldId="299"/>
        </pc:sldMkLst>
      </pc:sldChg>
      <pc:sldChg chg="addSp delSp modSp add mod">
        <pc:chgData name="JONATHAN GABRIEL LOOR BAUTISTA" userId="4234489a-f210-4949-b3ca-adca1d814dab" providerId="ADAL" clId="{AEB3EEBA-245D-427B-B8D1-DB45284D7449}" dt="2025-05-16T19:55:19.519" v="377" actId="20577"/>
        <pc:sldMkLst>
          <pc:docMk/>
          <pc:sldMk cId="2958359049" sldId="299"/>
        </pc:sldMkLst>
        <pc:spChg chg="mod">
          <ac:chgData name="JONATHAN GABRIEL LOOR BAUTISTA" userId="4234489a-f210-4949-b3ca-adca1d814dab" providerId="ADAL" clId="{AEB3EEBA-245D-427B-B8D1-DB45284D7449}" dt="2025-05-16T19:55:19.519" v="377" actId="20577"/>
          <ac:spMkLst>
            <pc:docMk/>
            <pc:sldMk cId="2958359049" sldId="299"/>
            <ac:spMk id="24579" creationId="{92594A96-9CBA-9B19-B0F8-6E33EE6CB600}"/>
          </ac:spMkLst>
        </pc:spChg>
        <pc:picChg chg="add mod">
          <ac:chgData name="JONATHAN GABRIEL LOOR BAUTISTA" userId="4234489a-f210-4949-b3ca-adca1d814dab" providerId="ADAL" clId="{AEB3EEBA-245D-427B-B8D1-DB45284D7449}" dt="2025-05-16T19:54:11.464" v="352" actId="1076"/>
          <ac:picMkLst>
            <pc:docMk/>
            <pc:sldMk cId="2958359049" sldId="299"/>
            <ac:picMk id="3" creationId="{E1A4F536-5BE3-7AE3-F09E-A8C3B969C48E}"/>
          </ac:picMkLst>
        </pc:picChg>
      </pc:sldChg>
      <pc:sldChg chg="modSp add del mod">
        <pc:chgData name="JONATHAN GABRIEL LOOR BAUTISTA" userId="4234489a-f210-4949-b3ca-adca1d814dab" providerId="ADAL" clId="{AEB3EEBA-245D-427B-B8D1-DB45284D7449}" dt="2025-05-16T20:08:53.029" v="451" actId="47"/>
        <pc:sldMkLst>
          <pc:docMk/>
          <pc:sldMk cId="4042485159" sldId="300"/>
        </pc:sldMkLst>
      </pc:sldChg>
      <pc:sldChg chg="modSp add mod ord">
        <pc:chgData name="JONATHAN GABRIEL LOOR BAUTISTA" userId="4234489a-f210-4949-b3ca-adca1d814dab" providerId="ADAL" clId="{AEB3EEBA-245D-427B-B8D1-DB45284D7449}" dt="2025-05-16T20:34:35.595" v="837" actId="1076"/>
        <pc:sldMkLst>
          <pc:docMk/>
          <pc:sldMk cId="570870609" sldId="301"/>
        </pc:sldMkLst>
        <pc:spChg chg="mod">
          <ac:chgData name="JONATHAN GABRIEL LOOR BAUTISTA" userId="4234489a-f210-4949-b3ca-adca1d814dab" providerId="ADAL" clId="{AEB3EEBA-245D-427B-B8D1-DB45284D7449}" dt="2025-05-16T20:33:43.396" v="657" actId="20577"/>
          <ac:spMkLst>
            <pc:docMk/>
            <pc:sldMk cId="570870609" sldId="301"/>
            <ac:spMk id="24578" creationId="{1CBB8C8B-84B6-F0F8-2C31-6FA270816536}"/>
          </ac:spMkLst>
        </pc:spChg>
        <pc:spChg chg="mod">
          <ac:chgData name="JONATHAN GABRIEL LOOR BAUTISTA" userId="4234489a-f210-4949-b3ca-adca1d814dab" providerId="ADAL" clId="{AEB3EEBA-245D-427B-B8D1-DB45284D7449}" dt="2025-05-16T20:34:29.169" v="836" actId="20577"/>
          <ac:spMkLst>
            <pc:docMk/>
            <pc:sldMk cId="570870609" sldId="301"/>
            <ac:spMk id="24579" creationId="{49EE8E1C-117F-3E3A-FAB5-516266981217}"/>
          </ac:spMkLst>
        </pc:spChg>
        <pc:picChg chg="mod">
          <ac:chgData name="JONATHAN GABRIEL LOOR BAUTISTA" userId="4234489a-f210-4949-b3ca-adca1d814dab" providerId="ADAL" clId="{AEB3EEBA-245D-427B-B8D1-DB45284D7449}" dt="2025-05-16T20:34:35.595" v="837" actId="1076"/>
          <ac:picMkLst>
            <pc:docMk/>
            <pc:sldMk cId="570870609" sldId="301"/>
            <ac:picMk id="2050" creationId="{643DFF22-43AB-7551-CC30-632DE5F3A268}"/>
          </ac:picMkLst>
        </pc:picChg>
      </pc:sldChg>
      <pc:sldChg chg="addSp delSp modSp add mod">
        <pc:chgData name="JONATHAN GABRIEL LOOR BAUTISTA" userId="4234489a-f210-4949-b3ca-adca1d814dab" providerId="ADAL" clId="{AEB3EEBA-245D-427B-B8D1-DB45284D7449}" dt="2025-05-16T20:36:55.131" v="862" actId="1076"/>
        <pc:sldMkLst>
          <pc:docMk/>
          <pc:sldMk cId="4058535090" sldId="302"/>
        </pc:sldMkLst>
        <pc:spChg chg="mod">
          <ac:chgData name="JONATHAN GABRIEL LOOR BAUTISTA" userId="4234489a-f210-4949-b3ca-adca1d814dab" providerId="ADAL" clId="{AEB3EEBA-245D-427B-B8D1-DB45284D7449}" dt="2025-05-15T14:00:49.776" v="234" actId="20577"/>
          <ac:spMkLst>
            <pc:docMk/>
            <pc:sldMk cId="4058535090" sldId="302"/>
            <ac:spMk id="24578" creationId="{A0255817-8F1E-F51D-F3C4-A1C66AEA0C28}"/>
          </ac:spMkLst>
        </pc:spChg>
        <pc:spChg chg="mod">
          <ac:chgData name="JONATHAN GABRIEL LOOR BAUTISTA" userId="4234489a-f210-4949-b3ca-adca1d814dab" providerId="ADAL" clId="{AEB3EEBA-245D-427B-B8D1-DB45284D7449}" dt="2025-05-16T20:36:47.740" v="859" actId="14100"/>
          <ac:spMkLst>
            <pc:docMk/>
            <pc:sldMk cId="4058535090" sldId="302"/>
            <ac:spMk id="24579" creationId="{FB881DA3-1152-7FCD-1C76-3278226504F4}"/>
          </ac:spMkLst>
        </pc:spChg>
        <pc:picChg chg="add mod">
          <ac:chgData name="JONATHAN GABRIEL LOOR BAUTISTA" userId="4234489a-f210-4949-b3ca-adca1d814dab" providerId="ADAL" clId="{AEB3EEBA-245D-427B-B8D1-DB45284D7449}" dt="2025-05-16T20:36:55.131" v="862" actId="1076"/>
          <ac:picMkLst>
            <pc:docMk/>
            <pc:sldMk cId="4058535090" sldId="302"/>
            <ac:picMk id="3" creationId="{8DE6490E-EA92-273D-5376-93BB88EC12B3}"/>
          </ac:picMkLst>
        </pc:picChg>
      </pc:sldChg>
      <pc:sldChg chg="addSp delSp modSp add mod">
        <pc:chgData name="JONATHAN GABRIEL LOOR BAUTISTA" userId="4234489a-f210-4949-b3ca-adca1d814dab" providerId="ADAL" clId="{AEB3EEBA-245D-427B-B8D1-DB45284D7449}" dt="2025-05-16T20:39:27.010" v="926" actId="20577"/>
        <pc:sldMkLst>
          <pc:docMk/>
          <pc:sldMk cId="643062816" sldId="303"/>
        </pc:sldMkLst>
        <pc:spChg chg="add mod">
          <ac:chgData name="JONATHAN GABRIEL LOOR BAUTISTA" userId="4234489a-f210-4949-b3ca-adca1d814dab" providerId="ADAL" clId="{AEB3EEBA-245D-427B-B8D1-DB45284D7449}" dt="2025-05-16T20:39:27.010" v="926" actId="20577"/>
          <ac:spMkLst>
            <pc:docMk/>
            <pc:sldMk cId="643062816" sldId="303"/>
            <ac:spMk id="2" creationId="{1A8E3856-DDD9-8C30-B1DF-1EEDA73654A0}"/>
          </ac:spMkLst>
        </pc:spChg>
        <pc:spChg chg="mod">
          <ac:chgData name="JONATHAN GABRIEL LOOR BAUTISTA" userId="4234489a-f210-4949-b3ca-adca1d814dab" providerId="ADAL" clId="{AEB3EEBA-245D-427B-B8D1-DB45284D7449}" dt="2025-05-16T20:38:32.950" v="888" actId="20577"/>
          <ac:spMkLst>
            <pc:docMk/>
            <pc:sldMk cId="643062816" sldId="303"/>
            <ac:spMk id="24579" creationId="{2B56564B-A365-A8B4-59F8-3ACC92ABF631}"/>
          </ac:spMkLst>
        </pc:spChg>
        <pc:picChg chg="add mod">
          <ac:chgData name="JONATHAN GABRIEL LOOR BAUTISTA" userId="4234489a-f210-4949-b3ca-adca1d814dab" providerId="ADAL" clId="{AEB3EEBA-245D-427B-B8D1-DB45284D7449}" dt="2025-05-16T20:39:21.254" v="925" actId="1076"/>
          <ac:picMkLst>
            <pc:docMk/>
            <pc:sldMk cId="643062816" sldId="303"/>
            <ac:picMk id="4" creationId="{1E0F6FA4-4455-ADE7-CE56-F0C7A2188AA5}"/>
          </ac:picMkLst>
        </pc:picChg>
      </pc:sldChg>
      <pc:sldChg chg="addSp delSp modSp add mod">
        <pc:chgData name="JONATHAN GABRIEL LOOR BAUTISTA" userId="4234489a-f210-4949-b3ca-adca1d814dab" providerId="ADAL" clId="{AEB3EEBA-245D-427B-B8D1-DB45284D7449}" dt="2025-05-19T14:46:20.910" v="1374" actId="1076"/>
        <pc:sldMkLst>
          <pc:docMk/>
          <pc:sldMk cId="4291610913" sldId="304"/>
        </pc:sldMkLst>
        <pc:spChg chg="add mod">
          <ac:chgData name="JONATHAN GABRIEL LOOR BAUTISTA" userId="4234489a-f210-4949-b3ca-adca1d814dab" providerId="ADAL" clId="{AEB3EEBA-245D-427B-B8D1-DB45284D7449}" dt="2025-05-19T14:46:20.910" v="1374" actId="1076"/>
          <ac:spMkLst>
            <pc:docMk/>
            <pc:sldMk cId="4291610913" sldId="304"/>
            <ac:spMk id="4" creationId="{C0C230CB-F20F-3A07-BDBD-EE63D1BA1F9A}"/>
          </ac:spMkLst>
        </pc:spChg>
        <pc:spChg chg="mod">
          <ac:chgData name="JONATHAN GABRIEL LOOR BAUTISTA" userId="4234489a-f210-4949-b3ca-adca1d814dab" providerId="ADAL" clId="{AEB3EEBA-245D-427B-B8D1-DB45284D7449}" dt="2025-05-16T20:46:55.390" v="1101" actId="27636"/>
          <ac:spMkLst>
            <pc:docMk/>
            <pc:sldMk cId="4291610913" sldId="304"/>
            <ac:spMk id="24579" creationId="{5974A766-2562-D8CC-D842-D00EB5E3CB77}"/>
          </ac:spMkLst>
        </pc:spChg>
        <pc:picChg chg="add mod">
          <ac:chgData name="JONATHAN GABRIEL LOOR BAUTISTA" userId="4234489a-f210-4949-b3ca-adca1d814dab" providerId="ADAL" clId="{AEB3EEBA-245D-427B-B8D1-DB45284D7449}" dt="2025-05-16T20:44:00.355" v="1014" actId="1076"/>
          <ac:picMkLst>
            <pc:docMk/>
            <pc:sldMk cId="4291610913" sldId="304"/>
            <ac:picMk id="3" creationId="{BE228663-DBA8-75B7-CA89-19B8AF9FBFDB}"/>
          </ac:picMkLst>
        </pc:picChg>
      </pc:sldChg>
      <pc:sldChg chg="delSp modSp add mod">
        <pc:chgData name="JONATHAN GABRIEL LOOR BAUTISTA" userId="4234489a-f210-4949-b3ca-adca1d814dab" providerId="ADAL" clId="{AEB3EEBA-245D-427B-B8D1-DB45284D7449}" dt="2025-05-16T20:56:17.916" v="1189" actId="20577"/>
        <pc:sldMkLst>
          <pc:docMk/>
          <pc:sldMk cId="118540457" sldId="305"/>
        </pc:sldMkLst>
        <pc:spChg chg="mod">
          <ac:chgData name="JONATHAN GABRIEL LOOR BAUTISTA" userId="4234489a-f210-4949-b3ca-adca1d814dab" providerId="ADAL" clId="{AEB3EEBA-245D-427B-B8D1-DB45284D7449}" dt="2025-05-16T20:56:17.916" v="1189" actId="20577"/>
          <ac:spMkLst>
            <pc:docMk/>
            <pc:sldMk cId="118540457" sldId="305"/>
            <ac:spMk id="24579" creationId="{6B2EC772-8770-A8BB-0FD5-BEE528C5F1CE}"/>
          </ac:spMkLst>
        </pc:spChg>
      </pc:sldChg>
      <pc:sldChg chg="addSp delSp modSp add mod">
        <pc:chgData name="JONATHAN GABRIEL LOOR BAUTISTA" userId="4234489a-f210-4949-b3ca-adca1d814dab" providerId="ADAL" clId="{AEB3EEBA-245D-427B-B8D1-DB45284D7449}" dt="2025-05-19T14:36:07.149" v="1373" actId="113"/>
        <pc:sldMkLst>
          <pc:docMk/>
          <pc:sldMk cId="1249538767" sldId="306"/>
        </pc:sldMkLst>
        <pc:spChg chg="mod">
          <ac:chgData name="JONATHAN GABRIEL LOOR BAUTISTA" userId="4234489a-f210-4949-b3ca-adca1d814dab" providerId="ADAL" clId="{AEB3EEBA-245D-427B-B8D1-DB45284D7449}" dt="2025-05-16T20:08:50.504" v="450"/>
          <ac:spMkLst>
            <pc:docMk/>
            <pc:sldMk cId="1249538767" sldId="306"/>
            <ac:spMk id="24578" creationId="{1F366EA8-10CF-0C60-5550-EC3957AE3CDF}"/>
          </ac:spMkLst>
        </pc:spChg>
        <pc:spChg chg="mod">
          <ac:chgData name="JONATHAN GABRIEL LOOR BAUTISTA" userId="4234489a-f210-4949-b3ca-adca1d814dab" providerId="ADAL" clId="{AEB3EEBA-245D-427B-B8D1-DB45284D7449}" dt="2025-05-19T14:36:07.149" v="1373" actId="113"/>
          <ac:spMkLst>
            <pc:docMk/>
            <pc:sldMk cId="1249538767" sldId="306"/>
            <ac:spMk id="24579" creationId="{72EBA0F4-FD23-2773-5A1B-30BFEE735AF8}"/>
          </ac:spMkLst>
        </pc:spChg>
        <pc:picChg chg="add mod">
          <ac:chgData name="JONATHAN GABRIEL LOOR BAUTISTA" userId="4234489a-f210-4949-b3ca-adca1d814dab" providerId="ADAL" clId="{AEB3EEBA-245D-427B-B8D1-DB45284D7449}" dt="2025-05-16T20:21:02.954" v="455" actId="14100"/>
          <ac:picMkLst>
            <pc:docMk/>
            <pc:sldMk cId="1249538767" sldId="306"/>
            <ac:picMk id="3074" creationId="{49B46237-52EB-8D3D-FECD-92A4F96B814E}"/>
          </ac:picMkLst>
        </pc:picChg>
      </pc:sldChg>
      <pc:sldChg chg="addSp delSp modSp add mod">
        <pc:chgData name="JONATHAN GABRIEL LOOR BAUTISTA" userId="4234489a-f210-4949-b3ca-adca1d814dab" providerId="ADAL" clId="{AEB3EEBA-245D-427B-B8D1-DB45284D7449}" dt="2025-05-16T20:28:21.316" v="498" actId="14100"/>
        <pc:sldMkLst>
          <pc:docMk/>
          <pc:sldMk cId="1905160335" sldId="307"/>
        </pc:sldMkLst>
        <pc:picChg chg="add mod">
          <ac:chgData name="JONATHAN GABRIEL LOOR BAUTISTA" userId="4234489a-f210-4949-b3ca-adca1d814dab" providerId="ADAL" clId="{AEB3EEBA-245D-427B-B8D1-DB45284D7449}" dt="2025-05-16T20:28:04.338" v="493" actId="14100"/>
          <ac:picMkLst>
            <pc:docMk/>
            <pc:sldMk cId="1905160335" sldId="307"/>
            <ac:picMk id="4098" creationId="{C5B5CE5C-2575-36F3-04AB-75BB23F7591D}"/>
          </ac:picMkLst>
        </pc:picChg>
        <pc:picChg chg="add mod">
          <ac:chgData name="JONATHAN GABRIEL LOOR BAUTISTA" userId="4234489a-f210-4949-b3ca-adca1d814dab" providerId="ADAL" clId="{AEB3EEBA-245D-427B-B8D1-DB45284D7449}" dt="2025-05-16T20:28:21.316" v="498" actId="14100"/>
          <ac:picMkLst>
            <pc:docMk/>
            <pc:sldMk cId="1905160335" sldId="307"/>
            <ac:picMk id="4100" creationId="{C81A2671-DDEB-19DD-9F3A-763E4770F059}"/>
          </ac:picMkLst>
        </pc:picChg>
      </pc:sldChg>
      <pc:sldChg chg="modSp add mod">
        <pc:chgData name="JONATHAN GABRIEL LOOR BAUTISTA" userId="4234489a-f210-4949-b3ca-adca1d814dab" providerId="ADAL" clId="{AEB3EEBA-245D-427B-B8D1-DB45284D7449}" dt="2025-05-16T21:05:53.880" v="1365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AEB3EEBA-245D-427B-B8D1-DB45284D7449}" dt="2025-05-16T21:05:53.880" v="1365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add del">
        <pc:chgData name="JONATHAN GABRIEL LOOR BAUTISTA" userId="4234489a-f210-4949-b3ca-adca1d814dab" providerId="ADAL" clId="{AEB3EEBA-245D-427B-B8D1-DB45284D7449}" dt="2025-05-16T20:47:32.388" v="1112" actId="47"/>
        <pc:sldMkLst>
          <pc:docMk/>
          <pc:sldMk cId="4041070015" sldId="308"/>
        </pc:sldMkLst>
      </pc:sldChg>
    </pc:docChg>
  </pc:docChgLst>
  <pc:docChgLst>
    <pc:chgData name="JONATHAN GABRIEL LOOR BAUTISTA" userId="4234489a-f210-4949-b3ca-adca1d814dab" providerId="ADAL" clId="{04822459-6DF3-4311-8DFB-DA30866346C2}"/>
    <pc:docChg chg="undo redo custSel addSld delSld modSld">
      <pc:chgData name="JONATHAN GABRIEL LOOR BAUTISTA" userId="4234489a-f210-4949-b3ca-adca1d814dab" providerId="ADAL" clId="{04822459-6DF3-4311-8DFB-DA30866346C2}" dt="2025-04-21T14:26:27.741" v="3565" actId="1076"/>
      <pc:docMkLst>
        <pc:docMk/>
      </pc:docMkLst>
      <pc:sldChg chg="modSp mod">
        <pc:chgData name="JONATHAN GABRIEL LOOR BAUTISTA" userId="4234489a-f210-4949-b3ca-adca1d814dab" providerId="ADAL" clId="{04822459-6DF3-4311-8DFB-DA30866346C2}" dt="2025-04-21T12:50:55.771" v="48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04822459-6DF3-4311-8DFB-DA30866346C2}" dt="2025-04-21T12:50:55.771" v="48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ONATHAN GABRIEL LOOR BAUTISTA" userId="4234489a-f210-4949-b3ca-adca1d814dab" providerId="ADAL" clId="{04822459-6DF3-4311-8DFB-DA30866346C2}" dt="2025-04-21T12:51:10.562" v="49" actId="4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04822459-6DF3-4311-8DFB-DA30866346C2}" dt="2025-04-21T12:51:11.183" v="50" actId="47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4822459-6DF3-4311-8DFB-DA30866346C2}" dt="2025-04-21T12:51:12.151" v="51" actId="47"/>
        <pc:sldMkLst>
          <pc:docMk/>
          <pc:sldMk cId="416056654" sldId="274"/>
        </pc:sldMkLst>
      </pc:sldChg>
      <pc:sldChg chg="del">
        <pc:chgData name="JONATHAN GABRIEL LOOR BAUTISTA" userId="4234489a-f210-4949-b3ca-adca1d814dab" providerId="ADAL" clId="{04822459-6DF3-4311-8DFB-DA30866346C2}" dt="2025-04-21T12:51:12.659" v="52" actId="47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4822459-6DF3-4311-8DFB-DA30866346C2}" dt="2025-04-21T12:51:13.114" v="53" actId="47"/>
        <pc:sldMkLst>
          <pc:docMk/>
          <pc:sldMk cId="2030638201" sldId="276"/>
        </pc:sldMkLst>
      </pc:sldChg>
      <pc:sldChg chg="del">
        <pc:chgData name="JONATHAN GABRIEL LOOR BAUTISTA" userId="4234489a-f210-4949-b3ca-adca1d814dab" providerId="ADAL" clId="{04822459-6DF3-4311-8DFB-DA30866346C2}" dt="2025-04-21T12:51:13.451" v="54" actId="47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4822459-6DF3-4311-8DFB-DA30866346C2}" dt="2025-04-21T12:51:14.033" v="55" actId="47"/>
        <pc:sldMkLst>
          <pc:docMk/>
          <pc:sldMk cId="3978225186" sldId="278"/>
        </pc:sldMkLst>
      </pc:sldChg>
      <pc:sldChg chg="del">
        <pc:chgData name="JONATHAN GABRIEL LOOR BAUTISTA" userId="4234489a-f210-4949-b3ca-adca1d814dab" providerId="ADAL" clId="{04822459-6DF3-4311-8DFB-DA30866346C2}" dt="2025-04-21T12:51:15.272" v="56" actId="47"/>
        <pc:sldMkLst>
          <pc:docMk/>
          <pc:sldMk cId="3324638368" sldId="279"/>
        </pc:sldMkLst>
      </pc:sldChg>
      <pc:sldChg chg="addSp modSp mod">
        <pc:chgData name="JONATHAN GABRIEL LOOR BAUTISTA" userId="4234489a-f210-4949-b3ca-adca1d814dab" providerId="ADAL" clId="{04822459-6DF3-4311-8DFB-DA30866346C2}" dt="2025-04-21T12:57:02.804" v="343" actId="1076"/>
        <pc:sldMkLst>
          <pc:docMk/>
          <pc:sldMk cId="4165485877" sldId="280"/>
        </pc:sldMkLst>
      </pc:sldChg>
      <pc:sldChg chg="addSp modSp mod">
        <pc:chgData name="JONATHAN GABRIEL LOOR BAUTISTA" userId="4234489a-f210-4949-b3ca-adca1d814dab" providerId="ADAL" clId="{04822459-6DF3-4311-8DFB-DA30866346C2}" dt="2025-04-21T13:18:14.159" v="1301" actId="113"/>
        <pc:sldMkLst>
          <pc:docMk/>
          <pc:sldMk cId="1147876043" sldId="281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09:19.136" v="1155" actId="20577"/>
        <pc:sldMkLst>
          <pc:docMk/>
          <pc:sldMk cId="1481732886" sldId="282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17:19.086" v="1258" actId="13926"/>
        <pc:sldMkLst>
          <pc:docMk/>
          <pc:sldMk cId="2227686819" sldId="283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27:03.598" v="1919" actId="1076"/>
        <pc:sldMkLst>
          <pc:docMk/>
          <pc:sldMk cId="3192749992" sldId="284"/>
        </pc:sldMkLst>
      </pc:sldChg>
      <pc:sldChg chg="delSp modSp add mod">
        <pc:chgData name="JONATHAN GABRIEL LOOR BAUTISTA" userId="4234489a-f210-4949-b3ca-adca1d814dab" providerId="ADAL" clId="{04822459-6DF3-4311-8DFB-DA30866346C2}" dt="2025-04-21T13:35:15.167" v="2388" actId="20577"/>
        <pc:sldMkLst>
          <pc:docMk/>
          <pc:sldMk cId="3922002190" sldId="285"/>
        </pc:sldMkLst>
      </pc:sldChg>
      <pc:sldChg chg="addSp modSp add mod">
        <pc:chgData name="JONATHAN GABRIEL LOOR BAUTISTA" userId="4234489a-f210-4949-b3ca-adca1d814dab" providerId="ADAL" clId="{04822459-6DF3-4311-8DFB-DA30866346C2}" dt="2025-04-21T13:49:59.314" v="2717" actId="14100"/>
        <pc:sldMkLst>
          <pc:docMk/>
          <pc:sldMk cId="684473735" sldId="286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57:11.790" v="2805" actId="113"/>
        <pc:sldMkLst>
          <pc:docMk/>
          <pc:sldMk cId="1030578679" sldId="287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07:06.595" v="2886" actId="1076"/>
        <pc:sldMkLst>
          <pc:docMk/>
          <pc:sldMk cId="3681866873" sldId="288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17:34.142" v="2917" actId="1076"/>
        <pc:sldMkLst>
          <pc:docMk/>
          <pc:sldMk cId="3440852824" sldId="289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26:27.741" v="3565" actId="1076"/>
        <pc:sldMkLst>
          <pc:docMk/>
          <pc:sldMk cId="705843136" sldId="290"/>
        </pc:sldMkLst>
      </pc:sldChg>
    </pc:docChg>
  </pc:docChgLst>
  <pc:docChgLst>
    <pc:chgData name="JONATHAN GABRIEL LOOR BAUTISTA" userId="4234489a-f210-4949-b3ca-adca1d814dab" providerId="ADAL" clId="{4BF10871-1B9E-410E-8846-978CDECD46ED}"/>
    <pc:docChg chg="undo custSel addSld delSld modSld">
      <pc:chgData name="JONATHAN GABRIEL LOOR BAUTISTA" userId="4234489a-f210-4949-b3ca-adca1d814dab" providerId="ADAL" clId="{4BF10871-1B9E-410E-8846-978CDECD46ED}" dt="2023-11-09T14:38:02.575" v="1036" actId="20577"/>
      <pc:docMkLst>
        <pc:docMk/>
      </pc:docMkLst>
      <pc:sldChg chg="modSp mod">
        <pc:chgData name="JONATHAN GABRIEL LOOR BAUTISTA" userId="4234489a-f210-4949-b3ca-adca1d814dab" providerId="ADAL" clId="{4BF10871-1B9E-410E-8846-978CDECD46ED}" dt="2023-11-09T13:03:53.545" v="25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4BF10871-1B9E-410E-8846-978CDECD46ED}" dt="2023-11-09T13:09:17.259" v="68" actId="2057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4BF10871-1B9E-410E-8846-978CDECD46ED}" dt="2023-11-09T13:09:08.466" v="66" actId="47"/>
        <pc:sldMkLst>
          <pc:docMk/>
          <pc:sldMk cId="365126346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1:37.608" v="123" actId="1076"/>
        <pc:sldMkLst>
          <pc:docMk/>
          <pc:sldMk cId="1413283838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38:02.575" v="1036" actId="20577"/>
        <pc:sldMkLst>
          <pc:docMk/>
          <pc:sldMk cId="2169708303" sldId="260"/>
        </pc:sldMkLst>
      </pc:sldChg>
      <pc:sldChg chg="del">
        <pc:chgData name="JONATHAN GABRIEL LOOR BAUTISTA" userId="4234489a-f210-4949-b3ca-adca1d814dab" providerId="ADAL" clId="{4BF10871-1B9E-410E-8846-978CDECD46ED}" dt="2023-11-09T13:09:10.005" v="67" actId="47"/>
        <pc:sldMkLst>
          <pc:docMk/>
          <pc:sldMk cId="2494341450" sldId="260"/>
        </pc:sldMkLst>
      </pc:sldChg>
      <pc:sldChg chg="del">
        <pc:chgData name="JONATHAN GABRIEL LOOR BAUTISTA" userId="4234489a-f210-4949-b3ca-adca1d814dab" providerId="ADAL" clId="{4BF10871-1B9E-410E-8846-978CDECD46ED}" dt="2023-11-09T13:09:08.169" v="65" actId="47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8:32.576" v="234" actId="1076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4BF10871-1B9E-410E-8846-978CDECD46ED}" dt="2023-11-09T13:09:07.699" v="63" actId="47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9:20" v="268" actId="1076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1:16.968" v="299" actId="1076"/>
        <pc:sldMkLst>
          <pc:docMk/>
          <pc:sldMk cId="26735523" sldId="263"/>
        </pc:sldMkLst>
      </pc:sldChg>
      <pc:sldChg chg="del">
        <pc:chgData name="JONATHAN GABRIEL LOOR BAUTISTA" userId="4234489a-f210-4949-b3ca-adca1d814dab" providerId="ADAL" clId="{4BF10871-1B9E-410E-8846-978CDECD46ED}" dt="2023-11-09T13:09:07.560" v="62" actId="47"/>
        <pc:sldMkLst>
          <pc:docMk/>
          <pc:sldMk cId="3749474826" sldId="263"/>
        </pc:sldMkLst>
      </pc:sldChg>
      <pc:sldChg chg="del">
        <pc:chgData name="JONATHAN GABRIEL LOOR BAUTISTA" userId="4234489a-f210-4949-b3ca-adca1d814dab" providerId="ADAL" clId="{4BF10871-1B9E-410E-8846-978CDECD46ED}" dt="2023-11-09T13:09:07.357" v="61" actId="47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2:24.608" v="318" actId="313"/>
        <pc:sldMkLst>
          <pc:docMk/>
          <pc:sldMk cId="3349323718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4:57.808" v="346" actId="1076"/>
        <pc:sldMkLst>
          <pc:docMk/>
          <pc:sldMk cId="3215622691" sldId="265"/>
        </pc:sldMkLst>
      </pc:sldChg>
      <pc:sldChg chg="del">
        <pc:chgData name="JONATHAN GABRIEL LOOR BAUTISTA" userId="4234489a-f210-4949-b3ca-adca1d814dab" providerId="ADAL" clId="{4BF10871-1B9E-410E-8846-978CDECD46ED}" dt="2023-11-09T13:09:07.213" v="60" actId="47"/>
        <pc:sldMkLst>
          <pc:docMk/>
          <pc:sldMk cId="3972352135" sldId="265"/>
        </pc:sldMkLst>
      </pc:sldChg>
      <pc:sldChg chg="del">
        <pc:chgData name="JONATHAN GABRIEL LOOR BAUTISTA" userId="4234489a-f210-4949-b3ca-adca1d814dab" providerId="ADAL" clId="{4BF10871-1B9E-410E-8846-978CDECD46ED}" dt="2023-11-09T13:09:07.932" v="64" actId="47"/>
        <pc:sldMkLst>
          <pc:docMk/>
          <pc:sldMk cId="628235030" sldId="26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7:54.463" v="409" actId="1076"/>
        <pc:sldMkLst>
          <pc:docMk/>
          <pc:sldMk cId="2374877937" sldId="266"/>
        </pc:sldMkLst>
      </pc:sldChg>
      <pc:sldChg chg="addSp modSp add mod">
        <pc:chgData name="JONATHAN GABRIEL LOOR BAUTISTA" userId="4234489a-f210-4949-b3ca-adca1d814dab" providerId="ADAL" clId="{4BF10871-1B9E-410E-8846-978CDECD46ED}" dt="2023-11-09T13:35:13.993" v="432"/>
        <pc:sldMkLst>
          <pc:docMk/>
          <pc:sldMk cId="938569621" sldId="267"/>
        </pc:sldMkLst>
      </pc:sldChg>
      <pc:sldChg chg="addSp delSp modSp add">
        <pc:chgData name="JONATHAN GABRIEL LOOR BAUTISTA" userId="4234489a-f210-4949-b3ca-adca1d814dab" providerId="ADAL" clId="{4BF10871-1B9E-410E-8846-978CDECD46ED}" dt="2023-11-09T13:29:06.032" v="417" actId="1076"/>
        <pc:sldMkLst>
          <pc:docMk/>
          <pc:sldMk cId="4009423192" sldId="268"/>
        </pc:sldMkLst>
      </pc:sldChg>
      <pc:sldChg chg="addSp delSp modSp add mod modAnim">
        <pc:chgData name="JONATHAN GABRIEL LOOR BAUTISTA" userId="4234489a-f210-4949-b3ca-adca1d814dab" providerId="ADAL" clId="{4BF10871-1B9E-410E-8846-978CDECD46ED}" dt="2023-11-09T13:33:07.073" v="428" actId="1076"/>
        <pc:sldMkLst>
          <pc:docMk/>
          <pc:sldMk cId="1381898115" sldId="26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8:41.216" v="474" actId="1076"/>
        <pc:sldMkLst>
          <pc:docMk/>
          <pc:sldMk cId="3018725871" sldId="27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9:37.152" v="484" actId="1076"/>
        <pc:sldMkLst>
          <pc:docMk/>
          <pc:sldMk cId="570756419" sldId="27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19.360" v="508" actId="1076"/>
        <pc:sldMkLst>
          <pc:docMk/>
          <pc:sldMk cId="2044139457" sldId="272"/>
        </pc:sldMkLst>
      </pc:sldChg>
      <pc:sldChg chg="add">
        <pc:chgData name="JONATHAN GABRIEL LOOR BAUTISTA" userId="4234489a-f210-4949-b3ca-adca1d814dab" providerId="ADAL" clId="{4BF10871-1B9E-410E-8846-978CDECD46ED}" dt="2023-11-09T13:41:53.680" v="500" actId="2890"/>
        <pc:sldMkLst>
          <pc:docMk/>
          <pc:sldMk cId="1697908801" sldId="27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46.048" v="514" actId="1076"/>
        <pc:sldMkLst>
          <pc:docMk/>
          <pc:sldMk cId="1705900212" sldId="27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8:07.038" v="579" actId="20577"/>
        <pc:sldMkLst>
          <pc:docMk/>
          <pc:sldMk cId="1814231336" sldId="275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0:32.270" v="644" actId="478"/>
        <pc:sldMkLst>
          <pc:docMk/>
          <pc:sldMk cId="3601994577" sldId="27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2:18.264" v="681" actId="313"/>
        <pc:sldMkLst>
          <pc:docMk/>
          <pc:sldMk cId="12759230" sldId="277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2374801582" sldId="277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5:32.453" v="896" actId="20577"/>
        <pc:sldMkLst>
          <pc:docMk/>
          <pc:sldMk cId="793826596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274624831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796450385" sldId="27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6:49.904" v="961" actId="1076"/>
        <pc:sldMkLst>
          <pc:docMk/>
          <pc:sldMk cId="2356721952" sldId="279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911223544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31.363" v="973" actId="1076"/>
        <pc:sldMkLst>
          <pc:docMk/>
          <pc:sldMk cId="3436423708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47.667" v="977" actId="1076"/>
        <pc:sldMkLst>
          <pc:docMk/>
          <pc:sldMk cId="3781675788" sldId="281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419791792" sldId="28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6:47.321" v="987" actId="1076"/>
        <pc:sldMkLst>
          <pc:docMk/>
          <pc:sldMk cId="2603404091" sldId="282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650563039" sldId="28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8:54.624" v="1035" actId="1076"/>
        <pc:sldMkLst>
          <pc:docMk/>
          <pc:sldMk cId="2789636396" sldId="283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47908706" sldId="284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849679617" sldId="285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FE2EE89C-43BE-45E3-8A42-D09B34D705A0}"/>
    <pc:docChg chg="undo custSel modSld">
      <pc:chgData name="JONATHAN GABRIEL LOOR BAUTISTA" userId="4234489a-f210-4949-b3ca-adca1d814dab" providerId="ADAL" clId="{FE2EE89C-43BE-45E3-8A42-D09B34D705A0}" dt="2024-12-03T20:10:20.473" v="251" actId="20577"/>
      <pc:docMkLst>
        <pc:docMk/>
      </pc:docMkLst>
      <pc:sldChg chg="addSp delSp modSp mod">
        <pc:chgData name="JONATHAN GABRIEL LOOR BAUTISTA" userId="4234489a-f210-4949-b3ca-adca1d814dab" providerId="ADAL" clId="{FE2EE89C-43BE-45E3-8A42-D09B34D705A0}" dt="2024-12-03T19:34:05.596" v="104" actId="14100"/>
        <pc:sldMkLst>
          <pc:docMk/>
          <pc:sldMk cId="445900017" sldId="272"/>
        </pc:sldMkLst>
      </pc:sldChg>
      <pc:sldChg chg="modSp mod">
        <pc:chgData name="JONATHAN GABRIEL LOOR BAUTISTA" userId="4234489a-f210-4949-b3ca-adca1d814dab" providerId="ADAL" clId="{FE2EE89C-43BE-45E3-8A42-D09B34D705A0}" dt="2024-12-03T19:52:19.539" v="116" actId="20577"/>
        <pc:sldMkLst>
          <pc:docMk/>
          <pc:sldMk cId="3860355998" sldId="282"/>
        </pc:sldMkLst>
      </pc:sldChg>
      <pc:sldChg chg="modSp mod">
        <pc:chgData name="JONATHAN GABRIEL LOOR BAUTISTA" userId="4234489a-f210-4949-b3ca-adca1d814dab" providerId="ADAL" clId="{FE2EE89C-43BE-45E3-8A42-D09B34D705A0}" dt="2024-12-03T20:02:50.114" v="159"/>
        <pc:sldMkLst>
          <pc:docMk/>
          <pc:sldMk cId="3796690466" sldId="285"/>
        </pc:sldMkLst>
      </pc:sldChg>
      <pc:sldChg chg="modSp mod">
        <pc:chgData name="JONATHAN GABRIEL LOOR BAUTISTA" userId="4234489a-f210-4949-b3ca-adca1d814dab" providerId="ADAL" clId="{FE2EE89C-43BE-45E3-8A42-D09B34D705A0}" dt="2024-12-03T20:07:18.882" v="214" actId="20577"/>
        <pc:sldMkLst>
          <pc:docMk/>
          <pc:sldMk cId="3119478525" sldId="286"/>
        </pc:sldMkLst>
      </pc:sldChg>
      <pc:sldChg chg="delSp modSp mod">
        <pc:chgData name="JONATHAN GABRIEL LOOR BAUTISTA" userId="4234489a-f210-4949-b3ca-adca1d814dab" providerId="ADAL" clId="{FE2EE89C-43BE-45E3-8A42-D09B34D705A0}" dt="2024-12-03T20:10:20.473" v="251" actId="20577"/>
        <pc:sldMkLst>
          <pc:docMk/>
          <pc:sldMk cId="1109680319" sldId="288"/>
        </pc:sldMkLst>
      </pc:sldChg>
    </pc:docChg>
  </pc:docChgLst>
  <pc:docChgLst>
    <pc:chgData name="JONATHAN GABRIEL LOOR BAUTISTA" userId="4234489a-f210-4949-b3ca-adca1d814dab" providerId="ADAL" clId="{CA9E5BA9-EB2F-4B98-BE29-D96613308550}"/>
    <pc:docChg chg="undo custSel addSld delSld modSld sldOrd">
      <pc:chgData name="JONATHAN GABRIEL LOOR BAUTISTA" userId="4234489a-f210-4949-b3ca-adca1d814dab" providerId="ADAL" clId="{CA9E5BA9-EB2F-4B98-BE29-D96613308550}" dt="2025-04-28T13:36:52.748" v="1019" actId="14100"/>
      <pc:docMkLst>
        <pc:docMk/>
      </pc:docMkLst>
      <pc:sldChg chg="del">
        <pc:chgData name="JONATHAN GABRIEL LOOR BAUTISTA" userId="4234489a-f210-4949-b3ca-adca1d814dab" providerId="ADAL" clId="{CA9E5BA9-EB2F-4B98-BE29-D96613308550}" dt="2025-04-27T23:15:26.712" v="64" actId="4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CA9E5BA9-EB2F-4B98-BE29-D96613308550}" dt="2025-04-27T23:15:28.204" v="65" actId="4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CA9E5BA9-EB2F-4B98-BE29-D96613308550}" dt="2025-04-27T23:15:28.629" v="66" actId="47"/>
        <pc:sldMkLst>
          <pc:docMk/>
          <pc:sldMk cId="1481732886" sldId="282"/>
        </pc:sldMkLst>
      </pc:sldChg>
      <pc:sldChg chg="del">
        <pc:chgData name="JONATHAN GABRIEL LOOR BAUTISTA" userId="4234489a-f210-4949-b3ca-adca1d814dab" providerId="ADAL" clId="{CA9E5BA9-EB2F-4B98-BE29-D96613308550}" dt="2025-04-27T23:15:29.096" v="67" actId="47"/>
        <pc:sldMkLst>
          <pc:docMk/>
          <pc:sldMk cId="2227686819" sldId="283"/>
        </pc:sldMkLst>
      </pc:sldChg>
      <pc:sldChg chg="del">
        <pc:chgData name="JONATHAN GABRIEL LOOR BAUTISTA" userId="4234489a-f210-4949-b3ca-adca1d814dab" providerId="ADAL" clId="{CA9E5BA9-EB2F-4B98-BE29-D96613308550}" dt="2025-04-27T23:15:29.530" v="68" actId="47"/>
        <pc:sldMkLst>
          <pc:docMk/>
          <pc:sldMk cId="3192749992" sldId="284"/>
        </pc:sldMkLst>
      </pc:sldChg>
      <pc:sldChg chg="del">
        <pc:chgData name="JONATHAN GABRIEL LOOR BAUTISTA" userId="4234489a-f210-4949-b3ca-adca1d814dab" providerId="ADAL" clId="{CA9E5BA9-EB2F-4B98-BE29-D96613308550}" dt="2025-04-27T23:15:36.943" v="69" actId="47"/>
        <pc:sldMkLst>
          <pc:docMk/>
          <pc:sldMk cId="3922002190" sldId="285"/>
        </pc:sldMkLst>
      </pc:sldChg>
      <pc:sldChg chg="del">
        <pc:chgData name="JONATHAN GABRIEL LOOR BAUTISTA" userId="4234489a-f210-4949-b3ca-adca1d814dab" providerId="ADAL" clId="{CA9E5BA9-EB2F-4B98-BE29-D96613308550}" dt="2025-04-27T23:15:39.243" v="70" actId="47"/>
        <pc:sldMkLst>
          <pc:docMk/>
          <pc:sldMk cId="684473735" sldId="286"/>
        </pc:sldMkLst>
      </pc:sldChg>
      <pc:sldChg chg="addSp delSp modSp mod">
        <pc:chgData name="JONATHAN GABRIEL LOOR BAUTISTA" userId="4234489a-f210-4949-b3ca-adca1d814dab" providerId="ADAL" clId="{CA9E5BA9-EB2F-4B98-BE29-D96613308550}" dt="2025-04-27T23:32:33.413" v="145" actId="14100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CA9E5BA9-EB2F-4B98-BE29-D96613308550}" dt="2025-04-27T23:36:59.234" v="189" actId="47"/>
        <pc:sldMkLst>
          <pc:docMk/>
          <pc:sldMk cId="3681866873" sldId="288"/>
        </pc:sldMkLst>
      </pc:sldChg>
      <pc:sldChg chg="del">
        <pc:chgData name="JONATHAN GABRIEL LOOR BAUTISTA" userId="4234489a-f210-4949-b3ca-adca1d814dab" providerId="ADAL" clId="{CA9E5BA9-EB2F-4B98-BE29-D96613308550}" dt="2025-04-27T23:36:58.964" v="188" actId="47"/>
        <pc:sldMkLst>
          <pc:docMk/>
          <pc:sldMk cId="3440852824" sldId="289"/>
        </pc:sldMkLst>
      </pc:sldChg>
      <pc:sldChg chg="del">
        <pc:chgData name="JONATHAN GABRIEL LOOR BAUTISTA" userId="4234489a-f210-4949-b3ca-adca1d814dab" providerId="ADAL" clId="{CA9E5BA9-EB2F-4B98-BE29-D96613308550}" dt="2025-04-27T23:15:16.313" v="63" actId="47"/>
        <pc:sldMkLst>
          <pc:docMk/>
          <pc:sldMk cId="705843136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36:31.372" v="187" actId="20577"/>
        <pc:sldMkLst>
          <pc:docMk/>
          <pc:sldMk cId="4262102034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47:28.476" v="330" actId="14100"/>
        <pc:sldMkLst>
          <pc:docMk/>
          <pc:sldMk cId="3917552893" sldId="291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0:55:01.767" v="401" actId="14100"/>
        <pc:sldMkLst>
          <pc:docMk/>
          <pc:sldMk cId="3838651608" sldId="292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1:05:50.427" v="449"/>
        <pc:sldMkLst>
          <pc:docMk/>
          <pc:sldMk cId="1660400904" sldId="293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28:40.659" v="600" actId="113"/>
        <pc:sldMkLst>
          <pc:docMk/>
          <pc:sldMk cId="675903930" sldId="294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50:39.251" v="799" actId="1076"/>
        <pc:sldMkLst>
          <pc:docMk/>
          <pc:sldMk cId="3784401589" sldId="295"/>
        </pc:sldMkLst>
      </pc:sldChg>
      <pc:sldChg chg="delSp modSp add mod">
        <pc:chgData name="JONATHAN GABRIEL LOOR BAUTISTA" userId="4234489a-f210-4949-b3ca-adca1d814dab" providerId="ADAL" clId="{CA9E5BA9-EB2F-4B98-BE29-D96613308550}" dt="2025-04-28T13:01:05.260" v="872" actId="20577"/>
        <pc:sldMkLst>
          <pc:docMk/>
          <pc:sldMk cId="3907512282" sldId="296"/>
        </pc:sldMkLst>
        <pc:spChg chg="mod">
          <ac:chgData name="JONATHAN GABRIEL LOOR BAUTISTA" userId="4234489a-f210-4949-b3ca-adca1d814dab" providerId="ADAL" clId="{CA9E5BA9-EB2F-4B98-BE29-D96613308550}" dt="2025-04-28T13:01:05.260" v="872" actId="20577"/>
          <ac:spMkLst>
            <pc:docMk/>
            <pc:sldMk cId="3907512282" sldId="296"/>
            <ac:spMk id="24578" creationId="{716F85CF-5609-22B4-622E-EC38074EBE96}"/>
          </ac:spMkLst>
        </pc:spChg>
        <pc:spChg chg="mod">
          <ac:chgData name="JONATHAN GABRIEL LOOR BAUTISTA" userId="4234489a-f210-4949-b3ca-adca1d814dab" providerId="ADAL" clId="{CA9E5BA9-EB2F-4B98-BE29-D96613308550}" dt="2025-04-28T13:00:55.011" v="861" actId="20577"/>
          <ac:spMkLst>
            <pc:docMk/>
            <pc:sldMk cId="3907512282" sldId="296"/>
            <ac:spMk id="24579" creationId="{B19FF868-FB53-C797-F2C1-D1DCA182DB2C}"/>
          </ac:spMkLst>
        </pc:spChg>
      </pc:sldChg>
      <pc:sldChg chg="modSp add mod">
        <pc:chgData name="JONATHAN GABRIEL LOOR BAUTISTA" userId="4234489a-f210-4949-b3ca-adca1d814dab" providerId="ADAL" clId="{CA9E5BA9-EB2F-4B98-BE29-D96613308550}" dt="2025-04-28T13:29:13.884" v="951" actId="20577"/>
        <pc:sldMkLst>
          <pc:docMk/>
          <pc:sldMk cId="2463088549" sldId="297"/>
        </pc:sldMkLst>
        <pc:spChg chg="mod">
          <ac:chgData name="JONATHAN GABRIEL LOOR BAUTISTA" userId="4234489a-f210-4949-b3ca-adca1d814dab" providerId="ADAL" clId="{CA9E5BA9-EB2F-4B98-BE29-D96613308550}" dt="2025-04-28T13:29:13.884" v="951" actId="20577"/>
          <ac:spMkLst>
            <pc:docMk/>
            <pc:sldMk cId="2463088549" sldId="297"/>
            <ac:spMk id="24579" creationId="{4EC47A46-34D9-22FD-9943-083AEA6E6FEC}"/>
          </ac:spMkLst>
        </pc:spChg>
      </pc:sldChg>
      <pc:sldChg chg="addSp modSp add mod">
        <pc:chgData name="JONATHAN GABRIEL LOOR BAUTISTA" userId="4234489a-f210-4949-b3ca-adca1d814dab" providerId="ADAL" clId="{CA9E5BA9-EB2F-4B98-BE29-D96613308550}" dt="2025-04-28T13:34:31.051" v="990" actId="11"/>
        <pc:sldMkLst>
          <pc:docMk/>
          <pc:sldMk cId="2176370239" sldId="298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5:09.414" v="1006" actId="1076"/>
        <pc:sldMkLst>
          <pc:docMk/>
          <pc:sldMk cId="3227574610" sldId="299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6:52.748" v="1019" actId="14100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32AE7896-BB73-4C81-9FBA-33FB8A1AB101}"/>
    <pc:docChg chg="undo custSel addSld delSld modSld sldOrd">
      <pc:chgData name="JONATHAN GABRIEL LOOR BAUTISTA" userId="4234489a-f210-4949-b3ca-adca1d814dab" providerId="ADAL" clId="{32AE7896-BB73-4C81-9FBA-33FB8A1AB101}" dt="2023-11-23T14:28:13.946" v="1621" actId="478"/>
      <pc:docMkLst>
        <pc:docMk/>
      </pc:docMkLst>
      <pc:sldChg chg="modSp mod">
        <pc:chgData name="JONATHAN GABRIEL LOOR BAUTISTA" userId="4234489a-f210-4949-b3ca-adca1d814dab" providerId="ADAL" clId="{32AE7896-BB73-4C81-9FBA-33FB8A1AB101}" dt="2023-11-16T10:26:31.716" v="4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32AE7896-BB73-4C81-9FBA-33FB8A1AB101}" dt="2023-11-16T10:43:40.636" v="45" actId="11529"/>
        <pc:sldMkLst>
          <pc:docMk/>
          <pc:sldMk cId="0" sldId="258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11:07.901" v="56" actId="1076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413283838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169708303" sldId="260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45:27.169" v="553"/>
        <pc:sldMkLst>
          <pc:docMk/>
          <pc:sldMk cId="2412575459" sldId="260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3.742" v="554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8.973" v="555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735523" sldId="263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44.973" v="556"/>
        <pc:sldMkLst>
          <pc:docMk/>
          <pc:sldMk cId="315044553" sldId="263"/>
        </pc:sldMkLst>
      </pc:sldChg>
      <pc:sldChg chg="delSp modSp add mod">
        <pc:chgData name="JONATHAN GABRIEL LOOR BAUTISTA" userId="4234489a-f210-4949-b3ca-adca1d814dab" providerId="ADAL" clId="{32AE7896-BB73-4C81-9FBA-33FB8A1AB101}" dt="2023-11-16T13:45:50.078" v="55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349323718" sldId="264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50:47.574" v="611" actId="1076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215622691" sldId="265"/>
        </pc:sldMkLst>
      </pc:sldChg>
      <pc:sldChg chg="add del">
        <pc:chgData name="JONATHAN GABRIEL LOOR BAUTISTA" userId="4234489a-f210-4949-b3ca-adca1d814dab" providerId="ADAL" clId="{32AE7896-BB73-4C81-9FBA-33FB8A1AB101}" dt="2023-11-16T13:51:28.138" v="613" actId="47"/>
        <pc:sldMkLst>
          <pc:docMk/>
          <pc:sldMk cId="1730970373" sldId="26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74877937" sldId="266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1:34.192" v="1368" actId="20577"/>
        <pc:sldMkLst>
          <pc:docMk/>
          <pc:sldMk cId="4287966700" sldId="266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4:28:13.946" v="1621" actId="478"/>
        <pc:sldMkLst>
          <pc:docMk/>
          <pc:sldMk cId="814129114" sldId="26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938569621" sldId="267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21:59.423" v="1146" actId="2085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4009423192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381898115" sldId="269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24:15.758" v="1175" actId="2085"/>
        <pc:sldMkLst>
          <pc:docMk/>
          <pc:sldMk cId="2736320437" sldId="269"/>
        </pc:sldMkLst>
      </pc:sldChg>
      <pc:sldChg chg="addSp delSp modSp add del mod">
        <pc:chgData name="JONATHAN GABRIEL LOOR BAUTISTA" userId="4234489a-f210-4949-b3ca-adca1d814dab" providerId="ADAL" clId="{32AE7896-BB73-4C81-9FBA-33FB8A1AB101}" dt="2023-11-23T13:29:28.964" v="1302" actId="47"/>
        <pc:sldMkLst>
          <pc:docMk/>
          <pc:sldMk cId="1780785426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018725871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570756419" sldId="271"/>
        </pc:sldMkLst>
      </pc:sldChg>
      <pc:sldChg chg="addSp modSp add mod">
        <pc:chgData name="JONATHAN GABRIEL LOOR BAUTISTA" userId="4234489a-f210-4949-b3ca-adca1d814dab" providerId="ADAL" clId="{32AE7896-BB73-4C81-9FBA-33FB8A1AB101}" dt="2023-11-23T13:29:16.559" v="1301" actId="2085"/>
        <pc:sldMkLst>
          <pc:docMk/>
          <pc:sldMk cId="1881090054" sldId="27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44139457" sldId="272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1:19.656" v="1353" actId="14100"/>
        <pc:sldMkLst>
          <pc:docMk/>
          <pc:sldMk cId="3429618453" sldId="27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697908801" sldId="273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5:23.430" v="1465" actId="478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7:48.930" v="1501" actId="1076"/>
        <pc:sldMkLst>
          <pc:docMk/>
          <pc:sldMk cId="1612052355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705900212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814231336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9:14.209" v="1592" actId="1076"/>
        <pc:sldMkLst>
          <pc:docMk/>
          <pc:sldMk cId="4282241318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41:13.474" v="1620" actId="1076"/>
        <pc:sldMkLst>
          <pc:docMk/>
          <pc:sldMk cId="1303374823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601994577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2759230" sldId="27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793826596" sldId="27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56721952" sldId="27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436423708" sldId="28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81675788" sldId="28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03404091" sldId="28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789636396" sldId="283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87166112" sldId="284"/>
        </pc:sldMkLst>
      </pc:sldChg>
    </pc:docChg>
  </pc:docChgLst>
  <pc:docChgLst>
    <pc:chgData name="JONATHAN GABRIEL LOOR BAUTISTA" userId="4234489a-f210-4949-b3ca-adca1d814dab" providerId="ADAL" clId="{60CD1451-DAD3-4FF9-A968-D022F46CA1C2}"/>
    <pc:docChg chg="modSld">
      <pc:chgData name="JONATHAN GABRIEL LOOR BAUTISTA" userId="4234489a-f210-4949-b3ca-adca1d814dab" providerId="ADAL" clId="{60CD1451-DAD3-4FF9-A968-D022F46CA1C2}" dt="2022-11-11T20:16:04.902" v="15" actId="1076"/>
      <pc:docMkLst>
        <pc:docMk/>
      </pc:docMkLst>
      <pc:sldChg chg="modSp mod">
        <pc:chgData name="JONATHAN GABRIEL LOOR BAUTISTA" userId="4234489a-f210-4949-b3ca-adca1d814dab" providerId="ADAL" clId="{60CD1451-DAD3-4FF9-A968-D022F46CA1C2}" dt="2022-11-11T18:42:02.287" v="2" actId="114"/>
        <pc:sldMkLst>
          <pc:docMk/>
          <pc:sldMk cId="2453666722" sldId="271"/>
        </pc:sldMkLst>
      </pc:sldChg>
      <pc:sldChg chg="modSp mod">
        <pc:chgData name="JONATHAN GABRIEL LOOR BAUTISTA" userId="4234489a-f210-4949-b3ca-adca1d814dab" providerId="ADAL" clId="{60CD1451-DAD3-4FF9-A968-D022F46CA1C2}" dt="2022-11-11T18:48:14.907" v="12" actId="1076"/>
        <pc:sldMkLst>
          <pc:docMk/>
          <pc:sldMk cId="1911223544" sldId="280"/>
        </pc:sldMkLst>
      </pc:sldChg>
      <pc:sldChg chg="modSp mod">
        <pc:chgData name="JONATHAN GABRIEL LOOR BAUTISTA" userId="4234489a-f210-4949-b3ca-adca1d814dab" providerId="ADAL" clId="{60CD1451-DAD3-4FF9-A968-D022F46CA1C2}" dt="2022-11-11T20:16:04.902" v="15" actId="107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060DDFA7-0ED1-4434-A690-0E20AEBE99A7}"/>
    <pc:docChg chg="undo custSel addSld delSld modSld sldOrd modMainMaster">
      <pc:chgData name="JONATHAN GABRIEL LOOR BAUTISTA" userId="4234489a-f210-4949-b3ca-adca1d814dab" providerId="ADAL" clId="{060DDFA7-0ED1-4434-A690-0E20AEBE99A7}" dt="2023-10-31T14:15:58.986" v="582" actId="20577"/>
      <pc:docMkLst>
        <pc:docMk/>
      </pc:docMkLst>
      <pc:sldChg chg="modSp mod">
        <pc:chgData name="JONATHAN GABRIEL LOOR BAUTISTA" userId="4234489a-f210-4949-b3ca-adca1d814dab" providerId="ADAL" clId="{060DDFA7-0ED1-4434-A690-0E20AEBE99A7}" dt="2023-10-30T21:09:57.255" v="203" actId="14100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060DDFA7-0ED1-4434-A690-0E20AEBE99A7}" dt="2023-10-30T21:06:17.258" v="130" actId="47"/>
        <pc:sldMkLst>
          <pc:docMk/>
          <pc:sldMk cId="0" sldId="257"/>
        </pc:sldMkLst>
      </pc:sldChg>
      <pc:sldChg chg="addSp delSp modSp mod setBg">
        <pc:chgData name="JONATHAN GABRIEL LOOR BAUTISTA" userId="4234489a-f210-4949-b3ca-adca1d814dab" providerId="ADAL" clId="{060DDFA7-0ED1-4434-A690-0E20AEBE99A7}" dt="2023-10-31T14:11:53.464" v="513" actId="1076"/>
        <pc:sldMkLst>
          <pc:docMk/>
          <pc:sldMk cId="0" sldId="258"/>
        </pc:sldMkLst>
      </pc:sldChg>
      <pc:sldChg chg="addSp modSp add mod">
        <pc:chgData name="JONATHAN GABRIEL LOOR BAUTISTA" userId="4234489a-f210-4949-b3ca-adca1d814dab" providerId="ADAL" clId="{060DDFA7-0ED1-4434-A690-0E20AEBE99A7}" dt="2023-10-31T14:07:01.113" v="488" actId="20577"/>
        <pc:sldMkLst>
          <pc:docMk/>
          <pc:sldMk cId="365126346" sldId="259"/>
        </pc:sldMkLst>
      </pc:sldChg>
      <pc:sldChg chg="addSp delSp modSp add del mod ord">
        <pc:chgData name="JONATHAN GABRIEL LOOR BAUTISTA" userId="4234489a-f210-4949-b3ca-adca1d814dab" providerId="ADAL" clId="{060DDFA7-0ED1-4434-A690-0E20AEBE99A7}" dt="2023-10-31T14:06:12.179" v="424" actId="20577"/>
        <pc:sldMkLst>
          <pc:docMk/>
          <pc:sldMk cId="2494341450" sldId="260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15:07.912" v="528" actId="1076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4:07.335" v="388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9:41.552" v="399" actId="1076"/>
        <pc:sldMkLst>
          <pc:docMk/>
          <pc:sldMk cId="3749474826" sldId="263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1:12.512" v="406" actId="1076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2:25.713" v="411" actId="1076"/>
        <pc:sldMkLst>
          <pc:docMk/>
          <pc:sldMk cId="3972352135" sldId="265"/>
        </pc:sldMkLst>
      </pc:sldChg>
      <pc:sldChg chg="modSp add mod">
        <pc:chgData name="JONATHAN GABRIEL LOOR BAUTISTA" userId="4234489a-f210-4949-b3ca-adca1d814dab" providerId="ADAL" clId="{060DDFA7-0ED1-4434-A690-0E20AEBE99A7}" dt="2023-10-31T14:15:58.986" v="582" actId="20577"/>
        <pc:sldMkLst>
          <pc:docMk/>
          <pc:sldMk cId="628235030" sldId="266"/>
        </pc:sldMkLst>
      </pc:sldChg>
      <pc:sldChg chg="del">
        <pc:chgData name="JONATHAN GABRIEL LOOR BAUTISTA" userId="4234489a-f210-4949-b3ca-adca1d814dab" providerId="ADAL" clId="{060DDFA7-0ED1-4434-A690-0E20AEBE99A7}" dt="2023-10-30T21:06:59.256" v="136" actId="47"/>
        <pc:sldMkLst>
          <pc:docMk/>
          <pc:sldMk cId="3148635589" sldId="270"/>
        </pc:sldMkLst>
      </pc:sldChg>
      <pc:sldChg chg="del">
        <pc:chgData name="JONATHAN GABRIEL LOOR BAUTISTA" userId="4234489a-f210-4949-b3ca-adca1d814dab" providerId="ADAL" clId="{060DDFA7-0ED1-4434-A690-0E20AEBE99A7}" dt="2023-10-30T21:06:59.386" v="137" actId="47"/>
        <pc:sldMkLst>
          <pc:docMk/>
          <pc:sldMk cId="2453666722" sldId="271"/>
        </pc:sldMkLst>
      </pc:sldChg>
      <pc:sldChg chg="del">
        <pc:chgData name="JONATHAN GABRIEL LOOR BAUTISTA" userId="4234489a-f210-4949-b3ca-adca1d814dab" providerId="ADAL" clId="{060DDFA7-0ED1-4434-A690-0E20AEBE99A7}" dt="2023-10-30T21:06:59.863" v="140" actId="47"/>
        <pc:sldMkLst>
          <pc:docMk/>
          <pc:sldMk cId="3274624831" sldId="272"/>
        </pc:sldMkLst>
      </pc:sldChg>
      <pc:sldChg chg="del">
        <pc:chgData name="JONATHAN GABRIEL LOOR BAUTISTA" userId="4234489a-f210-4949-b3ca-adca1d814dab" providerId="ADAL" clId="{060DDFA7-0ED1-4434-A690-0E20AEBE99A7}" dt="2023-10-30T21:06:57.871" v="133" actId="47"/>
        <pc:sldMkLst>
          <pc:docMk/>
          <pc:sldMk cId="2752778094" sldId="273"/>
        </pc:sldMkLst>
      </pc:sldChg>
      <pc:sldChg chg="del">
        <pc:chgData name="JONATHAN GABRIEL LOOR BAUTISTA" userId="4234489a-f210-4949-b3ca-adca1d814dab" providerId="ADAL" clId="{060DDFA7-0ED1-4434-A690-0E20AEBE99A7}" dt="2023-10-30T21:06:58.785" v="134" actId="47"/>
        <pc:sldMkLst>
          <pc:docMk/>
          <pc:sldMk cId="1191621404" sldId="274"/>
        </pc:sldMkLst>
      </pc:sldChg>
      <pc:sldChg chg="del">
        <pc:chgData name="JONATHAN GABRIEL LOOR BAUTISTA" userId="4234489a-f210-4949-b3ca-adca1d814dab" providerId="ADAL" clId="{060DDFA7-0ED1-4434-A690-0E20AEBE99A7}" dt="2023-10-30T21:06:59.051" v="135" actId="47"/>
        <pc:sldMkLst>
          <pc:docMk/>
          <pc:sldMk cId="1408870596" sldId="275"/>
        </pc:sldMkLst>
      </pc:sldChg>
      <pc:sldChg chg="del">
        <pc:chgData name="JONATHAN GABRIEL LOOR BAUTISTA" userId="4234489a-f210-4949-b3ca-adca1d814dab" providerId="ADAL" clId="{060DDFA7-0ED1-4434-A690-0E20AEBE99A7}" dt="2023-10-30T21:06:59.568" v="138" actId="47"/>
        <pc:sldMkLst>
          <pc:docMk/>
          <pc:sldMk cId="2004126196" sldId="276"/>
        </pc:sldMkLst>
      </pc:sldChg>
      <pc:sldChg chg="del">
        <pc:chgData name="JONATHAN GABRIEL LOOR BAUTISTA" userId="4234489a-f210-4949-b3ca-adca1d814dab" providerId="ADAL" clId="{060DDFA7-0ED1-4434-A690-0E20AEBE99A7}" dt="2023-10-30T21:06:59.728" v="139" actId="47"/>
        <pc:sldMkLst>
          <pc:docMk/>
          <pc:sldMk cId="2374801582" sldId="277"/>
        </pc:sldMkLst>
      </pc:sldChg>
      <pc:sldChg chg="del">
        <pc:chgData name="JONATHAN GABRIEL LOOR BAUTISTA" userId="4234489a-f210-4949-b3ca-adca1d814dab" providerId="ADAL" clId="{060DDFA7-0ED1-4434-A690-0E20AEBE99A7}" dt="2023-10-30T21:06:59.999" v="141" actId="47"/>
        <pc:sldMkLst>
          <pc:docMk/>
          <pc:sldMk cId="1796450385" sldId="278"/>
        </pc:sldMkLst>
      </pc:sldChg>
      <pc:sldChg chg="del">
        <pc:chgData name="JONATHAN GABRIEL LOOR BAUTISTA" userId="4234489a-f210-4949-b3ca-adca1d814dab" providerId="ADAL" clId="{060DDFA7-0ED1-4434-A690-0E20AEBE99A7}" dt="2023-10-30T21:06:19.264" v="131" actId="47"/>
        <pc:sldMkLst>
          <pc:docMk/>
          <pc:sldMk cId="1137748348" sldId="279"/>
        </pc:sldMkLst>
      </pc:sldChg>
      <pc:sldChg chg="del">
        <pc:chgData name="JONATHAN GABRIEL LOOR BAUTISTA" userId="4234489a-f210-4949-b3ca-adca1d814dab" providerId="ADAL" clId="{060DDFA7-0ED1-4434-A690-0E20AEBE99A7}" dt="2023-10-30T21:07:00.132" v="142" actId="47"/>
        <pc:sldMkLst>
          <pc:docMk/>
          <pc:sldMk cId="1911223544" sldId="280"/>
        </pc:sldMkLst>
      </pc:sldChg>
      <pc:sldChg chg="del">
        <pc:chgData name="JONATHAN GABRIEL LOOR BAUTISTA" userId="4234489a-f210-4949-b3ca-adca1d814dab" providerId="ADAL" clId="{060DDFA7-0ED1-4434-A690-0E20AEBE99A7}" dt="2023-10-30T21:07:00.455" v="143" actId="47"/>
        <pc:sldMkLst>
          <pc:docMk/>
          <pc:sldMk cId="1419791792" sldId="282"/>
        </pc:sldMkLst>
      </pc:sldChg>
      <pc:sldChg chg="del">
        <pc:chgData name="JONATHAN GABRIEL LOOR BAUTISTA" userId="4234489a-f210-4949-b3ca-adca1d814dab" providerId="ADAL" clId="{060DDFA7-0ED1-4434-A690-0E20AEBE99A7}" dt="2023-10-30T21:07:00.550" v="144" actId="47"/>
        <pc:sldMkLst>
          <pc:docMk/>
          <pc:sldMk cId="1650563039" sldId="283"/>
        </pc:sldMkLst>
      </pc:sldChg>
      <pc:sldChg chg="del">
        <pc:chgData name="JONATHAN GABRIEL LOOR BAUTISTA" userId="4234489a-f210-4949-b3ca-adca1d814dab" providerId="ADAL" clId="{060DDFA7-0ED1-4434-A690-0E20AEBE99A7}" dt="2023-10-30T21:07:00.919" v="145" actId="47"/>
        <pc:sldMkLst>
          <pc:docMk/>
          <pc:sldMk cId="347908706" sldId="284"/>
        </pc:sldMkLst>
      </pc:sldChg>
      <pc:sldChg chg="del">
        <pc:chgData name="JONATHAN GABRIEL LOOR BAUTISTA" userId="4234489a-f210-4949-b3ca-adca1d814dab" providerId="ADAL" clId="{060DDFA7-0ED1-4434-A690-0E20AEBE99A7}" dt="2023-10-30T21:07:03.741" v="147" actId="47"/>
        <pc:sldMkLst>
          <pc:docMk/>
          <pc:sldMk cId="3849679617" sldId="285"/>
        </pc:sldMkLst>
      </pc:sldChg>
      <pc:sldChg chg="del">
        <pc:chgData name="JONATHAN GABRIEL LOOR BAUTISTA" userId="4234489a-f210-4949-b3ca-adca1d814dab" providerId="ADAL" clId="{060DDFA7-0ED1-4434-A690-0E20AEBE99A7}" dt="2023-10-30T21:07:01.725" v="146" actId="47"/>
        <pc:sldMkLst>
          <pc:docMk/>
          <pc:sldMk cId="627336759" sldId="286"/>
        </pc:sldMkLst>
      </pc:sldChg>
      <pc:sldChg chg="del">
        <pc:chgData name="JONATHAN GABRIEL LOOR BAUTISTA" userId="4234489a-f210-4949-b3ca-adca1d814dab" providerId="ADAL" clId="{060DDFA7-0ED1-4434-A690-0E20AEBE99A7}" dt="2023-10-30T21:06:51.513" v="132" actId="47"/>
        <pc:sldMkLst>
          <pc:docMk/>
          <pc:sldMk cId="3899911817" sldId="287"/>
        </pc:sldMkLst>
      </pc:sldChg>
      <pc:sldMasterChg chg="modSp modSldLayout">
        <pc:chgData name="JONATHAN GABRIEL LOOR BAUTISTA" userId="4234489a-f210-4949-b3ca-adca1d814dab" providerId="ADAL" clId="{060DDFA7-0ED1-4434-A690-0E20AEBE99A7}" dt="2023-10-30T21:08:33.515" v="186"/>
        <pc:sldMasterMkLst>
          <pc:docMk/>
          <pc:sldMasterMk cId="0" sldId="2147483648"/>
        </pc:sldMasterMkLst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3939597044" sldId="2147483649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48047980" sldId="2147483651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2119514795" sldId="2147483652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050028034" sldId="2147483653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38817288" sldId="2147483656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1447904796" sldId="2147483657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81004487" sldId="2147483659"/>
          </pc:sldLayoutMkLst>
        </pc:sldLayoutChg>
      </pc:sldMasterChg>
    </pc:docChg>
  </pc:docChgLst>
  <pc:docChgLst>
    <pc:chgData name="JONATHAN GABRIEL LOOR BAUTISTA" userId="4234489a-f210-4949-b3ca-adca1d814dab" providerId="ADAL" clId="{331DE3F3-B272-46BB-BC05-336C21B73F45}"/>
    <pc:docChg chg="delSld">
      <pc:chgData name="JONATHAN GABRIEL LOOR BAUTISTA" userId="4234489a-f210-4949-b3ca-adca1d814dab" providerId="ADAL" clId="{331DE3F3-B272-46BB-BC05-336C21B73F45}" dt="2024-06-21T16:59:27.027" v="0" actId="47"/>
      <pc:docMkLst>
        <pc:docMk/>
      </pc:docMkLst>
      <pc:sldChg chg="del">
        <pc:chgData name="JONATHAN GABRIEL LOOR BAUTISTA" userId="4234489a-f210-4949-b3ca-adca1d814dab" providerId="ADAL" clId="{331DE3F3-B272-46BB-BC05-336C21B73F45}" dt="2024-06-21T16:59:27.027" v="0" actId="47"/>
        <pc:sldMkLst>
          <pc:docMk/>
          <pc:sldMk cId="1579677953" sldId="274"/>
        </pc:sldMkLst>
      </pc:sldChg>
    </pc:docChg>
  </pc:docChgLst>
  <pc:docChgLst>
    <pc:chgData name="JONATHAN GABRIEL LOOR BAUTISTA" userId="4234489a-f210-4949-b3ca-adca1d814dab" providerId="ADAL" clId="{03F51541-2227-4C66-877D-186E6B433BCC}"/>
    <pc:docChg chg="undo redo custSel addSld delSld modSld">
      <pc:chgData name="JONATHAN GABRIEL LOOR BAUTISTA" userId="4234489a-f210-4949-b3ca-adca1d814dab" providerId="ADAL" clId="{03F51541-2227-4C66-877D-186E6B433BCC}" dt="2025-01-17T12:37:29.121" v="1168" actId="20577"/>
      <pc:docMkLst>
        <pc:docMk/>
      </pc:docMkLst>
      <pc:sldChg chg="modSp mod">
        <pc:chgData name="JONATHAN GABRIEL LOOR BAUTISTA" userId="4234489a-f210-4949-b3ca-adca1d814dab" providerId="ADAL" clId="{03F51541-2227-4C66-877D-186E6B433BCC}" dt="2025-01-10T13:01:49.829" v="106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03F51541-2227-4C66-877D-186E6B433BCC}" dt="2025-01-10T13:05:09.988" v="242" actId="1076"/>
        <pc:sldMkLst>
          <pc:docMk/>
          <pc:sldMk cId="445900017" sldId="272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3:07:10.006" v="274" actId="1076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3F51541-2227-4C66-877D-186E6B433BCC}" dt="2025-01-10T13:02:04.983" v="120" actId="47"/>
        <pc:sldMkLst>
          <pc:docMk/>
          <pc:sldMk cId="4133258574" sldId="273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4:06.734" v="286" actId="1076"/>
        <pc:sldMkLst>
          <pc:docMk/>
          <pc:sldMk cId="416056654" sldId="274"/>
        </pc:sldMkLst>
      </pc:sldChg>
      <pc:sldChg chg="add del setBg">
        <pc:chgData name="JONATHAN GABRIEL LOOR BAUTISTA" userId="4234489a-f210-4949-b3ca-adca1d814dab" providerId="ADAL" clId="{03F51541-2227-4C66-877D-186E6B433BCC}" dt="2025-01-10T14:03:31.177" v="276" actId="47"/>
        <pc:sldMkLst>
          <pc:docMk/>
          <pc:sldMk cId="3764557972" sldId="274"/>
        </pc:sldMkLst>
      </pc:sldChg>
      <pc:sldChg chg="add">
        <pc:chgData name="JONATHAN GABRIEL LOOR BAUTISTA" userId="4234489a-f210-4949-b3ca-adca1d814dab" providerId="ADAL" clId="{03F51541-2227-4C66-877D-186E6B433BCC}" dt="2025-01-10T14:04:12.567" v="287" actId="2890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3F51541-2227-4C66-877D-186E6B433BCC}" dt="2025-01-10T13:02:01.843" v="119" actId="47"/>
        <pc:sldMkLst>
          <pc:docMk/>
          <pc:sldMk cId="2704981625" sldId="275"/>
        </pc:sldMkLst>
      </pc:sldChg>
      <pc:sldChg chg="del">
        <pc:chgData name="JONATHAN GABRIEL LOOR BAUTISTA" userId="4234489a-f210-4949-b3ca-adca1d814dab" providerId="ADAL" clId="{03F51541-2227-4C66-877D-186E6B433BCC}" dt="2025-01-10T13:02:01.703" v="118" actId="47"/>
        <pc:sldMkLst>
          <pc:docMk/>
          <pc:sldMk cId="1243469074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5:09.970" v="301" actId="1076"/>
        <pc:sldMkLst>
          <pc:docMk/>
          <pc:sldMk cId="2030638201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6:13.402" v="328" actId="14100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3F51541-2227-4C66-877D-186E6B433BCC}" dt="2025-01-10T13:02:01.418" v="117" actId="47"/>
        <pc:sldMkLst>
          <pc:docMk/>
          <pc:sldMk cId="4164239669" sldId="277"/>
        </pc:sldMkLst>
      </pc:sldChg>
      <pc:sldChg chg="del">
        <pc:chgData name="JONATHAN GABRIEL LOOR BAUTISTA" userId="4234489a-f210-4949-b3ca-adca1d814dab" providerId="ADAL" clId="{03F51541-2227-4C66-877D-186E6B433BCC}" dt="2025-01-10T13:02:01.279" v="116" actId="47"/>
        <pc:sldMkLst>
          <pc:docMk/>
          <pc:sldMk cId="1902898404" sldId="278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26:01.099" v="381" actId="1076"/>
        <pc:sldMkLst>
          <pc:docMk/>
          <pc:sldMk cId="3978225186" sldId="278"/>
        </pc:sldMkLst>
      </pc:sldChg>
      <pc:sldChg chg="delSp modSp add mod">
        <pc:chgData name="JONATHAN GABRIEL LOOR BAUTISTA" userId="4234489a-f210-4949-b3ca-adca1d814dab" providerId="ADAL" clId="{03F51541-2227-4C66-877D-186E6B433BCC}" dt="2025-01-17T12:37:16.857" v="1156" actId="20577"/>
        <pc:sldMkLst>
          <pc:docMk/>
          <pc:sldMk cId="3324638368" sldId="279"/>
        </pc:sldMkLst>
      </pc:sldChg>
      <pc:sldChg chg="del">
        <pc:chgData name="JONATHAN GABRIEL LOOR BAUTISTA" userId="4234489a-f210-4949-b3ca-adca1d814dab" providerId="ADAL" clId="{03F51541-2227-4C66-877D-186E6B433BCC}" dt="2025-01-10T13:02:01.165" v="115" actId="47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03F51541-2227-4C66-877D-186E6B433BCC}" dt="2025-01-10T13:02:00.968" v="114" actId="47"/>
        <pc:sldMkLst>
          <pc:docMk/>
          <pc:sldMk cId="930664112" sldId="280"/>
        </pc:sldMkLst>
      </pc:sldChg>
      <pc:sldChg chg="modSp add mod">
        <pc:chgData name="JONATHAN GABRIEL LOOR BAUTISTA" userId="4234489a-f210-4949-b3ca-adca1d814dab" providerId="ADAL" clId="{03F51541-2227-4C66-877D-186E6B433BCC}" dt="2025-01-17T12:37:24.164" v="1164" actId="2057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03F51541-2227-4C66-877D-186E6B433BCC}" dt="2025-01-10T13:02:00.533" v="113" actId="47"/>
        <pc:sldMkLst>
          <pc:docMk/>
          <pc:sldMk cId="118533800" sldId="281"/>
        </pc:sldMkLst>
      </pc:sldChg>
      <pc:sldChg chg="modSp add mod">
        <pc:chgData name="JONATHAN GABRIEL LOOR BAUTISTA" userId="4234489a-f210-4949-b3ca-adca1d814dab" providerId="ADAL" clId="{03F51541-2227-4C66-877D-186E6B433BCC}" dt="2025-01-17T12:37:29.121" v="1168" actId="2057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03F51541-2227-4C66-877D-186E6B433BCC}" dt="2025-01-10T13:02:00.403" v="112" actId="47"/>
        <pc:sldMkLst>
          <pc:docMk/>
          <pc:sldMk cId="3860355998" sldId="282"/>
        </pc:sldMkLst>
      </pc:sldChg>
      <pc:sldChg chg="del">
        <pc:chgData name="JONATHAN GABRIEL LOOR BAUTISTA" userId="4234489a-f210-4949-b3ca-adca1d814dab" providerId="ADAL" clId="{03F51541-2227-4C66-877D-186E6B433BCC}" dt="2025-01-10T13:02:00.305" v="111" actId="47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03F51541-2227-4C66-877D-186E6B433BCC}" dt="2025-01-10T13:02:00.165" v="110" actId="47"/>
        <pc:sldMkLst>
          <pc:docMk/>
          <pc:sldMk cId="3796690466" sldId="285"/>
        </pc:sldMkLst>
      </pc:sldChg>
      <pc:sldChg chg="del">
        <pc:chgData name="JONATHAN GABRIEL LOOR BAUTISTA" userId="4234489a-f210-4949-b3ca-adca1d814dab" providerId="ADAL" clId="{03F51541-2227-4C66-877D-186E6B433BCC}" dt="2025-01-10T13:02:00.025" v="109" actId="47"/>
        <pc:sldMkLst>
          <pc:docMk/>
          <pc:sldMk cId="3119478525" sldId="286"/>
        </pc:sldMkLst>
      </pc:sldChg>
      <pc:sldChg chg="del">
        <pc:chgData name="JONATHAN GABRIEL LOOR BAUTISTA" userId="4234489a-f210-4949-b3ca-adca1d814dab" providerId="ADAL" clId="{03F51541-2227-4C66-877D-186E6B433BCC}" dt="2025-01-10T13:01:59.741" v="107" actId="47"/>
        <pc:sldMkLst>
          <pc:docMk/>
          <pc:sldMk cId="1109680319" sldId="288"/>
        </pc:sldMkLst>
      </pc:sldChg>
      <pc:sldChg chg="del">
        <pc:chgData name="JONATHAN GABRIEL LOOR BAUTISTA" userId="4234489a-f210-4949-b3ca-adca1d814dab" providerId="ADAL" clId="{03F51541-2227-4C66-877D-186E6B433BCC}" dt="2025-01-10T13:01:59.901" v="108" actId="47"/>
        <pc:sldMkLst>
          <pc:docMk/>
          <pc:sldMk cId="1431093033" sldId="289"/>
        </pc:sldMkLst>
      </pc:sldChg>
    </pc:docChg>
  </pc:docChgLst>
  <pc:docChgLst>
    <pc:chgData name="JONATHAN GABRIEL LOOR BAUTISTA" userId="4234489a-f210-4949-b3ca-adca1d814dab" providerId="ADAL" clId="{BA8EB4E2-FDE7-4337-9248-AAF736D812BE}"/>
    <pc:docChg chg="undo redo custSel addSld delSld modSld sldOrd">
      <pc:chgData name="JONATHAN GABRIEL LOOR BAUTISTA" userId="4234489a-f210-4949-b3ca-adca1d814dab" providerId="ADAL" clId="{BA8EB4E2-FDE7-4337-9248-AAF736D812BE}" dt="2024-01-10T21:09:39.560" v="1076" actId="9405"/>
      <pc:docMkLst>
        <pc:docMk/>
      </pc:docMkLst>
      <pc:sldChg chg="modSp mod">
        <pc:chgData name="JONATHAN GABRIEL LOOR BAUTISTA" userId="4234489a-f210-4949-b3ca-adca1d814dab" providerId="ADAL" clId="{BA8EB4E2-FDE7-4337-9248-AAF736D812BE}" dt="2024-01-10T19:27:20.241" v="70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BA8EB4E2-FDE7-4337-9248-AAF736D812BE}" dt="2024-01-10T19:35:28.991" v="159" actId="732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BA8EB4E2-FDE7-4337-9248-AAF736D812BE}" dt="2024-01-10T19:27:25.954" v="82" actId="47"/>
        <pc:sldMkLst>
          <pc:docMk/>
          <pc:sldMk cId="3479178164" sldId="273"/>
        </pc:sldMkLst>
      </pc:sldChg>
      <pc:sldChg chg="delSp modSp add mod ord">
        <pc:chgData name="JONATHAN GABRIEL LOOR BAUTISTA" userId="4234489a-f210-4949-b3ca-adca1d814dab" providerId="ADAL" clId="{BA8EB4E2-FDE7-4337-9248-AAF736D812BE}" dt="2024-01-10T19:30:47.392" v="121"/>
        <pc:sldMkLst>
          <pc:docMk/>
          <pc:sldMk cId="4133258574" sldId="273"/>
        </pc:sldMkLst>
      </pc:sldChg>
      <pc:sldChg chg="del">
        <pc:chgData name="JONATHAN GABRIEL LOOR BAUTISTA" userId="4234489a-f210-4949-b3ca-adca1d814dab" providerId="ADAL" clId="{BA8EB4E2-FDE7-4337-9248-AAF736D812BE}" dt="2024-01-10T19:27:25.450" v="81" actId="47"/>
        <pc:sldMkLst>
          <pc:docMk/>
          <pc:sldMk cId="329500094" sldId="274"/>
        </pc:sldMkLst>
      </pc:sldChg>
      <pc:sldChg chg="add">
        <pc:chgData name="JONATHAN GABRIEL LOOR BAUTISTA" userId="4234489a-f210-4949-b3ca-adca1d814dab" providerId="ADAL" clId="{BA8EB4E2-FDE7-4337-9248-AAF736D812BE}" dt="2024-01-10T19:35:33.088" v="160" actId="2890"/>
        <pc:sldMkLst>
          <pc:docMk/>
          <pc:sldMk cId="1579677953" sldId="274"/>
        </pc:sldMkLst>
      </pc:sldChg>
      <pc:sldChg chg="del">
        <pc:chgData name="JONATHAN GABRIEL LOOR BAUTISTA" userId="4234489a-f210-4949-b3ca-adca1d814dab" providerId="ADAL" clId="{BA8EB4E2-FDE7-4337-9248-AAF736D812BE}" dt="2024-01-10T19:27:24.977" v="79" actId="47"/>
        <pc:sldMkLst>
          <pc:docMk/>
          <pc:sldMk cId="1990230209" sldId="275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40:35.722" v="205" actId="20577"/>
        <pc:sldMkLst>
          <pc:docMk/>
          <pc:sldMk cId="2704981625" sldId="275"/>
        </pc:sldMkLst>
      </pc:sldChg>
      <pc:sldChg chg="delSp modSp add mod">
        <pc:chgData name="JONATHAN GABRIEL LOOR BAUTISTA" userId="4234489a-f210-4949-b3ca-adca1d814dab" providerId="ADAL" clId="{BA8EB4E2-FDE7-4337-9248-AAF736D812BE}" dt="2024-01-10T19:41:21.100" v="225"/>
        <pc:sldMkLst>
          <pc:docMk/>
          <pc:sldMk cId="1243469074" sldId="276"/>
        </pc:sldMkLst>
      </pc:sldChg>
      <pc:sldChg chg="del">
        <pc:chgData name="JONATHAN GABRIEL LOOR BAUTISTA" userId="4234489a-f210-4949-b3ca-adca1d814dab" providerId="ADAL" clId="{BA8EB4E2-FDE7-4337-9248-AAF736D812BE}" dt="2024-01-10T19:27:24.845" v="78" actId="47"/>
        <pc:sldMkLst>
          <pc:docMk/>
          <pc:sldMk cId="3116047295" sldId="276"/>
        </pc:sldMkLst>
      </pc:sldChg>
      <pc:sldChg chg="del">
        <pc:chgData name="JONATHAN GABRIEL LOOR BAUTISTA" userId="4234489a-f210-4949-b3ca-adca1d814dab" providerId="ADAL" clId="{BA8EB4E2-FDE7-4337-9248-AAF736D812BE}" dt="2024-01-10T19:27:24.341" v="74" actId="47"/>
        <pc:sldMkLst>
          <pc:docMk/>
          <pc:sldMk cId="283829873" sldId="277"/>
        </pc:sldMkLst>
      </pc:sldChg>
      <pc:sldChg chg="addSp modSp add mod">
        <pc:chgData name="JONATHAN GABRIEL LOOR BAUTISTA" userId="4234489a-f210-4949-b3ca-adca1d814dab" providerId="ADAL" clId="{BA8EB4E2-FDE7-4337-9248-AAF736D812BE}" dt="2024-01-10T19:41:58.374" v="231" actId="1076"/>
        <pc:sldMkLst>
          <pc:docMk/>
          <pc:sldMk cId="4164239669" sldId="277"/>
        </pc:sldMkLst>
      </pc:sldChg>
      <pc:sldChg chg="delSp modSp add mod">
        <pc:chgData name="JONATHAN GABRIEL LOOR BAUTISTA" userId="4234489a-f210-4949-b3ca-adca1d814dab" providerId="ADAL" clId="{BA8EB4E2-FDE7-4337-9248-AAF736D812BE}" dt="2024-01-10T19:45:07.634" v="256" actId="20577"/>
        <pc:sldMkLst>
          <pc:docMk/>
          <pc:sldMk cId="1902898404" sldId="278"/>
        </pc:sldMkLst>
      </pc:sldChg>
      <pc:sldChg chg="del">
        <pc:chgData name="JONATHAN GABRIEL LOOR BAUTISTA" userId="4234489a-f210-4949-b3ca-adca1d814dab" providerId="ADAL" clId="{BA8EB4E2-FDE7-4337-9248-AAF736D812BE}" dt="2024-01-10T19:27:24.232" v="73" actId="47"/>
        <pc:sldMkLst>
          <pc:docMk/>
          <pc:sldMk cId="2812217883" sldId="278"/>
        </pc:sldMkLst>
      </pc:sldChg>
      <pc:sldChg chg="modSp add mod">
        <pc:chgData name="JONATHAN GABRIEL LOOR BAUTISTA" userId="4234489a-f210-4949-b3ca-adca1d814dab" providerId="ADAL" clId="{BA8EB4E2-FDE7-4337-9248-AAF736D812BE}" dt="2024-01-10T19:48:04.958" v="278" actId="113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BA8EB4E2-FDE7-4337-9248-AAF736D812BE}" dt="2024-01-10T19:27:24.090" v="72" actId="47"/>
        <pc:sldMkLst>
          <pc:docMk/>
          <pc:sldMk cId="3800849061" sldId="279"/>
        </pc:sldMkLst>
      </pc:sldChg>
      <pc:sldChg chg="addSp modSp add mod">
        <pc:chgData name="JONATHAN GABRIEL LOOR BAUTISTA" userId="4234489a-f210-4949-b3ca-adca1d814dab" providerId="ADAL" clId="{BA8EB4E2-FDE7-4337-9248-AAF736D812BE}" dt="2024-01-10T19:52:27.485" v="372" actId="1076"/>
        <pc:sldMkLst>
          <pc:docMk/>
          <pc:sldMk cId="930664112" sldId="280"/>
        </pc:sldMkLst>
      </pc:sldChg>
      <pc:sldChg chg="del">
        <pc:chgData name="JONATHAN GABRIEL LOOR BAUTISTA" userId="4234489a-f210-4949-b3ca-adca1d814dab" providerId="ADAL" clId="{BA8EB4E2-FDE7-4337-9248-AAF736D812BE}" dt="2024-01-10T19:27:24.014" v="71" actId="47"/>
        <pc:sldMkLst>
          <pc:docMk/>
          <pc:sldMk cId="1522707480" sldId="280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5:14.901" v="415" actId="20577"/>
        <pc:sldMkLst>
          <pc:docMk/>
          <pc:sldMk cId="118533800" sldId="281"/>
        </pc:sldMkLst>
      </pc:sldChg>
      <pc:sldChg chg="del">
        <pc:chgData name="JONATHAN GABRIEL LOOR BAUTISTA" userId="4234489a-f210-4949-b3ca-adca1d814dab" providerId="ADAL" clId="{BA8EB4E2-FDE7-4337-9248-AAF736D812BE}" dt="2024-01-10T19:27:25.122" v="80" actId="47"/>
        <pc:sldMkLst>
          <pc:docMk/>
          <pc:sldMk cId="2421653994" sldId="281"/>
        </pc:sldMkLst>
      </pc:sldChg>
      <pc:sldChg chg="del">
        <pc:chgData name="JONATHAN GABRIEL LOOR BAUTISTA" userId="4234489a-f210-4949-b3ca-adca1d814dab" providerId="ADAL" clId="{BA8EB4E2-FDE7-4337-9248-AAF736D812BE}" dt="2024-01-10T19:27:24.714" v="77" actId="47"/>
        <pc:sldMkLst>
          <pc:docMk/>
          <pc:sldMk cId="354079946" sldId="282"/>
        </pc:sldMkLst>
      </pc:sldChg>
      <pc:sldChg chg="delSp modSp add mod">
        <pc:chgData name="JONATHAN GABRIEL LOOR BAUTISTA" userId="4234489a-f210-4949-b3ca-adca1d814dab" providerId="ADAL" clId="{BA8EB4E2-FDE7-4337-9248-AAF736D812BE}" dt="2024-01-10T19:55:46.051" v="449" actId="20577"/>
        <pc:sldMkLst>
          <pc:docMk/>
          <pc:sldMk cId="3860355998" sldId="282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8:21.437" v="459" actId="1076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BA8EB4E2-FDE7-4337-9248-AAF736D812BE}" dt="2024-01-10T19:27:24.586" v="76" actId="47"/>
        <pc:sldMkLst>
          <pc:docMk/>
          <pc:sldMk cId="3965466414" sldId="283"/>
        </pc:sldMkLst>
      </pc:sldChg>
      <pc:sldChg chg="add del ord">
        <pc:chgData name="JONATHAN GABRIEL LOOR BAUTISTA" userId="4234489a-f210-4949-b3ca-adca1d814dab" providerId="ADAL" clId="{BA8EB4E2-FDE7-4337-9248-AAF736D812BE}" dt="2024-01-10T20:03:15.290" v="464" actId="47"/>
        <pc:sldMkLst>
          <pc:docMk/>
          <pc:sldMk cId="1401367529" sldId="284"/>
        </pc:sldMkLst>
      </pc:sldChg>
      <pc:sldChg chg="del">
        <pc:chgData name="JONATHAN GABRIEL LOOR BAUTISTA" userId="4234489a-f210-4949-b3ca-adca1d814dab" providerId="ADAL" clId="{BA8EB4E2-FDE7-4337-9248-AAF736D812BE}" dt="2024-01-10T19:27:24.455" v="75" actId="47"/>
        <pc:sldMkLst>
          <pc:docMk/>
          <pc:sldMk cId="1900853572" sldId="284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0:42:49.959" v="783" actId="20577"/>
        <pc:sldMkLst>
          <pc:docMk/>
          <pc:sldMk cId="3796690466" sldId="285"/>
        </pc:sldMkLst>
      </pc:sldChg>
      <pc:sldChg chg="addSp delSp modSp add mod ord">
        <pc:chgData name="JONATHAN GABRIEL LOOR BAUTISTA" userId="4234489a-f210-4949-b3ca-adca1d814dab" providerId="ADAL" clId="{BA8EB4E2-FDE7-4337-9248-AAF736D812BE}" dt="2024-01-10T20:58:13.448" v="881" actId="20577"/>
        <pc:sldMkLst>
          <pc:docMk/>
          <pc:sldMk cId="3119478525" sldId="286"/>
        </pc:sldMkLst>
      </pc:sldChg>
      <pc:sldChg chg="delSp modSp add del mod">
        <pc:chgData name="JONATHAN GABRIEL LOOR BAUTISTA" userId="4234489a-f210-4949-b3ca-adca1d814dab" providerId="ADAL" clId="{BA8EB4E2-FDE7-4337-9248-AAF736D812BE}" dt="2024-01-10T20:51:31.595" v="787" actId="47"/>
        <pc:sldMkLst>
          <pc:docMk/>
          <pc:sldMk cId="1942945093" sldId="287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1:09:39.560" v="1076" actId="9405"/>
        <pc:sldMkLst>
          <pc:docMk/>
          <pc:sldMk cId="1109680319" sldId="288"/>
        </pc:sldMkLst>
      </pc:sldChg>
      <pc:sldChg chg="addSp modSp add mod">
        <pc:chgData name="JONATHAN GABRIEL LOOR BAUTISTA" userId="4234489a-f210-4949-b3ca-adca1d814dab" providerId="ADAL" clId="{BA8EB4E2-FDE7-4337-9248-AAF736D812BE}" dt="2024-01-10T21:00:41.657" v="889" actId="1076"/>
        <pc:sldMkLst>
          <pc:docMk/>
          <pc:sldMk cId="1431093033" sldId="289"/>
        </pc:sldMkLst>
      </pc:sldChg>
    </pc:docChg>
  </pc:docChgLst>
  <pc:docChgLst>
    <pc:chgData name="JONATHAN GABRIEL LOOR BAUTISTA" userId="4234489a-f210-4949-b3ca-adca1d814dab" providerId="ADAL" clId="{868B91D3-F68C-48DA-8CC0-EB4170BA07FD}"/>
    <pc:docChg chg="undo custSel addSld delSld modSld">
      <pc:chgData name="JONATHAN GABRIEL LOOR BAUTISTA" userId="4234489a-f210-4949-b3ca-adca1d814dab" providerId="ADAL" clId="{868B91D3-F68C-48DA-8CC0-EB4170BA07FD}" dt="2025-06-09T01:56:10.373" v="7" actId="47"/>
      <pc:docMkLst>
        <pc:docMk/>
      </pc:docMkLst>
      <pc:sldChg chg="modSp mod">
        <pc:chgData name="JONATHAN GABRIEL LOOR BAUTISTA" userId="4234489a-f210-4949-b3ca-adca1d814dab" providerId="ADAL" clId="{868B91D3-F68C-48DA-8CC0-EB4170BA07FD}" dt="2025-06-09T01:50:59.985" v="4" actId="14100"/>
        <pc:sldMkLst>
          <pc:docMk/>
          <pc:sldMk cId="4291610913" sldId="304"/>
        </pc:sldMkLst>
        <pc:spChg chg="mod">
          <ac:chgData name="JONATHAN GABRIEL LOOR BAUTISTA" userId="4234489a-f210-4949-b3ca-adca1d814dab" providerId="ADAL" clId="{868B91D3-F68C-48DA-8CC0-EB4170BA07FD}" dt="2025-06-09T01:50:59.985" v="4" actId="14100"/>
          <ac:spMkLst>
            <pc:docMk/>
            <pc:sldMk cId="4291610913" sldId="304"/>
            <ac:spMk id="24579" creationId="{5974A766-2562-D8CC-D842-D00EB5E3CB77}"/>
          </ac:spMkLst>
        </pc:spChg>
      </pc:sldChg>
      <pc:sldChg chg="delSp add del mod">
        <pc:chgData name="JONATHAN GABRIEL LOOR BAUTISTA" userId="4234489a-f210-4949-b3ca-adca1d814dab" providerId="ADAL" clId="{868B91D3-F68C-48DA-8CC0-EB4170BA07FD}" dt="2025-06-09T01:56:10.373" v="7" actId="47"/>
        <pc:sldMkLst>
          <pc:docMk/>
          <pc:sldMk cId="1907572560" sldId="309"/>
        </pc:sldMkLst>
        <pc:spChg chg="del">
          <ac:chgData name="JONATHAN GABRIEL LOOR BAUTISTA" userId="4234489a-f210-4949-b3ca-adca1d814dab" providerId="ADAL" clId="{868B91D3-F68C-48DA-8CC0-EB4170BA07FD}" dt="2025-06-09T01:51:56.245" v="6" actId="478"/>
          <ac:spMkLst>
            <pc:docMk/>
            <pc:sldMk cId="1907572560" sldId="309"/>
            <ac:spMk id="4" creationId="{40D7CEE9-4C33-6C97-A9A8-3D4D03E1F3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AAEE-B1CB-4409-AC48-B4C88EB5A83F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390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EB28E-FB1D-4168-8929-5C31CA315BC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24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3167-C126-47F5-BA6A-1969A43FAEE4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639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22B72-CBDE-4E48-B0A3-67E9F34DE57E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450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2665-CF16-4166-80EF-F8471626003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22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44F9-62F0-4245-9F46-5148319AB030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7294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BF86-F4B5-491B-B6E7-AEAE5525630C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902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E014-B337-4C44-917C-31E944BB8D55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7825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2505-0CDF-403D-BD97-5F8C25CF30E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5627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1E40-AEE7-470E-9981-D707E1CE8AB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80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8B4A9-B335-42E7-A1F8-0274A5A9F22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5483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ED4-231A-4844-B614-AE1835457F6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086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504" y="2420943"/>
            <a:ext cx="9433048" cy="1470025"/>
          </a:xfrm>
        </p:spPr>
        <p:txBody>
          <a:bodyPr anchor="ctr"/>
          <a:lstStyle/>
          <a:p>
            <a:r>
              <a:rPr lang="es-UY" altLang="en-US" sz="3200" b="1" dirty="0">
                <a:solidFill>
                  <a:schemeClr val="bg1"/>
                </a:solidFill>
              </a:rPr>
              <a:t>MÁQUINAS TÉRMICAS</a:t>
            </a:r>
            <a:endParaRPr lang="es-ES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60496" y="6417253"/>
            <a:ext cx="151216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31504" y="440748"/>
            <a:ext cx="892899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ESCUELA POLITÉCNICA NACIONAL</a:t>
            </a:r>
          </a:p>
          <a:p>
            <a:endParaRPr lang="es-UY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TÉCNOLOGÍA SUPERIOR EN ELECTROMECÁNICA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59496" y="4509125"/>
            <a:ext cx="979308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TEMA: </a:t>
            </a:r>
            <a:r>
              <a:rPr lang="es-ES" altLang="en-US" sz="2800" b="1" dirty="0">
                <a:solidFill>
                  <a:schemeClr val="tx1"/>
                </a:solidFill>
              </a:rPr>
              <a:t>Intercambiadores de calor </a:t>
            </a:r>
          </a:p>
          <a:p>
            <a:endParaRPr lang="es-ES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Docente: Jonathan 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CD94D-F9BC-E0A7-4306-5AE7A894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6F85CF-5609-22B4-622E-EC38074EB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Mecanismos de transferencia de calor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19FF868-FB53-C797-F2C1-D1DCA182D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 transferencia de calor, o calor, puede ocurrir a través de tres mecanismos principales: conducción, convección y radiación.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89A625-B13C-4109-BCFC-A2E30226D7B9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Curso Transferencia de Calor">
            <a:extLst>
              <a:ext uri="{FF2B5EF4-FFF2-40B4-BE49-F238E27FC236}">
                <a16:creationId xmlns:a16="http://schemas.microsoft.com/office/drawing/2014/main" id="{5735D341-ABFF-7D6B-1DBD-0E5184EE4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79758"/>
            <a:ext cx="5977655" cy="407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22322FC1-0F51-3441-16BF-606E30F84D98}"/>
              </a:ext>
            </a:extLst>
          </p:cNvPr>
          <p:cNvSpPr txBox="1">
            <a:spLocks noChangeArrowheads="1"/>
          </p:cNvSpPr>
          <p:nvPr/>
        </p:nvSpPr>
        <p:spPr>
          <a:xfrm>
            <a:off x="414620" y="2420888"/>
            <a:ext cx="5460634" cy="424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400" b="1" dirty="0">
                <a:solidFill>
                  <a:prstClr val="black"/>
                </a:solidFill>
              </a:rPr>
              <a:t>Conducción: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Calentar una sartén sobre una cocina. 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La transferencia de calor a través de una barra de metal. 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Aislantes térmicos en casas.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sz="2400" b="1" dirty="0">
                <a:solidFill>
                  <a:prstClr val="black"/>
                </a:solidFill>
              </a:rPr>
              <a:t>Convección: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Sistema de calefacción de aire caliente. 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El agua caliente que asciende en una olla. 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El aire caliente que sale de una chimenea.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sz="2400" b="1" dirty="0">
                <a:solidFill>
                  <a:prstClr val="black"/>
                </a:solidFill>
              </a:rPr>
              <a:t>Radiación: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El calor del sol. 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Calentadores solares. </a:t>
            </a:r>
          </a:p>
          <a:p>
            <a:pPr lvl="1" algn="just"/>
            <a:r>
              <a:rPr lang="es-ES" sz="2000" dirty="0">
                <a:solidFill>
                  <a:prstClr val="black"/>
                </a:solidFill>
              </a:rPr>
              <a:t>Una estufa caliente. </a:t>
            </a:r>
          </a:p>
        </p:txBody>
      </p:sp>
    </p:spTree>
    <p:extLst>
      <p:ext uri="{BB962C8B-B14F-4D97-AF65-F5344CB8AC3E}">
        <p14:creationId xmlns:p14="http://schemas.microsoft.com/office/powerpoint/2010/main" val="390751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7507D-CAB1-1886-6820-6795DB02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6016D6C-3F36-E6DA-4F28-368C8D87F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Intercambiadores de calor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EC47A46-34D9-22FD-9943-083AEA6E6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Los intercambiadores de calor son dispositivos donde dos corrientes de fluido en movimiento intercambian calor sin mezclado.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A5C503-05B6-3C72-6C3B-4BC595E37380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39495E-D45B-A1C7-23AA-A55D83D6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11" y="2472983"/>
            <a:ext cx="4288093" cy="42486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AECD05-CF5D-AE57-195F-740C04401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663" y="2561564"/>
            <a:ext cx="5505526" cy="385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88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CC52B-86F6-DE9E-10D5-25A4800B7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53D9DC6-3453-9C84-0CDC-554A53FA8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Intercambiadores de calor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C006F0-0917-0158-A029-607BC0D824D4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5B5CE5C-2575-36F3-04AB-75BB23F75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5" r="6274" b="6532"/>
          <a:stretch/>
        </p:blipFill>
        <p:spPr bwMode="auto">
          <a:xfrm>
            <a:off x="10479" y="1340769"/>
            <a:ext cx="6661584" cy="551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81A2671-DDEB-19DD-9F3A-763E4770F0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3304" r="3201" b="8282"/>
          <a:stretch/>
        </p:blipFill>
        <p:spPr bwMode="auto">
          <a:xfrm>
            <a:off x="6672063" y="1340769"/>
            <a:ext cx="5509457" cy="553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16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FC19B-63BC-00B3-9DD6-13BAB2DA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DD14B2B-2799-3E8E-9616-2817A44EE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Intercambiadores de calor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2594A96-9CBA-9B19-B0F8-6E33EE6CB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6840760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Ejercicio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Refrigerante 134a se va a enfriar con agua en un condensador. El refrigerante entra al dispositivo con un flujo másico de 6 kg/min a 1 MPa y 70 °C, y sale a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35 °C. El agua de enfriamiento entra a 300 kPa y 15 °C y sale a 25 °C. 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Sin considerar las caídas de presión, determine: 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a) el flujo másico de agua de enfriamiento requerido 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b) la tasa de transferencia de calor desde el refrigerante hacia el agua.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D47AFF-7625-D296-0621-B36BD52EDF0D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A4F536-5BE3-7AE3-F09E-A8C3B969C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4" y="1482628"/>
            <a:ext cx="3888432" cy="505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5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E4C8E-5016-46F8-40AC-234BC321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2FAFF7F-C46D-275D-8AD5-7FEC6D923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Condensador de fluidos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29FA4F9-FF36-9C1E-682F-FB5896560A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9" y="1600200"/>
            <a:ext cx="3816423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Es un dispositivo que transfiere calor de un fluido (generalmente vapor) a otro (generalmente líquido) para que el </a:t>
            </a:r>
            <a:r>
              <a:rPr lang="es-ES" sz="2400" b="1" dirty="0">
                <a:solidFill>
                  <a:prstClr val="black"/>
                </a:solidFill>
                <a:highlight>
                  <a:srgbClr val="00FF00"/>
                </a:highlight>
              </a:rPr>
              <a:t>vapor se condense en estado líquido</a:t>
            </a:r>
            <a:r>
              <a:rPr lang="es-ES" sz="2400" dirty="0">
                <a:solidFill>
                  <a:prstClr val="black"/>
                </a:solidFill>
              </a:rPr>
              <a:t>. 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Es un intercambiador de calor fundamental en sistemas de refrigeración, centrales eléctricas y otros procesos industriales.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6C228-BB07-257F-A19B-65144BE93CD3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050" name="Picture 2" descr="CONDESADORES – Instalaciones Frigoríficas Comerciales e Industriales">
            <a:extLst>
              <a:ext uri="{FF2B5EF4-FFF2-40B4-BE49-F238E27FC236}">
                <a16:creationId xmlns:a16="http://schemas.microsoft.com/office/drawing/2014/main" id="{D0C2FDBA-63F4-BDEB-B211-83C47FCE0D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5"/>
          <a:stretch/>
        </p:blipFill>
        <p:spPr bwMode="auto">
          <a:xfrm>
            <a:off x="4459257" y="1779366"/>
            <a:ext cx="7704856" cy="473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4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F8554-AAD2-14B4-C38C-A0A8B664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F366EA8-10CF-0C60-5550-EC3957AE3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Evaporador de fluidos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2EBA0F4-FD23-2773-5A1B-30BFEE735A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9" y="1600200"/>
            <a:ext cx="3816423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Un evaporador de fluidos es un dispositivo que convierte </a:t>
            </a:r>
            <a:r>
              <a:rPr lang="es-ES" sz="2400" b="1" dirty="0">
                <a:solidFill>
                  <a:prstClr val="black"/>
                </a:solidFill>
                <a:highlight>
                  <a:srgbClr val="00FF00"/>
                </a:highlight>
              </a:rPr>
              <a:t>un líquido en vapor</a:t>
            </a:r>
            <a:r>
              <a:rPr lang="es-ES" sz="2400" dirty="0">
                <a:solidFill>
                  <a:prstClr val="black"/>
                </a:solidFill>
              </a:rPr>
              <a:t>, absorbiendo calor del medio que lo rodea. 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Este proceso se utiliza en diversas aplicaciones, desde la refrigeración hasta el tratamiento de aguas residuales.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76310E-5BB8-0187-514F-CC30279676E8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074" name="Picture 2" descr="Intercambiador de placas y empaques">
            <a:extLst>
              <a:ext uri="{FF2B5EF4-FFF2-40B4-BE49-F238E27FC236}">
                <a16:creationId xmlns:a16="http://schemas.microsoft.com/office/drawing/2014/main" id="{49B46237-52EB-8D3D-FECD-92A4F96B8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410" y="1600199"/>
            <a:ext cx="7560589" cy="538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53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C4BAA-E920-5B60-142D-F2F4B79A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CBB8C8B-84B6-F0F8-2C31-6FA270816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Aplicación en un sistema de refrigeración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9EE8E1C-117F-3E3A-FAB5-516266981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El evaporador se ubica en el ambiente a disminuir la temperatura, y el condensador en el ambiente de rechazo de calor.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127D72-4D65-C116-8F48-0EC52BA7DD67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050" name="Picture 2" descr="Bomba de Calor Aprende Todo Facil">
            <a:extLst>
              <a:ext uri="{FF2B5EF4-FFF2-40B4-BE49-F238E27FC236}">
                <a16:creationId xmlns:a16="http://schemas.microsoft.com/office/drawing/2014/main" id="{643DFF22-43AB-7551-CC30-632DE5F3A2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0" b="5167"/>
          <a:stretch/>
        </p:blipFill>
        <p:spPr bwMode="auto">
          <a:xfrm>
            <a:off x="1468830" y="2329136"/>
            <a:ext cx="9254340" cy="446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870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23F89-5CA9-30BE-4243-B5FC530B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0255817-8F1E-F51D-F3C4-A1C66AEA0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B881DA3-1152-7FCD-1C76-327822650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7056784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1) A un condensador de una termoeléctrica entra vapor a 20 kPa y 95 por ciento de calidad, con un flujo másico de 20,000 kg/h. Se va a enfriar con agua de un río cercano, pasándola por los tubos ubicados en el interior del condensador.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Para evitar la contaminación térmica, el agua del río no debe tener un aumento de temperatura mayor de 10 °C. Si el vapor debe salir del condensador como líquido saturado a 20 kPa, determine el flujo másico del agua de enfriamiento requerido. Respuesta: 297.7 kg/s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0E6062-9B37-FCA9-1101-C1501709AD03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E6490E-EA92-273D-5376-93BB88EC1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619" y="1641623"/>
            <a:ext cx="3491346" cy="488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3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643DE-9F74-4B24-11AD-73E82ADB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C4A85B3-27A8-2909-F814-67ADCBDCD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B56564B-A365-A8B4-59F8-3ACC92ABF6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2) En un intercambiador de calor se debe enfriar etilenglicol (</a:t>
            </a:r>
            <a:r>
              <a:rPr lang="es-ES" sz="2400" dirty="0" err="1">
                <a:solidFill>
                  <a:prstClr val="black"/>
                </a:solidFill>
              </a:rPr>
              <a:t>cp</a:t>
            </a:r>
            <a:r>
              <a:rPr lang="es-ES" sz="2400" dirty="0">
                <a:solidFill>
                  <a:prstClr val="black"/>
                </a:solidFill>
              </a:rPr>
              <a:t> = 2.56 kJ/</a:t>
            </a:r>
            <a:r>
              <a:rPr lang="es-ES" sz="2400" dirty="0" err="1">
                <a:solidFill>
                  <a:prstClr val="black"/>
                </a:solidFill>
              </a:rPr>
              <a:t>kg·°C</a:t>
            </a:r>
            <a:r>
              <a:rPr lang="es-ES" sz="2400" dirty="0">
                <a:solidFill>
                  <a:prstClr val="black"/>
                </a:solidFill>
              </a:rPr>
              <a:t>) que tiene un flujo de 3.2 kg/s, de 80 °C a 40 °C, usando agua (</a:t>
            </a:r>
            <a:r>
              <a:rPr lang="es-ES" sz="2400" dirty="0" err="1">
                <a:solidFill>
                  <a:prstClr val="black"/>
                </a:solidFill>
              </a:rPr>
              <a:t>cp</a:t>
            </a:r>
            <a:r>
              <a:rPr lang="es-ES" sz="2400" dirty="0">
                <a:solidFill>
                  <a:prstClr val="black"/>
                </a:solidFill>
              </a:rPr>
              <a:t> = 4.18 kJ/kg · °C), que entra a 20 °C y sale a 70 °C. Determine: a) la tasa de transferencia de calor, y b) el flujo másico de agua.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F6E8AA-002C-2E9C-13BF-F12AED23A949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0F6FA4-4455-ADE7-CE56-F0C7A2188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880" y="3134944"/>
            <a:ext cx="3635055" cy="2499577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A8E3856-DDD9-8C30-B1DF-1EEDA73654A0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3068960"/>
            <a:ext cx="7272808" cy="3600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3) Un intercambiador de calor de tubos concéntricos con </a:t>
            </a:r>
            <a:r>
              <a:rPr lang="es-EC" sz="2400" dirty="0">
                <a:solidFill>
                  <a:prstClr val="black"/>
                </a:solidFill>
              </a:rPr>
              <a:t>pared delgada, de contraflujo, se usa para enfriar aceite (</a:t>
            </a:r>
            <a:r>
              <a:rPr lang="es-EC" sz="2400" dirty="0" err="1">
                <a:solidFill>
                  <a:prstClr val="black"/>
                </a:solidFill>
              </a:rPr>
              <a:t>cp</a:t>
            </a:r>
            <a:r>
              <a:rPr lang="es-EC" sz="2400" dirty="0">
                <a:solidFill>
                  <a:prstClr val="black"/>
                </a:solidFill>
              </a:rPr>
              <a:t> = </a:t>
            </a:r>
            <a:r>
              <a:rPr lang="es-ES" sz="2400" dirty="0">
                <a:solidFill>
                  <a:prstClr val="black"/>
                </a:solidFill>
              </a:rPr>
              <a:t>2.20 kJ/</a:t>
            </a:r>
            <a:r>
              <a:rPr lang="es-ES" sz="2400" dirty="0" err="1">
                <a:solidFill>
                  <a:prstClr val="black"/>
                </a:solidFill>
              </a:rPr>
              <a:t>kg·°C</a:t>
            </a:r>
            <a:r>
              <a:rPr lang="es-ES" sz="2400" dirty="0">
                <a:solidFill>
                  <a:prstClr val="black"/>
                </a:solidFill>
              </a:rPr>
              <a:t>) de 150 a 40 °C, a una razón de 2 kg/s, usando agua (</a:t>
            </a:r>
            <a:r>
              <a:rPr lang="es-ES" sz="2400" dirty="0" err="1">
                <a:solidFill>
                  <a:prstClr val="black"/>
                </a:solidFill>
              </a:rPr>
              <a:t>cp</a:t>
            </a:r>
            <a:r>
              <a:rPr lang="es-ES" sz="2400" dirty="0">
                <a:solidFill>
                  <a:prstClr val="black"/>
                </a:solidFill>
              </a:rPr>
              <a:t>  4.18 kJ/kg · °C), que entra a 22 °C, a una razón de 1.5 kg/s. Determine la tasa de transferencia de calor en el intercambiador y la temperatura de salida del agua. </a:t>
            </a:r>
          </a:p>
        </p:txBody>
      </p:sp>
    </p:spTree>
    <p:extLst>
      <p:ext uri="{BB962C8B-B14F-4D97-AF65-F5344CB8AC3E}">
        <p14:creationId xmlns:p14="http://schemas.microsoft.com/office/powerpoint/2010/main" val="64306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3AD3A-E070-F26D-3B45-0335BB32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76EA304-C986-6789-4BED-4932FBB86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74A766-2562-D8CC-D842-D00EB5E3CB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6461938" cy="1828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sz="2400" b="0" i="0" u="none" strike="noStrike" baseline="0" dirty="0">
                <a:solidFill>
                  <a:srgbClr val="000000"/>
                </a:solidFill>
              </a:rPr>
              <a:t>4) Se diseña una unidad de intercambiador de calor con </a:t>
            </a:r>
            <a:r>
              <a:rPr lang="es-EC" sz="2400" b="0" i="0" u="none" strike="noStrike" baseline="0" dirty="0">
                <a:solidFill>
                  <a:srgbClr val="000000"/>
                </a:solidFill>
              </a:rPr>
              <a:t>agua helada, para enfriar 5 m</a:t>
            </a:r>
            <a:r>
              <a:rPr lang="es-EC" sz="2400" b="0" i="0" u="none" strike="noStrike" baseline="30000" dirty="0">
                <a:solidFill>
                  <a:srgbClr val="000000"/>
                </a:solidFill>
              </a:rPr>
              <a:t>3</a:t>
            </a:r>
            <a:r>
              <a:rPr lang="es-EC" sz="2400" b="0" i="0" u="none" strike="noStrike" baseline="0" dirty="0">
                <a:solidFill>
                  <a:srgbClr val="000000"/>
                </a:solidFill>
              </a:rPr>
              <a:t>/s de aire a 100 kPa y 30°C, </a:t>
            </a:r>
            <a:r>
              <a:rPr lang="es-ES" sz="2400" b="0" i="0" u="none" strike="noStrike" baseline="0" dirty="0">
                <a:solidFill>
                  <a:srgbClr val="000000"/>
                </a:solidFill>
              </a:rPr>
              <a:t>hasta 100 kPa y 18°C, usando agua helada a 8 °C. Determine la temperatura máxima del agua a la salida, cuando su tasa de flujo es 2 kg/s. </a:t>
            </a:r>
            <a:r>
              <a:rPr lang="es-ES" sz="2400" b="0" i="1" u="none" strike="noStrike" baseline="0" dirty="0">
                <a:solidFill>
                  <a:srgbClr val="0A0A0A"/>
                </a:solidFill>
              </a:rPr>
              <a:t>Respuesta: </a:t>
            </a:r>
            <a:r>
              <a:rPr lang="es-ES" sz="2400" b="0" i="0" u="none" strike="noStrike" baseline="0" dirty="0">
                <a:solidFill>
                  <a:srgbClr val="0A0A0A"/>
                </a:solidFill>
              </a:rPr>
              <a:t>16.3 °C</a:t>
            </a:r>
          </a:p>
          <a:p>
            <a:pPr marL="0" indent="0" algn="l">
              <a:buNone/>
            </a:pPr>
            <a:endParaRPr lang="es-ES" sz="1800" dirty="0">
              <a:solidFill>
                <a:srgbClr val="0A0A0A"/>
              </a:solidFill>
              <a:latin typeface="TradeGothic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144A2D-922D-E22A-EA91-6008A91A2F8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228663-DBA8-75B7-CA89-19B8AF9FB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306" y="1600200"/>
            <a:ext cx="4915326" cy="14174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230CB-F20F-3A07-BDBD-EE63D1BA1F9A}"/>
              </a:ext>
            </a:extLst>
          </p:cNvPr>
          <p:cNvSpPr txBox="1">
            <a:spLocks noChangeArrowheads="1"/>
          </p:cNvSpPr>
          <p:nvPr/>
        </p:nvSpPr>
        <p:spPr>
          <a:xfrm>
            <a:off x="407367" y="1574800"/>
            <a:ext cx="11665296" cy="5068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1800" dirty="0">
              <a:solidFill>
                <a:srgbClr val="0A0A0A"/>
              </a:solidFill>
              <a:latin typeface="TradeGothic"/>
            </a:endParaRPr>
          </a:p>
          <a:p>
            <a:endParaRPr lang="es-ES" sz="1800" dirty="0">
              <a:solidFill>
                <a:srgbClr val="0A0A0A"/>
              </a:solidFill>
              <a:latin typeface="TradeGothic"/>
            </a:endParaRPr>
          </a:p>
          <a:p>
            <a:endParaRPr lang="es-ES" sz="1800" u="sng" dirty="0">
              <a:solidFill>
                <a:srgbClr val="0A0A0A"/>
              </a:solidFill>
              <a:latin typeface="TradeGothic"/>
            </a:endParaRPr>
          </a:p>
          <a:p>
            <a:endParaRPr lang="es-ES" sz="1800" dirty="0">
              <a:solidFill>
                <a:srgbClr val="0A0A0A"/>
              </a:solidFill>
              <a:latin typeface="TradeGothic"/>
            </a:endParaRPr>
          </a:p>
          <a:p>
            <a:pPr marL="0" indent="0">
              <a:buNone/>
            </a:pPr>
            <a:endParaRPr lang="es-ES" sz="1800" dirty="0">
              <a:solidFill>
                <a:srgbClr val="0A0A0A"/>
              </a:solidFill>
              <a:latin typeface="TradeGothic"/>
            </a:endParaRPr>
          </a:p>
          <a:p>
            <a:pPr marL="0" indent="0" algn="just"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rgbClr val="000000"/>
                </a:solidFill>
              </a:rPr>
              <a:t>5) El condensador de un ciclo de refrigeración es básicamente un intercambiador de calor en el que se condensa un refrigerante mediante la transferencia de calor hacia un fluido </a:t>
            </a:r>
            <a:r>
              <a:rPr lang="es-EC" sz="2000" dirty="0">
                <a:solidFill>
                  <a:srgbClr val="000000"/>
                </a:solidFill>
              </a:rPr>
              <a:t>a menor temperatura. Entra refrigerante 134a a un condensador </a:t>
            </a:r>
            <a:r>
              <a:rPr lang="es-ES" sz="2000" dirty="0">
                <a:solidFill>
                  <a:srgbClr val="000000"/>
                </a:solidFill>
              </a:rPr>
              <a:t>a 1 200 kPa y 85 °C, con un flujo de 0.042 kg/s, y sale a la misma presión, subenfriado en 6.3 °C. La condensación se realiza mediante agua de enfriamiento, que experimenta una elevación de temperatura de 12 °C en el condensador. Determine:</a:t>
            </a:r>
          </a:p>
          <a:p>
            <a:r>
              <a:rPr lang="es-ES" sz="2000" i="1" dirty="0">
                <a:solidFill>
                  <a:srgbClr val="000000"/>
                </a:solidFill>
              </a:rPr>
              <a:t>a</a:t>
            </a:r>
            <a:r>
              <a:rPr lang="es-ES" sz="2000" dirty="0">
                <a:solidFill>
                  <a:srgbClr val="000000"/>
                </a:solidFill>
              </a:rPr>
              <a:t>) la tasa de transferencia de calor al agua en el condensador, en kJ/min</a:t>
            </a:r>
          </a:p>
          <a:p>
            <a:r>
              <a:rPr lang="es-ES" sz="2000" i="1" dirty="0">
                <a:solidFill>
                  <a:srgbClr val="000000"/>
                </a:solidFill>
              </a:rPr>
              <a:t>b</a:t>
            </a:r>
            <a:r>
              <a:rPr lang="es-ES" sz="2000" dirty="0">
                <a:solidFill>
                  <a:srgbClr val="000000"/>
                </a:solidFill>
              </a:rPr>
              <a:t>) el flujo másico del agua en kg/min. </a:t>
            </a:r>
            <a:r>
              <a:rPr lang="es-EC" sz="2000" i="1" dirty="0">
                <a:solidFill>
                  <a:srgbClr val="0A0A0A"/>
                </a:solidFill>
              </a:rPr>
              <a:t>Respuestas: a</a:t>
            </a:r>
            <a:r>
              <a:rPr lang="es-EC" sz="2000" dirty="0">
                <a:solidFill>
                  <a:srgbClr val="0A0A0A"/>
                </a:solidFill>
              </a:rPr>
              <a:t>) 525 kJ/min, </a:t>
            </a:r>
            <a:r>
              <a:rPr lang="es-EC" sz="2000" i="1" dirty="0">
                <a:solidFill>
                  <a:srgbClr val="0A0A0A"/>
                </a:solidFill>
              </a:rPr>
              <a:t>b</a:t>
            </a:r>
            <a:r>
              <a:rPr lang="es-EC" sz="2000" dirty="0">
                <a:solidFill>
                  <a:srgbClr val="0A0A0A"/>
                </a:solidFill>
              </a:rPr>
              <a:t>) 10.5 kg/min.</a:t>
            </a:r>
          </a:p>
        </p:txBody>
      </p:sp>
    </p:spTree>
    <p:extLst>
      <p:ext uri="{BB962C8B-B14F-4D97-AF65-F5344CB8AC3E}">
        <p14:creationId xmlns:p14="http://schemas.microsoft.com/office/powerpoint/2010/main" val="429161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B1BF5-98AE-D8D6-40E5-F64431D2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3E837D7-8CE1-D63D-47A2-64B33CA5E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B2EC772-8770-A8BB-0FD5-BEE528C5F1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7) El evaporador de un ciclo de refrigeración es básicamente un intercambiador de calor en el que se evapora un refrigerante mediante la absorción de calor de otro fluido. </a:t>
            </a:r>
            <a:r>
              <a:rPr lang="es-EC" sz="2400" dirty="0">
                <a:solidFill>
                  <a:prstClr val="black"/>
                </a:solidFill>
              </a:rPr>
              <a:t>Entra refrigerante R-22 a un evaporador a 200 kPa, con una </a:t>
            </a:r>
            <a:r>
              <a:rPr lang="es-ES" sz="2400" dirty="0">
                <a:solidFill>
                  <a:prstClr val="black"/>
                </a:solidFill>
              </a:rPr>
              <a:t>calidad de 22 por ciento y un flujo de 2.25 L/h. El R-22 sale del evaporador a la misma presión, sobrecalentado en 5 °C. El refrigerante se evapora absorbiendo calor del aire, cuyo flujo es 0.5 kg/s. Determine: </a:t>
            </a:r>
            <a:br>
              <a:rPr lang="es-ES" sz="2400" dirty="0">
                <a:solidFill>
                  <a:prstClr val="black"/>
                </a:solidFill>
              </a:rPr>
            </a:b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tasa de calor absorbido del aire.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el cambio de temperatura del aire. </a:t>
            </a:r>
          </a:p>
          <a:p>
            <a:pPr marL="457200" indent="-457200" algn="just">
              <a:buAutoNum type="alphaLcParenR"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Las propiedades del R-22 a la entrada y a la salida  del condensador son h</a:t>
            </a:r>
            <a:r>
              <a:rPr lang="es-ES" sz="2400" baseline="-25000" dirty="0">
                <a:solidFill>
                  <a:prstClr val="black"/>
                </a:solidFill>
              </a:rPr>
              <a:t>1</a:t>
            </a:r>
            <a:r>
              <a:rPr lang="es-ES" sz="2400" dirty="0">
                <a:solidFill>
                  <a:prstClr val="black"/>
                </a:solidFill>
              </a:rPr>
              <a:t> = </a:t>
            </a:r>
            <a:r>
              <a:rPr lang="es-EC" sz="2400" dirty="0">
                <a:solidFill>
                  <a:prstClr val="black"/>
                </a:solidFill>
              </a:rPr>
              <a:t>220.2 kJ/kg,  v</a:t>
            </a:r>
            <a:r>
              <a:rPr lang="es-EC" sz="2400" baseline="-25000" dirty="0">
                <a:solidFill>
                  <a:prstClr val="black"/>
                </a:solidFill>
              </a:rPr>
              <a:t>1</a:t>
            </a:r>
            <a:r>
              <a:rPr lang="es-EC" sz="2400" dirty="0">
                <a:solidFill>
                  <a:prstClr val="black"/>
                </a:solidFill>
              </a:rPr>
              <a:t> = 0.0253 m</a:t>
            </a:r>
            <a:r>
              <a:rPr lang="es-EC" sz="2400" baseline="30000" dirty="0">
                <a:solidFill>
                  <a:prstClr val="black"/>
                </a:solidFill>
              </a:rPr>
              <a:t>3</a:t>
            </a:r>
            <a:r>
              <a:rPr lang="es-EC" sz="2400" dirty="0">
                <a:solidFill>
                  <a:prstClr val="black"/>
                </a:solidFill>
              </a:rPr>
              <a:t>/kg, y h</a:t>
            </a:r>
            <a:r>
              <a:rPr lang="es-EC" sz="2400" baseline="-25000" dirty="0">
                <a:solidFill>
                  <a:prstClr val="black"/>
                </a:solidFill>
              </a:rPr>
              <a:t>2</a:t>
            </a:r>
            <a:r>
              <a:rPr lang="es-EC" sz="2400" dirty="0">
                <a:solidFill>
                  <a:prstClr val="black"/>
                </a:solidFill>
              </a:rPr>
              <a:t> = 398.0 kJ/kg.</a:t>
            </a: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0C9C41-102A-31A0-E41F-D64A0DE0647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40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4DCE5-3121-6636-93F0-885F6B63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47CB96-BBF6-F9BE-5879-76DC6D179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A07FB0D-6150-AAF0-5891-DBAE1962A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8) Un evaporador que utiliza R-134a trabaja a una presión constante de 100 kPa. El refrigerante entra al evaporador con una calidad de 0.25 y sale teóricamente como vapor saturado. El flujo másico del refrigerante es de 0.08 kg/s. Determine la temperatura de evaporación del R-134a y la tasa de calor que absorbe el refrigerante.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9) En un sistema de refrigeración con R-134a, el evaporador opera a una presión constante de 170 kPa. El refrigerante entra como mezcla saturada con una calidad del 30% y sale con un sobrecalentamiento de 10 °C. El flujo másico es de 0.06 kg/s. Determine la temperatura de evaporación del R-134a y la tasa de calor que absorbe el refrigerante.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563E0C-4A80-B666-8C89-946B60B36FE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386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3555</TotalTime>
  <Words>1146</Words>
  <Application>Microsoft Office PowerPoint</Application>
  <PresentationFormat>Panorámica</PresentationFormat>
  <Paragraphs>70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TradeGothic</vt:lpstr>
      <vt:lpstr>Tema de Office</vt:lpstr>
      <vt:lpstr>MÁQUINAS TÉRMICAS</vt:lpstr>
      <vt:lpstr>Mecanismos de transferencia de calor</vt:lpstr>
      <vt:lpstr>Intercambiadores de calor </vt:lpstr>
      <vt:lpstr>Intercambiadores de calor </vt:lpstr>
      <vt:lpstr>Intercambiadores de calor </vt:lpstr>
      <vt:lpstr>Condensador de fluidos </vt:lpstr>
      <vt:lpstr>Evaporador de fluidos </vt:lpstr>
      <vt:lpstr>Aplicación en un sistema de refrigeración </vt:lpstr>
      <vt:lpstr>Ejercicios de aplicación</vt:lpstr>
      <vt:lpstr>Ejercicios de aplicación</vt:lpstr>
      <vt:lpstr>Ejercicios de aplicación</vt:lpstr>
      <vt:lpstr>Ejercicios de aplicación</vt:lpstr>
      <vt:lpstr>Ejercicios de aplicación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Jonathan Loor</dc:creator>
  <cp:lastModifiedBy>JONATHAN GABRIEL LOOR BAUTISTA</cp:lastModifiedBy>
  <cp:revision>58</cp:revision>
  <dcterms:created xsi:type="dcterms:W3CDTF">2009-09-22T20:21:09Z</dcterms:created>
  <dcterms:modified xsi:type="dcterms:W3CDTF">2025-06-09T01:56:11Z</dcterms:modified>
</cp:coreProperties>
</file>