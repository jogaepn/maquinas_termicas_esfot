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0" r:id="rId3"/>
    <p:sldId id="297" r:id="rId4"/>
    <p:sldId id="296" r:id="rId5"/>
    <p:sldId id="309" r:id="rId6"/>
    <p:sldId id="308" r:id="rId7"/>
    <p:sldId id="313" r:id="rId8"/>
    <p:sldId id="312" r:id="rId9"/>
    <p:sldId id="311" r:id="rId10"/>
    <p:sldId id="31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4B325C-CBDC-40EB-8050-A66DD27D581D}" v="320" dt="2025-05-26T11:41:25.0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9" autoAdjust="0"/>
    <p:restoredTop sz="95847" autoAdjust="0"/>
  </p:normalViewPr>
  <p:slideViewPr>
    <p:cSldViewPr>
      <p:cViewPr>
        <p:scale>
          <a:sx n="80" d="100"/>
          <a:sy n="80" d="100"/>
        </p:scale>
        <p:origin x="965" y="13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GABRIEL LOOR BAUTISTA" userId="4234489a-f210-4949-b3ca-adca1d814dab" providerId="ADAL" clId="{BA8BBFC0-3D22-442E-9892-B114FDF3CFAC}"/>
    <pc:docChg chg="undo custSel addSld delSld modSld">
      <pc:chgData name="JONATHAN GABRIEL LOOR BAUTISTA" userId="4234489a-f210-4949-b3ca-adca1d814dab" providerId="ADAL" clId="{BA8BBFC0-3D22-442E-9892-B114FDF3CFAC}" dt="2025-05-09T17:55:07.757" v="417" actId="27636"/>
      <pc:docMkLst>
        <pc:docMk/>
      </pc:docMkLst>
      <pc:sldChg chg="del">
        <pc:chgData name="JONATHAN GABRIEL LOOR BAUTISTA" userId="4234489a-f210-4949-b3ca-adca1d814dab" providerId="ADAL" clId="{BA8BBFC0-3D22-442E-9892-B114FDF3CFAC}" dt="2025-05-05T13:11:03.838" v="1" actId="47"/>
        <pc:sldMkLst>
          <pc:docMk/>
          <pc:sldMk cId="1030578679" sldId="287"/>
        </pc:sldMkLst>
      </pc:sldChg>
      <pc:sldChg chg="del">
        <pc:chgData name="JONATHAN GABRIEL LOOR BAUTISTA" userId="4234489a-f210-4949-b3ca-adca1d814dab" providerId="ADAL" clId="{BA8BBFC0-3D22-442E-9892-B114FDF3CFAC}" dt="2025-05-05T13:11:04.020" v="2" actId="47"/>
        <pc:sldMkLst>
          <pc:docMk/>
          <pc:sldMk cId="4262102034" sldId="290"/>
        </pc:sldMkLst>
      </pc:sldChg>
      <pc:sldChg chg="del">
        <pc:chgData name="JONATHAN GABRIEL LOOR BAUTISTA" userId="4234489a-f210-4949-b3ca-adca1d814dab" providerId="ADAL" clId="{BA8BBFC0-3D22-442E-9892-B114FDF3CFAC}" dt="2025-05-05T13:11:04.283" v="3" actId="47"/>
        <pc:sldMkLst>
          <pc:docMk/>
          <pc:sldMk cId="3917552893" sldId="291"/>
        </pc:sldMkLst>
      </pc:sldChg>
      <pc:sldChg chg="del">
        <pc:chgData name="JONATHAN GABRIEL LOOR BAUTISTA" userId="4234489a-f210-4949-b3ca-adca1d814dab" providerId="ADAL" clId="{BA8BBFC0-3D22-442E-9892-B114FDF3CFAC}" dt="2025-05-05T13:11:04.636" v="4" actId="47"/>
        <pc:sldMkLst>
          <pc:docMk/>
          <pc:sldMk cId="3838651608" sldId="292"/>
        </pc:sldMkLst>
      </pc:sldChg>
      <pc:sldChg chg="del">
        <pc:chgData name="JONATHAN GABRIEL LOOR BAUTISTA" userId="4234489a-f210-4949-b3ca-adca1d814dab" providerId="ADAL" clId="{BA8BBFC0-3D22-442E-9892-B114FDF3CFAC}" dt="2025-05-05T13:11:04.947" v="5" actId="47"/>
        <pc:sldMkLst>
          <pc:docMk/>
          <pc:sldMk cId="1660400904" sldId="293"/>
        </pc:sldMkLst>
      </pc:sldChg>
      <pc:sldChg chg="del">
        <pc:chgData name="JONATHAN GABRIEL LOOR BAUTISTA" userId="4234489a-f210-4949-b3ca-adca1d814dab" providerId="ADAL" clId="{BA8BBFC0-3D22-442E-9892-B114FDF3CFAC}" dt="2025-05-05T13:11:05.201" v="6" actId="47"/>
        <pc:sldMkLst>
          <pc:docMk/>
          <pc:sldMk cId="675903930" sldId="294"/>
        </pc:sldMkLst>
      </pc:sldChg>
      <pc:sldChg chg="del">
        <pc:chgData name="JONATHAN GABRIEL LOOR BAUTISTA" userId="4234489a-f210-4949-b3ca-adca1d814dab" providerId="ADAL" clId="{BA8BBFC0-3D22-442E-9892-B114FDF3CFAC}" dt="2025-05-05T13:11:05.764" v="7" actId="47"/>
        <pc:sldMkLst>
          <pc:docMk/>
          <pc:sldMk cId="3784401589" sldId="295"/>
        </pc:sldMkLst>
      </pc:sldChg>
      <pc:sldChg chg="addSp modSp mod">
        <pc:chgData name="JONATHAN GABRIEL LOOR BAUTISTA" userId="4234489a-f210-4949-b3ca-adca1d814dab" providerId="ADAL" clId="{BA8BBFC0-3D22-442E-9892-B114FDF3CFAC}" dt="2025-05-09T17:50:18.197" v="349" actId="947"/>
        <pc:sldMkLst>
          <pc:docMk/>
          <pc:sldMk cId="3907512282" sldId="296"/>
        </pc:sldMkLst>
        <pc:spChg chg="mod">
          <ac:chgData name="JONATHAN GABRIEL LOOR BAUTISTA" userId="4234489a-f210-4949-b3ca-adca1d814dab" providerId="ADAL" clId="{BA8BBFC0-3D22-442E-9892-B114FDF3CFAC}" dt="2025-05-09T17:50:18.197" v="349" actId="947"/>
          <ac:spMkLst>
            <pc:docMk/>
            <pc:sldMk cId="3907512282" sldId="296"/>
            <ac:spMk id="24579" creationId="{B19FF868-FB53-C797-F2C1-D1DCA182DB2C}"/>
          </ac:spMkLst>
        </pc:spChg>
      </pc:sldChg>
      <pc:sldChg chg="addSp modSp mod">
        <pc:chgData name="JONATHAN GABRIEL LOOR BAUTISTA" userId="4234489a-f210-4949-b3ca-adca1d814dab" providerId="ADAL" clId="{BA8BBFC0-3D22-442E-9892-B114FDF3CFAC}" dt="2025-05-09T17:50:31.897" v="351" actId="113"/>
        <pc:sldMkLst>
          <pc:docMk/>
          <pc:sldMk cId="2463088549" sldId="297"/>
        </pc:sldMkLst>
        <pc:spChg chg="mod">
          <ac:chgData name="JONATHAN GABRIEL LOOR BAUTISTA" userId="4234489a-f210-4949-b3ca-adca1d814dab" providerId="ADAL" clId="{BA8BBFC0-3D22-442E-9892-B114FDF3CFAC}" dt="2025-05-09T17:50:31.897" v="351" actId="113"/>
          <ac:spMkLst>
            <pc:docMk/>
            <pc:sldMk cId="2463088549" sldId="297"/>
            <ac:spMk id="24579" creationId="{4EC47A46-34D9-22FD-9943-083AEA6E6FEC}"/>
          </ac:spMkLst>
        </pc:spChg>
      </pc:sldChg>
      <pc:sldChg chg="addSp delSp modSp add mod">
        <pc:chgData name="JONATHAN GABRIEL LOOR BAUTISTA" userId="4234489a-f210-4949-b3ca-adca1d814dab" providerId="ADAL" clId="{BA8BBFC0-3D22-442E-9892-B114FDF3CFAC}" dt="2025-05-09T17:53:45.910" v="354" actId="14100"/>
        <pc:sldMkLst>
          <pc:docMk/>
          <pc:sldMk cId="1712436894" sldId="298"/>
        </pc:sldMkLst>
      </pc:sldChg>
      <pc:sldChg chg="del">
        <pc:chgData name="JONATHAN GABRIEL LOOR BAUTISTA" userId="4234489a-f210-4949-b3ca-adca1d814dab" providerId="ADAL" clId="{BA8BBFC0-3D22-442E-9892-B114FDF3CFAC}" dt="2025-05-05T13:14:45.657" v="220" actId="47"/>
        <pc:sldMkLst>
          <pc:docMk/>
          <pc:sldMk cId="2176370239" sldId="298"/>
        </pc:sldMkLst>
      </pc:sldChg>
      <pc:sldChg chg="addSp modSp add del mod">
        <pc:chgData name="JONATHAN GABRIEL LOOR BAUTISTA" userId="4234489a-f210-4949-b3ca-adca1d814dab" providerId="ADAL" clId="{BA8BBFC0-3D22-442E-9892-B114FDF3CFAC}" dt="2025-05-05T13:21:41.892" v="347" actId="2696"/>
        <pc:sldMkLst>
          <pc:docMk/>
          <pc:sldMk cId="167108118" sldId="299"/>
        </pc:sldMkLst>
      </pc:sldChg>
      <pc:sldChg chg="addSp modSp add mod">
        <pc:chgData name="JONATHAN GABRIEL LOOR BAUTISTA" userId="4234489a-f210-4949-b3ca-adca1d814dab" providerId="ADAL" clId="{BA8BBFC0-3D22-442E-9892-B114FDF3CFAC}" dt="2025-05-09T17:55:07.757" v="417" actId="27636"/>
        <pc:sldMkLst>
          <pc:docMk/>
          <pc:sldMk cId="919229235" sldId="299"/>
        </pc:sldMkLst>
      </pc:sldChg>
      <pc:sldChg chg="del">
        <pc:chgData name="JONATHAN GABRIEL LOOR BAUTISTA" userId="4234489a-f210-4949-b3ca-adca1d814dab" providerId="ADAL" clId="{BA8BBFC0-3D22-442E-9892-B114FDF3CFAC}" dt="2025-05-05T13:14:45.222" v="219" actId="47"/>
        <pc:sldMkLst>
          <pc:docMk/>
          <pc:sldMk cId="3227574610" sldId="299"/>
        </pc:sldMkLst>
      </pc:sldChg>
      <pc:sldChg chg="del">
        <pc:chgData name="JONATHAN GABRIEL LOOR BAUTISTA" userId="4234489a-f210-4949-b3ca-adca1d814dab" providerId="ADAL" clId="{BA8BBFC0-3D22-442E-9892-B114FDF3CFAC}" dt="2025-05-05T13:14:44.959" v="218" actId="47"/>
        <pc:sldMkLst>
          <pc:docMk/>
          <pc:sldMk cId="122779942" sldId="300"/>
        </pc:sldMkLst>
      </pc:sldChg>
    </pc:docChg>
  </pc:docChgLst>
  <pc:docChgLst>
    <pc:chgData name="JONATHAN GABRIEL LOOR BAUTISTA" userId="4234489a-f210-4949-b3ca-adca1d814dab" providerId="ADAL" clId="{32AE7896-BB73-4C81-9FBA-33FB8A1AB101}"/>
    <pc:docChg chg="undo custSel addSld delSld modSld sldOrd">
      <pc:chgData name="JONATHAN GABRIEL LOOR BAUTISTA" userId="4234489a-f210-4949-b3ca-adca1d814dab" providerId="ADAL" clId="{32AE7896-BB73-4C81-9FBA-33FB8A1AB101}" dt="2023-11-23T14:28:13.946" v="1621" actId="478"/>
      <pc:docMkLst>
        <pc:docMk/>
      </pc:docMkLst>
      <pc:sldChg chg="modSp mod">
        <pc:chgData name="JONATHAN GABRIEL LOOR BAUTISTA" userId="4234489a-f210-4949-b3ca-adca1d814dab" providerId="ADAL" clId="{32AE7896-BB73-4C81-9FBA-33FB8A1AB101}" dt="2023-11-16T10:26:31.716" v="4" actId="20577"/>
        <pc:sldMkLst>
          <pc:docMk/>
          <pc:sldMk cId="0" sldId="256"/>
        </pc:sldMkLst>
      </pc:sldChg>
      <pc:sldChg chg="addSp delSp modSp mod">
        <pc:chgData name="JONATHAN GABRIEL LOOR BAUTISTA" userId="4234489a-f210-4949-b3ca-adca1d814dab" providerId="ADAL" clId="{32AE7896-BB73-4C81-9FBA-33FB8A1AB101}" dt="2023-11-16T10:43:40.636" v="45" actId="11529"/>
        <pc:sldMkLst>
          <pc:docMk/>
          <pc:sldMk cId="0" sldId="258"/>
        </pc:sldMkLst>
      </pc:sldChg>
      <pc:sldChg chg="addSp delSp modSp add mod">
        <pc:chgData name="JONATHAN GABRIEL LOOR BAUTISTA" userId="4234489a-f210-4949-b3ca-adca1d814dab" providerId="ADAL" clId="{32AE7896-BB73-4C81-9FBA-33FB8A1AB101}" dt="2023-11-16T13:11:07.901" v="56" actId="1076"/>
        <pc:sldMkLst>
          <pc:docMk/>
          <pc:sldMk cId="1227780459" sldId="259"/>
        </pc:sldMkLst>
      </pc:sldChg>
      <pc:sldChg chg="del">
        <pc:chgData name="JONATHAN GABRIEL LOOR BAUTISTA" userId="4234489a-f210-4949-b3ca-adca1d814dab" providerId="ADAL" clId="{32AE7896-BB73-4C81-9FBA-33FB8A1AB101}" dt="2023-11-16T10:37:06.676" v="28" actId="47"/>
        <pc:sldMkLst>
          <pc:docMk/>
          <pc:sldMk cId="1413283838" sldId="259"/>
        </pc:sldMkLst>
      </pc:sldChg>
      <pc:sldChg chg="del">
        <pc:chgData name="JONATHAN GABRIEL LOOR BAUTISTA" userId="4234489a-f210-4949-b3ca-adca1d814dab" providerId="ADAL" clId="{32AE7896-BB73-4C81-9FBA-33FB8A1AB101}" dt="2023-11-16T10:37:06.676" v="28" actId="47"/>
        <pc:sldMkLst>
          <pc:docMk/>
          <pc:sldMk cId="2169708303" sldId="260"/>
        </pc:sldMkLst>
      </pc:sldChg>
      <pc:sldChg chg="addSp delSp modSp add mod ord">
        <pc:chgData name="JONATHAN GABRIEL LOOR BAUTISTA" userId="4234489a-f210-4949-b3ca-adca1d814dab" providerId="ADAL" clId="{32AE7896-BB73-4C81-9FBA-33FB8A1AB101}" dt="2023-11-16T13:45:27.169" v="553"/>
        <pc:sldMkLst>
          <pc:docMk/>
          <pc:sldMk cId="2412575459" sldId="260"/>
        </pc:sldMkLst>
      </pc:sldChg>
      <pc:sldChg chg="addSp delSp modSp add mod">
        <pc:chgData name="JONATHAN GABRIEL LOOR BAUTISTA" userId="4234489a-f210-4949-b3ca-adca1d814dab" providerId="ADAL" clId="{32AE7896-BB73-4C81-9FBA-33FB8A1AB101}" dt="2023-11-16T13:45:33.742" v="554"/>
        <pc:sldMkLst>
          <pc:docMk/>
          <pc:sldMk cId="1332033609" sldId="261"/>
        </pc:sldMkLst>
      </pc:sldChg>
      <pc:sldChg chg="del">
        <pc:chgData name="JONATHAN GABRIEL LOOR BAUTISTA" userId="4234489a-f210-4949-b3ca-adca1d814dab" providerId="ADAL" clId="{32AE7896-BB73-4C81-9FBA-33FB8A1AB101}" dt="2023-11-16T10:37:06.676" v="28" actId="47"/>
        <pc:sldMkLst>
          <pc:docMk/>
          <pc:sldMk cId="2036800423" sldId="261"/>
        </pc:sldMkLst>
      </pc:sldChg>
      <pc:sldChg chg="del">
        <pc:chgData name="JONATHAN GABRIEL LOOR BAUTISTA" userId="4234489a-f210-4949-b3ca-adca1d814dab" providerId="ADAL" clId="{32AE7896-BB73-4C81-9FBA-33FB8A1AB101}" dt="2023-11-16T10:37:06.676" v="28" actId="47"/>
        <pc:sldMkLst>
          <pc:docMk/>
          <pc:sldMk cId="3749745879" sldId="262"/>
        </pc:sldMkLst>
      </pc:sldChg>
      <pc:sldChg chg="addSp delSp modSp add mod">
        <pc:chgData name="JONATHAN GABRIEL LOOR BAUTISTA" userId="4234489a-f210-4949-b3ca-adca1d814dab" providerId="ADAL" clId="{32AE7896-BB73-4C81-9FBA-33FB8A1AB101}" dt="2023-11-16T13:45:38.973" v="555"/>
        <pc:sldMkLst>
          <pc:docMk/>
          <pc:sldMk cId="4174583105" sldId="262"/>
        </pc:sldMkLst>
      </pc:sldChg>
      <pc:sldChg chg="del">
        <pc:chgData name="JONATHAN GABRIEL LOOR BAUTISTA" userId="4234489a-f210-4949-b3ca-adca1d814dab" providerId="ADAL" clId="{32AE7896-BB73-4C81-9FBA-33FB8A1AB101}" dt="2023-11-16T10:37:06.676" v="28" actId="47"/>
        <pc:sldMkLst>
          <pc:docMk/>
          <pc:sldMk cId="26735523" sldId="263"/>
        </pc:sldMkLst>
      </pc:sldChg>
      <pc:sldChg chg="addSp delSp modSp add mod">
        <pc:chgData name="JONATHAN GABRIEL LOOR BAUTISTA" userId="4234489a-f210-4949-b3ca-adca1d814dab" providerId="ADAL" clId="{32AE7896-BB73-4C81-9FBA-33FB8A1AB101}" dt="2023-11-16T13:45:44.973" v="556"/>
        <pc:sldMkLst>
          <pc:docMk/>
          <pc:sldMk cId="315044553" sldId="263"/>
        </pc:sldMkLst>
      </pc:sldChg>
      <pc:sldChg chg="delSp modSp add mod">
        <pc:chgData name="JONATHAN GABRIEL LOOR BAUTISTA" userId="4234489a-f210-4949-b3ca-adca1d814dab" providerId="ADAL" clId="{32AE7896-BB73-4C81-9FBA-33FB8A1AB101}" dt="2023-11-16T13:45:50.078" v="557"/>
        <pc:sldMkLst>
          <pc:docMk/>
          <pc:sldMk cId="928763728" sldId="264"/>
        </pc:sldMkLst>
      </pc:sldChg>
      <pc:sldChg chg="del">
        <pc:chgData name="JONATHAN GABRIEL LOOR BAUTISTA" userId="4234489a-f210-4949-b3ca-adca1d814dab" providerId="ADAL" clId="{32AE7896-BB73-4C81-9FBA-33FB8A1AB101}" dt="2023-11-16T10:37:06.676" v="28" actId="47"/>
        <pc:sldMkLst>
          <pc:docMk/>
          <pc:sldMk cId="3349323718" sldId="264"/>
        </pc:sldMkLst>
      </pc:sldChg>
      <pc:sldChg chg="addSp delSp modSp add mod ord">
        <pc:chgData name="JONATHAN GABRIEL LOOR BAUTISTA" userId="4234489a-f210-4949-b3ca-adca1d814dab" providerId="ADAL" clId="{32AE7896-BB73-4C81-9FBA-33FB8A1AB101}" dt="2023-11-16T13:50:47.574" v="611" actId="1076"/>
        <pc:sldMkLst>
          <pc:docMk/>
          <pc:sldMk cId="1592637203" sldId="265"/>
        </pc:sldMkLst>
      </pc:sldChg>
      <pc:sldChg chg="del">
        <pc:chgData name="JONATHAN GABRIEL LOOR BAUTISTA" userId="4234489a-f210-4949-b3ca-adca1d814dab" providerId="ADAL" clId="{32AE7896-BB73-4C81-9FBA-33FB8A1AB101}" dt="2023-11-16T10:37:06.676" v="28" actId="47"/>
        <pc:sldMkLst>
          <pc:docMk/>
          <pc:sldMk cId="3215622691" sldId="265"/>
        </pc:sldMkLst>
      </pc:sldChg>
      <pc:sldChg chg="add del">
        <pc:chgData name="JONATHAN GABRIEL LOOR BAUTISTA" userId="4234489a-f210-4949-b3ca-adca1d814dab" providerId="ADAL" clId="{32AE7896-BB73-4C81-9FBA-33FB8A1AB101}" dt="2023-11-16T13:51:28.138" v="613" actId="47"/>
        <pc:sldMkLst>
          <pc:docMk/>
          <pc:sldMk cId="1730970373" sldId="266"/>
        </pc:sldMkLst>
      </pc:sldChg>
      <pc:sldChg chg="del">
        <pc:chgData name="JONATHAN GABRIEL LOOR BAUTISTA" userId="4234489a-f210-4949-b3ca-adca1d814dab" providerId="ADAL" clId="{32AE7896-BB73-4C81-9FBA-33FB8A1AB101}" dt="2023-11-16T10:37:06.676" v="28" actId="47"/>
        <pc:sldMkLst>
          <pc:docMk/>
          <pc:sldMk cId="2374877937" sldId="266"/>
        </pc:sldMkLst>
      </pc:sldChg>
      <pc:sldChg chg="addSp delSp modSp add mod ord">
        <pc:chgData name="JONATHAN GABRIEL LOOR BAUTISTA" userId="4234489a-f210-4949-b3ca-adca1d814dab" providerId="ADAL" clId="{32AE7896-BB73-4C81-9FBA-33FB8A1AB101}" dt="2023-11-23T13:31:34.192" v="1368" actId="20577"/>
        <pc:sldMkLst>
          <pc:docMk/>
          <pc:sldMk cId="4287966700" sldId="266"/>
        </pc:sldMkLst>
      </pc:sldChg>
      <pc:sldChg chg="addSp delSp modSp add mod">
        <pc:chgData name="JONATHAN GABRIEL LOOR BAUTISTA" userId="4234489a-f210-4949-b3ca-adca1d814dab" providerId="ADAL" clId="{32AE7896-BB73-4C81-9FBA-33FB8A1AB101}" dt="2023-11-23T14:28:13.946" v="1621" actId="478"/>
        <pc:sldMkLst>
          <pc:docMk/>
          <pc:sldMk cId="814129114" sldId="267"/>
        </pc:sldMkLst>
      </pc:sldChg>
      <pc:sldChg chg="del">
        <pc:chgData name="JONATHAN GABRIEL LOOR BAUTISTA" userId="4234489a-f210-4949-b3ca-adca1d814dab" providerId="ADAL" clId="{32AE7896-BB73-4C81-9FBA-33FB8A1AB101}" dt="2023-11-16T10:37:06.676" v="28" actId="47"/>
        <pc:sldMkLst>
          <pc:docMk/>
          <pc:sldMk cId="938569621" sldId="267"/>
        </pc:sldMkLst>
      </pc:sldChg>
      <pc:sldChg chg="addSp delSp modSp add mod">
        <pc:chgData name="JONATHAN GABRIEL LOOR BAUTISTA" userId="4234489a-f210-4949-b3ca-adca1d814dab" providerId="ADAL" clId="{32AE7896-BB73-4C81-9FBA-33FB8A1AB101}" dt="2023-11-23T13:21:59.423" v="1146" actId="2085"/>
        <pc:sldMkLst>
          <pc:docMk/>
          <pc:sldMk cId="318255523" sldId="268"/>
        </pc:sldMkLst>
      </pc:sldChg>
      <pc:sldChg chg="del">
        <pc:chgData name="JONATHAN GABRIEL LOOR BAUTISTA" userId="4234489a-f210-4949-b3ca-adca1d814dab" providerId="ADAL" clId="{32AE7896-BB73-4C81-9FBA-33FB8A1AB101}" dt="2023-11-16T10:37:06.676" v="28" actId="47"/>
        <pc:sldMkLst>
          <pc:docMk/>
          <pc:sldMk cId="4009423192" sldId="268"/>
        </pc:sldMkLst>
      </pc:sldChg>
      <pc:sldChg chg="del">
        <pc:chgData name="JONATHAN GABRIEL LOOR BAUTISTA" userId="4234489a-f210-4949-b3ca-adca1d814dab" providerId="ADAL" clId="{32AE7896-BB73-4C81-9FBA-33FB8A1AB101}" dt="2023-11-16T10:37:06.676" v="28" actId="47"/>
        <pc:sldMkLst>
          <pc:docMk/>
          <pc:sldMk cId="1381898115" sldId="269"/>
        </pc:sldMkLst>
      </pc:sldChg>
      <pc:sldChg chg="addSp delSp modSp add mod ord">
        <pc:chgData name="JONATHAN GABRIEL LOOR BAUTISTA" userId="4234489a-f210-4949-b3ca-adca1d814dab" providerId="ADAL" clId="{32AE7896-BB73-4C81-9FBA-33FB8A1AB101}" dt="2023-11-23T13:24:15.758" v="1175" actId="2085"/>
        <pc:sldMkLst>
          <pc:docMk/>
          <pc:sldMk cId="2736320437" sldId="269"/>
        </pc:sldMkLst>
      </pc:sldChg>
      <pc:sldChg chg="addSp delSp modSp add del mod">
        <pc:chgData name="JONATHAN GABRIEL LOOR BAUTISTA" userId="4234489a-f210-4949-b3ca-adca1d814dab" providerId="ADAL" clId="{32AE7896-BB73-4C81-9FBA-33FB8A1AB101}" dt="2023-11-23T13:29:28.964" v="1302" actId="47"/>
        <pc:sldMkLst>
          <pc:docMk/>
          <pc:sldMk cId="1780785426" sldId="270"/>
        </pc:sldMkLst>
      </pc:sldChg>
      <pc:sldChg chg="del">
        <pc:chgData name="JONATHAN GABRIEL LOOR BAUTISTA" userId="4234489a-f210-4949-b3ca-adca1d814dab" providerId="ADAL" clId="{32AE7896-BB73-4C81-9FBA-33FB8A1AB101}" dt="2023-11-16T10:37:06.676" v="28" actId="47"/>
        <pc:sldMkLst>
          <pc:docMk/>
          <pc:sldMk cId="3018725871" sldId="270"/>
        </pc:sldMkLst>
      </pc:sldChg>
      <pc:sldChg chg="del">
        <pc:chgData name="JONATHAN GABRIEL LOOR BAUTISTA" userId="4234489a-f210-4949-b3ca-adca1d814dab" providerId="ADAL" clId="{32AE7896-BB73-4C81-9FBA-33FB8A1AB101}" dt="2023-11-16T10:37:06.676" v="28" actId="47"/>
        <pc:sldMkLst>
          <pc:docMk/>
          <pc:sldMk cId="570756419" sldId="271"/>
        </pc:sldMkLst>
      </pc:sldChg>
      <pc:sldChg chg="addSp modSp add mod">
        <pc:chgData name="JONATHAN GABRIEL LOOR BAUTISTA" userId="4234489a-f210-4949-b3ca-adca1d814dab" providerId="ADAL" clId="{32AE7896-BB73-4C81-9FBA-33FB8A1AB101}" dt="2023-11-23T13:29:16.559" v="1301" actId="2085"/>
        <pc:sldMkLst>
          <pc:docMk/>
          <pc:sldMk cId="1881090054" sldId="271"/>
        </pc:sldMkLst>
      </pc:sldChg>
      <pc:sldChg chg="del">
        <pc:chgData name="JONATHAN GABRIEL LOOR BAUTISTA" userId="4234489a-f210-4949-b3ca-adca1d814dab" providerId="ADAL" clId="{32AE7896-BB73-4C81-9FBA-33FB8A1AB101}" dt="2023-11-16T10:37:06.676" v="28" actId="47"/>
        <pc:sldMkLst>
          <pc:docMk/>
          <pc:sldMk cId="2044139457" sldId="272"/>
        </pc:sldMkLst>
      </pc:sldChg>
      <pc:sldChg chg="addSp delSp modSp add mod">
        <pc:chgData name="JONATHAN GABRIEL LOOR BAUTISTA" userId="4234489a-f210-4949-b3ca-adca1d814dab" providerId="ADAL" clId="{32AE7896-BB73-4C81-9FBA-33FB8A1AB101}" dt="2023-11-23T13:31:19.656" v="1353" actId="14100"/>
        <pc:sldMkLst>
          <pc:docMk/>
          <pc:sldMk cId="3429618453" sldId="272"/>
        </pc:sldMkLst>
      </pc:sldChg>
      <pc:sldChg chg="del">
        <pc:chgData name="JONATHAN GABRIEL LOOR BAUTISTA" userId="4234489a-f210-4949-b3ca-adca1d814dab" providerId="ADAL" clId="{32AE7896-BB73-4C81-9FBA-33FB8A1AB101}" dt="2023-11-16T10:37:06.676" v="28" actId="47"/>
        <pc:sldMkLst>
          <pc:docMk/>
          <pc:sldMk cId="1697908801" sldId="273"/>
        </pc:sldMkLst>
      </pc:sldChg>
      <pc:sldChg chg="addSp delSp modSp add mod ord">
        <pc:chgData name="JONATHAN GABRIEL LOOR BAUTISTA" userId="4234489a-f210-4949-b3ca-adca1d814dab" providerId="ADAL" clId="{32AE7896-BB73-4C81-9FBA-33FB8A1AB101}" dt="2023-11-23T13:35:23.430" v="1465" actId="478"/>
        <pc:sldMkLst>
          <pc:docMk/>
          <pc:sldMk cId="4092677898" sldId="273"/>
        </pc:sldMkLst>
      </pc:sldChg>
      <pc:sldChg chg="addSp delSp modSp add mod">
        <pc:chgData name="JONATHAN GABRIEL LOOR BAUTISTA" userId="4234489a-f210-4949-b3ca-adca1d814dab" providerId="ADAL" clId="{32AE7896-BB73-4C81-9FBA-33FB8A1AB101}" dt="2023-11-23T13:37:48.930" v="1501" actId="1076"/>
        <pc:sldMkLst>
          <pc:docMk/>
          <pc:sldMk cId="1612052355" sldId="274"/>
        </pc:sldMkLst>
      </pc:sldChg>
      <pc:sldChg chg="del">
        <pc:chgData name="JONATHAN GABRIEL LOOR BAUTISTA" userId="4234489a-f210-4949-b3ca-adca1d814dab" providerId="ADAL" clId="{32AE7896-BB73-4C81-9FBA-33FB8A1AB101}" dt="2023-11-16T10:37:06.676" v="28" actId="47"/>
        <pc:sldMkLst>
          <pc:docMk/>
          <pc:sldMk cId="1705900212" sldId="274"/>
        </pc:sldMkLst>
      </pc:sldChg>
      <pc:sldChg chg="del">
        <pc:chgData name="JONATHAN GABRIEL LOOR BAUTISTA" userId="4234489a-f210-4949-b3ca-adca1d814dab" providerId="ADAL" clId="{32AE7896-BB73-4C81-9FBA-33FB8A1AB101}" dt="2023-11-16T10:37:06.676" v="28" actId="47"/>
        <pc:sldMkLst>
          <pc:docMk/>
          <pc:sldMk cId="1814231336" sldId="275"/>
        </pc:sldMkLst>
      </pc:sldChg>
      <pc:sldChg chg="addSp delSp modSp add mod ord">
        <pc:chgData name="JONATHAN GABRIEL LOOR BAUTISTA" userId="4234489a-f210-4949-b3ca-adca1d814dab" providerId="ADAL" clId="{32AE7896-BB73-4C81-9FBA-33FB8A1AB101}" dt="2023-11-23T13:39:14.209" v="1592" actId="1076"/>
        <pc:sldMkLst>
          <pc:docMk/>
          <pc:sldMk cId="4282241318" sldId="275"/>
        </pc:sldMkLst>
      </pc:sldChg>
      <pc:sldChg chg="addSp delSp modSp add mod ord">
        <pc:chgData name="JONATHAN GABRIEL LOOR BAUTISTA" userId="4234489a-f210-4949-b3ca-adca1d814dab" providerId="ADAL" clId="{32AE7896-BB73-4C81-9FBA-33FB8A1AB101}" dt="2023-11-23T13:41:13.474" v="1620" actId="1076"/>
        <pc:sldMkLst>
          <pc:docMk/>
          <pc:sldMk cId="1303374823" sldId="276"/>
        </pc:sldMkLst>
      </pc:sldChg>
      <pc:sldChg chg="del">
        <pc:chgData name="JONATHAN GABRIEL LOOR BAUTISTA" userId="4234489a-f210-4949-b3ca-adca1d814dab" providerId="ADAL" clId="{32AE7896-BB73-4C81-9FBA-33FB8A1AB101}" dt="2023-11-16T10:37:06.676" v="28" actId="47"/>
        <pc:sldMkLst>
          <pc:docMk/>
          <pc:sldMk cId="3601994577" sldId="276"/>
        </pc:sldMkLst>
      </pc:sldChg>
      <pc:sldChg chg="del">
        <pc:chgData name="JONATHAN GABRIEL LOOR BAUTISTA" userId="4234489a-f210-4949-b3ca-adca1d814dab" providerId="ADAL" clId="{32AE7896-BB73-4C81-9FBA-33FB8A1AB101}" dt="2023-11-16T10:37:06.676" v="28" actId="47"/>
        <pc:sldMkLst>
          <pc:docMk/>
          <pc:sldMk cId="12759230" sldId="277"/>
        </pc:sldMkLst>
      </pc:sldChg>
      <pc:sldChg chg="del">
        <pc:chgData name="JONATHAN GABRIEL LOOR BAUTISTA" userId="4234489a-f210-4949-b3ca-adca1d814dab" providerId="ADAL" clId="{32AE7896-BB73-4C81-9FBA-33FB8A1AB101}" dt="2023-11-16T10:37:06.676" v="28" actId="47"/>
        <pc:sldMkLst>
          <pc:docMk/>
          <pc:sldMk cId="793826596" sldId="278"/>
        </pc:sldMkLst>
      </pc:sldChg>
      <pc:sldChg chg="del">
        <pc:chgData name="JONATHAN GABRIEL LOOR BAUTISTA" userId="4234489a-f210-4949-b3ca-adca1d814dab" providerId="ADAL" clId="{32AE7896-BB73-4C81-9FBA-33FB8A1AB101}" dt="2023-11-16T10:37:06.676" v="28" actId="47"/>
        <pc:sldMkLst>
          <pc:docMk/>
          <pc:sldMk cId="2356721952" sldId="279"/>
        </pc:sldMkLst>
      </pc:sldChg>
      <pc:sldChg chg="del">
        <pc:chgData name="JONATHAN GABRIEL LOOR BAUTISTA" userId="4234489a-f210-4949-b3ca-adca1d814dab" providerId="ADAL" clId="{32AE7896-BB73-4C81-9FBA-33FB8A1AB101}" dt="2023-11-16T10:37:06.676" v="28" actId="47"/>
        <pc:sldMkLst>
          <pc:docMk/>
          <pc:sldMk cId="3436423708" sldId="280"/>
        </pc:sldMkLst>
      </pc:sldChg>
      <pc:sldChg chg="del">
        <pc:chgData name="JONATHAN GABRIEL LOOR BAUTISTA" userId="4234489a-f210-4949-b3ca-adca1d814dab" providerId="ADAL" clId="{32AE7896-BB73-4C81-9FBA-33FB8A1AB101}" dt="2023-11-16T10:37:06.676" v="28" actId="47"/>
        <pc:sldMkLst>
          <pc:docMk/>
          <pc:sldMk cId="3781675788" sldId="281"/>
        </pc:sldMkLst>
      </pc:sldChg>
      <pc:sldChg chg="del">
        <pc:chgData name="JONATHAN GABRIEL LOOR BAUTISTA" userId="4234489a-f210-4949-b3ca-adca1d814dab" providerId="ADAL" clId="{32AE7896-BB73-4C81-9FBA-33FB8A1AB101}" dt="2023-11-16T10:37:06.676" v="28" actId="47"/>
        <pc:sldMkLst>
          <pc:docMk/>
          <pc:sldMk cId="2603404091" sldId="282"/>
        </pc:sldMkLst>
      </pc:sldChg>
      <pc:sldChg chg="del">
        <pc:chgData name="JONATHAN GABRIEL LOOR BAUTISTA" userId="4234489a-f210-4949-b3ca-adca1d814dab" providerId="ADAL" clId="{32AE7896-BB73-4C81-9FBA-33FB8A1AB101}" dt="2023-11-16T10:37:06.676" v="28" actId="47"/>
        <pc:sldMkLst>
          <pc:docMk/>
          <pc:sldMk cId="2789636396" sldId="283"/>
        </pc:sldMkLst>
      </pc:sldChg>
      <pc:sldChg chg="del">
        <pc:chgData name="JONATHAN GABRIEL LOOR BAUTISTA" userId="4234489a-f210-4949-b3ca-adca1d814dab" providerId="ADAL" clId="{32AE7896-BB73-4C81-9FBA-33FB8A1AB101}" dt="2023-11-16T10:37:06.676" v="28" actId="47"/>
        <pc:sldMkLst>
          <pc:docMk/>
          <pc:sldMk cId="2687166112" sldId="284"/>
        </pc:sldMkLst>
      </pc:sldChg>
    </pc:docChg>
  </pc:docChgLst>
  <pc:docChgLst>
    <pc:chgData name="JONATHAN GABRIEL LOOR BAUTISTA" userId="4234489a-f210-4949-b3ca-adca1d814dab" providerId="ADAL" clId="{4BF10871-1B9E-410E-8846-978CDECD46ED}"/>
    <pc:docChg chg="undo custSel addSld delSld modSld">
      <pc:chgData name="JONATHAN GABRIEL LOOR BAUTISTA" userId="4234489a-f210-4949-b3ca-adca1d814dab" providerId="ADAL" clId="{4BF10871-1B9E-410E-8846-978CDECD46ED}" dt="2023-11-09T14:38:02.575" v="1036" actId="20577"/>
      <pc:docMkLst>
        <pc:docMk/>
      </pc:docMkLst>
      <pc:sldChg chg="modSp mod">
        <pc:chgData name="JONATHAN GABRIEL LOOR BAUTISTA" userId="4234489a-f210-4949-b3ca-adca1d814dab" providerId="ADAL" clId="{4BF10871-1B9E-410E-8846-978CDECD46ED}" dt="2023-11-09T13:03:53.545" v="25" actId="20577"/>
        <pc:sldMkLst>
          <pc:docMk/>
          <pc:sldMk cId="0" sldId="256"/>
        </pc:sldMkLst>
      </pc:sldChg>
      <pc:sldChg chg="addSp delSp modSp mod">
        <pc:chgData name="JONATHAN GABRIEL LOOR BAUTISTA" userId="4234489a-f210-4949-b3ca-adca1d814dab" providerId="ADAL" clId="{4BF10871-1B9E-410E-8846-978CDECD46ED}" dt="2023-11-09T13:09:17.259" v="68" actId="20577"/>
        <pc:sldMkLst>
          <pc:docMk/>
          <pc:sldMk cId="0" sldId="258"/>
        </pc:sldMkLst>
      </pc:sldChg>
      <pc:sldChg chg="del">
        <pc:chgData name="JONATHAN GABRIEL LOOR BAUTISTA" userId="4234489a-f210-4949-b3ca-adca1d814dab" providerId="ADAL" clId="{4BF10871-1B9E-410E-8846-978CDECD46ED}" dt="2023-11-09T13:09:08.466" v="66" actId="47"/>
        <pc:sldMkLst>
          <pc:docMk/>
          <pc:sldMk cId="365126346" sldId="259"/>
        </pc:sldMkLst>
      </pc:sldChg>
      <pc:sldChg chg="addSp delSp modSp add mod">
        <pc:chgData name="JONATHAN GABRIEL LOOR BAUTISTA" userId="4234489a-f210-4949-b3ca-adca1d814dab" providerId="ADAL" clId="{4BF10871-1B9E-410E-8846-978CDECD46ED}" dt="2023-11-09T13:11:37.608" v="123" actId="1076"/>
        <pc:sldMkLst>
          <pc:docMk/>
          <pc:sldMk cId="1413283838" sldId="259"/>
        </pc:sldMkLst>
      </pc:sldChg>
      <pc:sldChg chg="addSp delSp modSp add mod">
        <pc:chgData name="JONATHAN GABRIEL LOOR BAUTISTA" userId="4234489a-f210-4949-b3ca-adca1d814dab" providerId="ADAL" clId="{4BF10871-1B9E-410E-8846-978CDECD46ED}" dt="2023-11-09T14:38:02.575" v="1036" actId="20577"/>
        <pc:sldMkLst>
          <pc:docMk/>
          <pc:sldMk cId="2169708303" sldId="260"/>
        </pc:sldMkLst>
      </pc:sldChg>
      <pc:sldChg chg="del">
        <pc:chgData name="JONATHAN GABRIEL LOOR BAUTISTA" userId="4234489a-f210-4949-b3ca-adca1d814dab" providerId="ADAL" clId="{4BF10871-1B9E-410E-8846-978CDECD46ED}" dt="2023-11-09T13:09:10.005" v="67" actId="47"/>
        <pc:sldMkLst>
          <pc:docMk/>
          <pc:sldMk cId="2494341450" sldId="260"/>
        </pc:sldMkLst>
      </pc:sldChg>
      <pc:sldChg chg="del">
        <pc:chgData name="JONATHAN GABRIEL LOOR BAUTISTA" userId="4234489a-f210-4949-b3ca-adca1d814dab" providerId="ADAL" clId="{4BF10871-1B9E-410E-8846-978CDECD46ED}" dt="2023-11-09T13:09:08.169" v="65" actId="47"/>
        <pc:sldMkLst>
          <pc:docMk/>
          <pc:sldMk cId="1096243283" sldId="261"/>
        </pc:sldMkLst>
      </pc:sldChg>
      <pc:sldChg chg="addSp delSp modSp add mod">
        <pc:chgData name="JONATHAN GABRIEL LOOR BAUTISTA" userId="4234489a-f210-4949-b3ca-adca1d814dab" providerId="ADAL" clId="{4BF10871-1B9E-410E-8846-978CDECD46ED}" dt="2023-11-09T13:18:32.576" v="234" actId="1076"/>
        <pc:sldMkLst>
          <pc:docMk/>
          <pc:sldMk cId="2036800423" sldId="261"/>
        </pc:sldMkLst>
      </pc:sldChg>
      <pc:sldChg chg="del">
        <pc:chgData name="JONATHAN GABRIEL LOOR BAUTISTA" userId="4234489a-f210-4949-b3ca-adca1d814dab" providerId="ADAL" clId="{4BF10871-1B9E-410E-8846-978CDECD46ED}" dt="2023-11-09T13:09:07.699" v="63" actId="47"/>
        <pc:sldMkLst>
          <pc:docMk/>
          <pc:sldMk cId="446297087" sldId="262"/>
        </pc:sldMkLst>
      </pc:sldChg>
      <pc:sldChg chg="addSp delSp modSp add mod">
        <pc:chgData name="JONATHAN GABRIEL LOOR BAUTISTA" userId="4234489a-f210-4949-b3ca-adca1d814dab" providerId="ADAL" clId="{4BF10871-1B9E-410E-8846-978CDECD46ED}" dt="2023-11-09T13:19:20" v="268" actId="1076"/>
        <pc:sldMkLst>
          <pc:docMk/>
          <pc:sldMk cId="3749745879" sldId="262"/>
        </pc:sldMkLst>
      </pc:sldChg>
      <pc:sldChg chg="addSp delSp modSp add mod">
        <pc:chgData name="JONATHAN GABRIEL LOOR BAUTISTA" userId="4234489a-f210-4949-b3ca-adca1d814dab" providerId="ADAL" clId="{4BF10871-1B9E-410E-8846-978CDECD46ED}" dt="2023-11-09T13:21:16.968" v="299" actId="1076"/>
        <pc:sldMkLst>
          <pc:docMk/>
          <pc:sldMk cId="26735523" sldId="263"/>
        </pc:sldMkLst>
      </pc:sldChg>
      <pc:sldChg chg="del">
        <pc:chgData name="JONATHAN GABRIEL LOOR BAUTISTA" userId="4234489a-f210-4949-b3ca-adca1d814dab" providerId="ADAL" clId="{4BF10871-1B9E-410E-8846-978CDECD46ED}" dt="2023-11-09T13:09:07.560" v="62" actId="47"/>
        <pc:sldMkLst>
          <pc:docMk/>
          <pc:sldMk cId="3749474826" sldId="263"/>
        </pc:sldMkLst>
      </pc:sldChg>
      <pc:sldChg chg="del">
        <pc:chgData name="JONATHAN GABRIEL LOOR BAUTISTA" userId="4234489a-f210-4949-b3ca-adca1d814dab" providerId="ADAL" clId="{4BF10871-1B9E-410E-8846-978CDECD46ED}" dt="2023-11-09T13:09:07.357" v="61" actId="47"/>
        <pc:sldMkLst>
          <pc:docMk/>
          <pc:sldMk cId="1712364955" sldId="264"/>
        </pc:sldMkLst>
      </pc:sldChg>
      <pc:sldChg chg="addSp delSp modSp add mod">
        <pc:chgData name="JONATHAN GABRIEL LOOR BAUTISTA" userId="4234489a-f210-4949-b3ca-adca1d814dab" providerId="ADAL" clId="{4BF10871-1B9E-410E-8846-978CDECD46ED}" dt="2023-11-09T13:22:24.608" v="318" actId="313"/>
        <pc:sldMkLst>
          <pc:docMk/>
          <pc:sldMk cId="3349323718" sldId="264"/>
        </pc:sldMkLst>
      </pc:sldChg>
      <pc:sldChg chg="addSp delSp modSp add mod">
        <pc:chgData name="JONATHAN GABRIEL LOOR BAUTISTA" userId="4234489a-f210-4949-b3ca-adca1d814dab" providerId="ADAL" clId="{4BF10871-1B9E-410E-8846-978CDECD46ED}" dt="2023-11-09T13:24:57.808" v="346" actId="1076"/>
        <pc:sldMkLst>
          <pc:docMk/>
          <pc:sldMk cId="3215622691" sldId="265"/>
        </pc:sldMkLst>
      </pc:sldChg>
      <pc:sldChg chg="del">
        <pc:chgData name="JONATHAN GABRIEL LOOR BAUTISTA" userId="4234489a-f210-4949-b3ca-adca1d814dab" providerId="ADAL" clId="{4BF10871-1B9E-410E-8846-978CDECD46ED}" dt="2023-11-09T13:09:07.213" v="60" actId="47"/>
        <pc:sldMkLst>
          <pc:docMk/>
          <pc:sldMk cId="3972352135" sldId="265"/>
        </pc:sldMkLst>
      </pc:sldChg>
      <pc:sldChg chg="del">
        <pc:chgData name="JONATHAN GABRIEL LOOR BAUTISTA" userId="4234489a-f210-4949-b3ca-adca1d814dab" providerId="ADAL" clId="{4BF10871-1B9E-410E-8846-978CDECD46ED}" dt="2023-11-09T13:09:07.932" v="64" actId="47"/>
        <pc:sldMkLst>
          <pc:docMk/>
          <pc:sldMk cId="628235030" sldId="266"/>
        </pc:sldMkLst>
      </pc:sldChg>
      <pc:sldChg chg="addSp delSp modSp add mod">
        <pc:chgData name="JONATHAN GABRIEL LOOR BAUTISTA" userId="4234489a-f210-4949-b3ca-adca1d814dab" providerId="ADAL" clId="{4BF10871-1B9E-410E-8846-978CDECD46ED}" dt="2023-11-09T13:27:54.463" v="409" actId="1076"/>
        <pc:sldMkLst>
          <pc:docMk/>
          <pc:sldMk cId="2374877937" sldId="266"/>
        </pc:sldMkLst>
      </pc:sldChg>
      <pc:sldChg chg="addSp modSp add mod">
        <pc:chgData name="JONATHAN GABRIEL LOOR BAUTISTA" userId="4234489a-f210-4949-b3ca-adca1d814dab" providerId="ADAL" clId="{4BF10871-1B9E-410E-8846-978CDECD46ED}" dt="2023-11-09T13:35:13.993" v="432"/>
        <pc:sldMkLst>
          <pc:docMk/>
          <pc:sldMk cId="938569621" sldId="267"/>
        </pc:sldMkLst>
      </pc:sldChg>
      <pc:sldChg chg="addSp delSp modSp add">
        <pc:chgData name="JONATHAN GABRIEL LOOR BAUTISTA" userId="4234489a-f210-4949-b3ca-adca1d814dab" providerId="ADAL" clId="{4BF10871-1B9E-410E-8846-978CDECD46ED}" dt="2023-11-09T13:29:06.032" v="417" actId="1076"/>
        <pc:sldMkLst>
          <pc:docMk/>
          <pc:sldMk cId="4009423192" sldId="268"/>
        </pc:sldMkLst>
      </pc:sldChg>
      <pc:sldChg chg="addSp delSp modSp add mod modAnim">
        <pc:chgData name="JONATHAN GABRIEL LOOR BAUTISTA" userId="4234489a-f210-4949-b3ca-adca1d814dab" providerId="ADAL" clId="{4BF10871-1B9E-410E-8846-978CDECD46ED}" dt="2023-11-09T13:33:07.073" v="428" actId="1076"/>
        <pc:sldMkLst>
          <pc:docMk/>
          <pc:sldMk cId="1381898115" sldId="269"/>
        </pc:sldMkLst>
      </pc:sldChg>
      <pc:sldChg chg="addSp delSp modSp add mod">
        <pc:chgData name="JONATHAN GABRIEL LOOR BAUTISTA" userId="4234489a-f210-4949-b3ca-adca1d814dab" providerId="ADAL" clId="{4BF10871-1B9E-410E-8846-978CDECD46ED}" dt="2023-11-09T13:38:41.216" v="474" actId="1076"/>
        <pc:sldMkLst>
          <pc:docMk/>
          <pc:sldMk cId="3018725871" sldId="270"/>
        </pc:sldMkLst>
      </pc:sldChg>
      <pc:sldChg chg="addSp delSp modSp add mod">
        <pc:chgData name="JONATHAN GABRIEL LOOR BAUTISTA" userId="4234489a-f210-4949-b3ca-adca1d814dab" providerId="ADAL" clId="{4BF10871-1B9E-410E-8846-978CDECD46ED}" dt="2023-11-09T13:39:37.152" v="484" actId="1076"/>
        <pc:sldMkLst>
          <pc:docMk/>
          <pc:sldMk cId="570756419" sldId="271"/>
        </pc:sldMkLst>
      </pc:sldChg>
      <pc:sldChg chg="addSp delSp modSp add mod">
        <pc:chgData name="JONATHAN GABRIEL LOOR BAUTISTA" userId="4234489a-f210-4949-b3ca-adca1d814dab" providerId="ADAL" clId="{4BF10871-1B9E-410E-8846-978CDECD46ED}" dt="2023-11-09T13:42:19.360" v="508" actId="1076"/>
        <pc:sldMkLst>
          <pc:docMk/>
          <pc:sldMk cId="2044139457" sldId="272"/>
        </pc:sldMkLst>
      </pc:sldChg>
      <pc:sldChg chg="add">
        <pc:chgData name="JONATHAN GABRIEL LOOR BAUTISTA" userId="4234489a-f210-4949-b3ca-adca1d814dab" providerId="ADAL" clId="{4BF10871-1B9E-410E-8846-978CDECD46ED}" dt="2023-11-09T13:41:53.680" v="500" actId="2890"/>
        <pc:sldMkLst>
          <pc:docMk/>
          <pc:sldMk cId="1697908801" sldId="273"/>
        </pc:sldMkLst>
      </pc:sldChg>
      <pc:sldChg chg="addSp delSp modSp add mod">
        <pc:chgData name="JONATHAN GABRIEL LOOR BAUTISTA" userId="4234489a-f210-4949-b3ca-adca1d814dab" providerId="ADAL" clId="{4BF10871-1B9E-410E-8846-978CDECD46ED}" dt="2023-11-09T13:42:46.048" v="514" actId="1076"/>
        <pc:sldMkLst>
          <pc:docMk/>
          <pc:sldMk cId="1705900212" sldId="274"/>
        </pc:sldMkLst>
      </pc:sldChg>
      <pc:sldChg chg="addSp delSp modSp add mod">
        <pc:chgData name="JONATHAN GABRIEL LOOR BAUTISTA" userId="4234489a-f210-4949-b3ca-adca1d814dab" providerId="ADAL" clId="{4BF10871-1B9E-410E-8846-978CDECD46ED}" dt="2023-11-09T13:48:07.038" v="579" actId="20577"/>
        <pc:sldMkLst>
          <pc:docMk/>
          <pc:sldMk cId="1814231336" sldId="275"/>
        </pc:sldMkLst>
      </pc:sldChg>
      <pc:sldChg chg="addSp delSp modSp add mod">
        <pc:chgData name="JONATHAN GABRIEL LOOR BAUTISTA" userId="4234489a-f210-4949-b3ca-adca1d814dab" providerId="ADAL" clId="{4BF10871-1B9E-410E-8846-978CDECD46ED}" dt="2023-11-09T13:50:32.270" v="644" actId="478"/>
        <pc:sldMkLst>
          <pc:docMk/>
          <pc:sldMk cId="3601994577" sldId="276"/>
        </pc:sldMkLst>
      </pc:sldChg>
      <pc:sldChg chg="addSp delSp modSp add mod">
        <pc:chgData name="JONATHAN GABRIEL LOOR BAUTISTA" userId="4234489a-f210-4949-b3ca-adca1d814dab" providerId="ADAL" clId="{4BF10871-1B9E-410E-8846-978CDECD46ED}" dt="2023-11-09T13:52:18.264" v="681" actId="313"/>
        <pc:sldMkLst>
          <pc:docMk/>
          <pc:sldMk cId="12759230" sldId="277"/>
        </pc:sldMkLst>
      </pc:sldChg>
      <pc:sldChg chg="add del setBg">
        <pc:chgData name="JONATHAN GABRIEL LOOR BAUTISTA" userId="4234489a-f210-4949-b3ca-adca1d814dab" providerId="ADAL" clId="{4BF10871-1B9E-410E-8846-978CDECD46ED}" dt="2023-11-09T13:45:35.400" v="526"/>
        <pc:sldMkLst>
          <pc:docMk/>
          <pc:sldMk cId="2374801582" sldId="277"/>
        </pc:sldMkLst>
      </pc:sldChg>
      <pc:sldChg chg="addSp delSp modSp add mod">
        <pc:chgData name="JONATHAN GABRIEL LOOR BAUTISTA" userId="4234489a-f210-4949-b3ca-adca1d814dab" providerId="ADAL" clId="{4BF10871-1B9E-410E-8846-978CDECD46ED}" dt="2023-11-09T13:55:32.453" v="896" actId="20577"/>
        <pc:sldMkLst>
          <pc:docMk/>
          <pc:sldMk cId="793826596" sldId="278"/>
        </pc:sldMkLst>
      </pc:sldChg>
      <pc:sldChg chg="add del setBg">
        <pc:chgData name="JONATHAN GABRIEL LOOR BAUTISTA" userId="4234489a-f210-4949-b3ca-adca1d814dab" providerId="ADAL" clId="{4BF10871-1B9E-410E-8846-978CDECD46ED}" dt="2023-11-09T13:45:35.400" v="526"/>
        <pc:sldMkLst>
          <pc:docMk/>
          <pc:sldMk cId="3274624831" sldId="278"/>
        </pc:sldMkLst>
      </pc:sldChg>
      <pc:sldChg chg="add del setBg">
        <pc:chgData name="JONATHAN GABRIEL LOOR BAUTISTA" userId="4234489a-f210-4949-b3ca-adca1d814dab" providerId="ADAL" clId="{4BF10871-1B9E-410E-8846-978CDECD46ED}" dt="2023-11-09T13:45:35.400" v="526"/>
        <pc:sldMkLst>
          <pc:docMk/>
          <pc:sldMk cId="1796450385" sldId="279"/>
        </pc:sldMkLst>
      </pc:sldChg>
      <pc:sldChg chg="addSp delSp modSp add mod">
        <pc:chgData name="JONATHAN GABRIEL LOOR BAUTISTA" userId="4234489a-f210-4949-b3ca-adca1d814dab" providerId="ADAL" clId="{4BF10871-1B9E-410E-8846-978CDECD46ED}" dt="2023-11-09T13:56:49.904" v="961" actId="1076"/>
        <pc:sldMkLst>
          <pc:docMk/>
          <pc:sldMk cId="2356721952" sldId="279"/>
        </pc:sldMkLst>
      </pc:sldChg>
      <pc:sldChg chg="add del setBg">
        <pc:chgData name="JONATHAN GABRIEL LOOR BAUTISTA" userId="4234489a-f210-4949-b3ca-adca1d814dab" providerId="ADAL" clId="{4BF10871-1B9E-410E-8846-978CDECD46ED}" dt="2023-11-09T13:45:35.400" v="526"/>
        <pc:sldMkLst>
          <pc:docMk/>
          <pc:sldMk cId="1911223544" sldId="280"/>
        </pc:sldMkLst>
      </pc:sldChg>
      <pc:sldChg chg="addSp delSp modSp add mod">
        <pc:chgData name="JONATHAN GABRIEL LOOR BAUTISTA" userId="4234489a-f210-4949-b3ca-adca1d814dab" providerId="ADAL" clId="{4BF10871-1B9E-410E-8846-978CDECD46ED}" dt="2023-11-09T14:05:31.363" v="973" actId="1076"/>
        <pc:sldMkLst>
          <pc:docMk/>
          <pc:sldMk cId="3436423708" sldId="280"/>
        </pc:sldMkLst>
      </pc:sldChg>
      <pc:sldChg chg="addSp delSp modSp add mod">
        <pc:chgData name="JONATHAN GABRIEL LOOR BAUTISTA" userId="4234489a-f210-4949-b3ca-adca1d814dab" providerId="ADAL" clId="{4BF10871-1B9E-410E-8846-978CDECD46ED}" dt="2023-11-09T14:05:47.667" v="977" actId="1076"/>
        <pc:sldMkLst>
          <pc:docMk/>
          <pc:sldMk cId="3781675788" sldId="281"/>
        </pc:sldMkLst>
      </pc:sldChg>
      <pc:sldChg chg="add del setBg">
        <pc:chgData name="JONATHAN GABRIEL LOOR BAUTISTA" userId="4234489a-f210-4949-b3ca-adca1d814dab" providerId="ADAL" clId="{4BF10871-1B9E-410E-8846-978CDECD46ED}" dt="2023-11-09T13:45:35.400" v="526"/>
        <pc:sldMkLst>
          <pc:docMk/>
          <pc:sldMk cId="1419791792" sldId="282"/>
        </pc:sldMkLst>
      </pc:sldChg>
      <pc:sldChg chg="addSp delSp modSp add mod">
        <pc:chgData name="JONATHAN GABRIEL LOOR BAUTISTA" userId="4234489a-f210-4949-b3ca-adca1d814dab" providerId="ADAL" clId="{4BF10871-1B9E-410E-8846-978CDECD46ED}" dt="2023-11-09T14:06:47.321" v="987" actId="1076"/>
        <pc:sldMkLst>
          <pc:docMk/>
          <pc:sldMk cId="2603404091" sldId="282"/>
        </pc:sldMkLst>
      </pc:sldChg>
      <pc:sldChg chg="add del setBg">
        <pc:chgData name="JONATHAN GABRIEL LOOR BAUTISTA" userId="4234489a-f210-4949-b3ca-adca1d814dab" providerId="ADAL" clId="{4BF10871-1B9E-410E-8846-978CDECD46ED}" dt="2023-11-09T13:45:35.400" v="526"/>
        <pc:sldMkLst>
          <pc:docMk/>
          <pc:sldMk cId="1650563039" sldId="283"/>
        </pc:sldMkLst>
      </pc:sldChg>
      <pc:sldChg chg="addSp delSp modSp add mod">
        <pc:chgData name="JONATHAN GABRIEL LOOR BAUTISTA" userId="4234489a-f210-4949-b3ca-adca1d814dab" providerId="ADAL" clId="{4BF10871-1B9E-410E-8846-978CDECD46ED}" dt="2023-11-09T14:08:54.624" v="1035" actId="1076"/>
        <pc:sldMkLst>
          <pc:docMk/>
          <pc:sldMk cId="2789636396" sldId="283"/>
        </pc:sldMkLst>
      </pc:sldChg>
      <pc:sldChg chg="add del setBg">
        <pc:chgData name="JONATHAN GABRIEL LOOR BAUTISTA" userId="4234489a-f210-4949-b3ca-adca1d814dab" providerId="ADAL" clId="{4BF10871-1B9E-410E-8846-978CDECD46ED}" dt="2023-11-09T13:45:35.400" v="526"/>
        <pc:sldMkLst>
          <pc:docMk/>
          <pc:sldMk cId="347908706" sldId="284"/>
        </pc:sldMkLst>
      </pc:sldChg>
      <pc:sldChg chg="add del setBg">
        <pc:chgData name="JONATHAN GABRIEL LOOR BAUTISTA" userId="4234489a-f210-4949-b3ca-adca1d814dab" providerId="ADAL" clId="{4BF10871-1B9E-410E-8846-978CDECD46ED}" dt="2023-11-09T13:45:35.400" v="526"/>
        <pc:sldMkLst>
          <pc:docMk/>
          <pc:sldMk cId="3849679617" sldId="285"/>
        </pc:sldMkLst>
      </pc:sldChg>
      <pc:sldChg chg="add del setBg">
        <pc:chgData name="JONATHAN GABRIEL LOOR BAUTISTA" userId="4234489a-f210-4949-b3ca-adca1d814dab" providerId="ADAL" clId="{4BF10871-1B9E-410E-8846-978CDECD46ED}" dt="2023-11-09T13:45:35.400" v="526"/>
        <pc:sldMkLst>
          <pc:docMk/>
          <pc:sldMk cId="627336759" sldId="286"/>
        </pc:sldMkLst>
      </pc:sldChg>
    </pc:docChg>
  </pc:docChgLst>
  <pc:docChgLst>
    <pc:chgData name="JONATHAN GABRIEL LOOR BAUTISTA" userId="4234489a-f210-4949-b3ca-adca1d814dab" providerId="ADAL" clId="{D94B325C-CBDC-40EB-8050-A66DD27D581D}"/>
    <pc:docChg chg="undo redo custSel addSld delSld modSld sldOrd">
      <pc:chgData name="JONATHAN GABRIEL LOOR BAUTISTA" userId="4234489a-f210-4949-b3ca-adca1d814dab" providerId="ADAL" clId="{D94B325C-CBDC-40EB-8050-A66DD27D581D}" dt="2025-05-26T12:25:30.239" v="2159" actId="1076"/>
      <pc:docMkLst>
        <pc:docMk/>
      </pc:docMkLst>
      <pc:sldChg chg="modSp mod">
        <pc:chgData name="JONATHAN GABRIEL LOOR BAUTISTA" userId="4234489a-f210-4949-b3ca-adca1d814dab" providerId="ADAL" clId="{D94B325C-CBDC-40EB-8050-A66DD27D581D}" dt="2025-05-22T13:44:23.198" v="56" actId="20577"/>
        <pc:sldMkLst>
          <pc:docMk/>
          <pc:sldMk cId="0" sldId="256"/>
        </pc:sldMkLst>
        <pc:spChg chg="mod">
          <ac:chgData name="JONATHAN GABRIEL LOOR BAUTISTA" userId="4234489a-f210-4949-b3ca-adca1d814dab" providerId="ADAL" clId="{D94B325C-CBDC-40EB-8050-A66DD27D581D}" dt="2025-05-22T13:44:23.198" v="56" actId="20577"/>
          <ac:spMkLst>
            <pc:docMk/>
            <pc:sldMk cId="0" sldId="256"/>
            <ac:spMk id="5" creationId="{00000000-0000-0000-0000-000000000000}"/>
          </ac:spMkLst>
        </pc:spChg>
      </pc:sldChg>
      <pc:sldChg chg="addSp delSp modSp mod ord">
        <pc:chgData name="JONATHAN GABRIEL LOOR BAUTISTA" userId="4234489a-f210-4949-b3ca-adca1d814dab" providerId="ADAL" clId="{D94B325C-CBDC-40EB-8050-A66DD27D581D}" dt="2025-05-26T03:21:38.392" v="340" actId="13926"/>
        <pc:sldMkLst>
          <pc:docMk/>
          <pc:sldMk cId="3907512282" sldId="296"/>
        </pc:sldMkLst>
        <pc:spChg chg="mod">
          <ac:chgData name="JONATHAN GABRIEL LOOR BAUTISTA" userId="4234489a-f210-4949-b3ca-adca1d814dab" providerId="ADAL" clId="{D94B325C-CBDC-40EB-8050-A66DD27D581D}" dt="2025-05-26T03:20:58.982" v="336" actId="20577"/>
          <ac:spMkLst>
            <pc:docMk/>
            <pc:sldMk cId="3907512282" sldId="296"/>
            <ac:spMk id="24578" creationId="{716F85CF-5609-22B4-622E-EC38074EBE96}"/>
          </ac:spMkLst>
        </pc:spChg>
        <pc:spChg chg="mod">
          <ac:chgData name="JONATHAN GABRIEL LOOR BAUTISTA" userId="4234489a-f210-4949-b3ca-adca1d814dab" providerId="ADAL" clId="{D94B325C-CBDC-40EB-8050-A66DD27D581D}" dt="2025-05-26T03:21:38.392" v="340" actId="13926"/>
          <ac:spMkLst>
            <pc:docMk/>
            <pc:sldMk cId="3907512282" sldId="296"/>
            <ac:spMk id="24579" creationId="{B19FF868-FB53-C797-F2C1-D1DCA182DB2C}"/>
          </ac:spMkLst>
        </pc:spChg>
        <pc:picChg chg="add del mod">
          <ac:chgData name="JONATHAN GABRIEL LOOR BAUTISTA" userId="4234489a-f210-4949-b3ca-adca1d814dab" providerId="ADAL" clId="{D94B325C-CBDC-40EB-8050-A66DD27D581D}" dt="2025-05-26T03:06:47.249" v="263" actId="1076"/>
          <ac:picMkLst>
            <pc:docMk/>
            <pc:sldMk cId="3907512282" sldId="296"/>
            <ac:picMk id="4" creationId="{5C593F56-8CB3-96F0-455A-3F341F102767}"/>
          </ac:picMkLst>
        </pc:picChg>
      </pc:sldChg>
      <pc:sldChg chg="addSp delSp modSp mod">
        <pc:chgData name="JONATHAN GABRIEL LOOR BAUTISTA" userId="4234489a-f210-4949-b3ca-adca1d814dab" providerId="ADAL" clId="{D94B325C-CBDC-40EB-8050-A66DD27D581D}" dt="2025-05-26T03:20:26.776" v="323" actId="1076"/>
        <pc:sldMkLst>
          <pc:docMk/>
          <pc:sldMk cId="2463088549" sldId="297"/>
        </pc:sldMkLst>
        <pc:spChg chg="mod">
          <ac:chgData name="JONATHAN GABRIEL LOOR BAUTISTA" userId="4234489a-f210-4949-b3ca-adca1d814dab" providerId="ADAL" clId="{D94B325C-CBDC-40EB-8050-A66DD27D581D}" dt="2025-05-26T03:08:27.546" v="311" actId="20577"/>
          <ac:spMkLst>
            <pc:docMk/>
            <pc:sldMk cId="2463088549" sldId="297"/>
            <ac:spMk id="24578" creationId="{16016D6C-3F36-E6DA-4F28-368C8D87F894}"/>
          </ac:spMkLst>
        </pc:spChg>
        <pc:spChg chg="mod">
          <ac:chgData name="JONATHAN GABRIEL LOOR BAUTISTA" userId="4234489a-f210-4949-b3ca-adca1d814dab" providerId="ADAL" clId="{D94B325C-CBDC-40EB-8050-A66DD27D581D}" dt="2025-05-26T03:19:50.045" v="316" actId="1076"/>
          <ac:spMkLst>
            <pc:docMk/>
            <pc:sldMk cId="2463088549" sldId="297"/>
            <ac:spMk id="24579" creationId="{4EC47A46-34D9-22FD-9943-083AEA6E6FEC}"/>
          </ac:spMkLst>
        </pc:spChg>
        <pc:picChg chg="add mod">
          <ac:chgData name="JONATHAN GABRIEL LOOR BAUTISTA" userId="4234489a-f210-4949-b3ca-adca1d814dab" providerId="ADAL" clId="{D94B325C-CBDC-40EB-8050-A66DD27D581D}" dt="2025-05-26T03:20:26.776" v="323" actId="1076"/>
          <ac:picMkLst>
            <pc:docMk/>
            <pc:sldMk cId="2463088549" sldId="297"/>
            <ac:picMk id="2050" creationId="{F55EB49A-2BD8-7800-BE0F-0ADE7DE32805}"/>
          </ac:picMkLst>
        </pc:picChg>
      </pc:sldChg>
      <pc:sldChg chg="del">
        <pc:chgData name="JONATHAN GABRIEL LOOR BAUTISTA" userId="4234489a-f210-4949-b3ca-adca1d814dab" providerId="ADAL" clId="{D94B325C-CBDC-40EB-8050-A66DD27D581D}" dt="2025-05-22T13:45:33.557" v="100" actId="47"/>
        <pc:sldMkLst>
          <pc:docMk/>
          <pc:sldMk cId="340544771" sldId="298"/>
        </pc:sldMkLst>
      </pc:sldChg>
      <pc:sldChg chg="del">
        <pc:chgData name="JONATHAN GABRIEL LOOR BAUTISTA" userId="4234489a-f210-4949-b3ca-adca1d814dab" providerId="ADAL" clId="{D94B325C-CBDC-40EB-8050-A66DD27D581D}" dt="2025-05-22T13:45:32.837" v="99" actId="47"/>
        <pc:sldMkLst>
          <pc:docMk/>
          <pc:sldMk cId="2958359049" sldId="299"/>
        </pc:sldMkLst>
      </pc:sldChg>
      <pc:sldChg chg="del">
        <pc:chgData name="JONATHAN GABRIEL LOOR BAUTISTA" userId="4234489a-f210-4949-b3ca-adca1d814dab" providerId="ADAL" clId="{D94B325C-CBDC-40EB-8050-A66DD27D581D}" dt="2025-05-22T13:45:35.414" v="102" actId="47"/>
        <pc:sldMkLst>
          <pc:docMk/>
          <pc:sldMk cId="570870609" sldId="301"/>
        </pc:sldMkLst>
      </pc:sldChg>
      <pc:sldChg chg="del">
        <pc:chgData name="JONATHAN GABRIEL LOOR BAUTISTA" userId="4234489a-f210-4949-b3ca-adca1d814dab" providerId="ADAL" clId="{D94B325C-CBDC-40EB-8050-A66DD27D581D}" dt="2025-05-22T13:45:36.881" v="103" actId="47"/>
        <pc:sldMkLst>
          <pc:docMk/>
          <pc:sldMk cId="4058535090" sldId="302"/>
        </pc:sldMkLst>
      </pc:sldChg>
      <pc:sldChg chg="del">
        <pc:chgData name="JONATHAN GABRIEL LOOR BAUTISTA" userId="4234489a-f210-4949-b3ca-adca1d814dab" providerId="ADAL" clId="{D94B325C-CBDC-40EB-8050-A66DD27D581D}" dt="2025-05-22T13:45:37.740" v="104" actId="47"/>
        <pc:sldMkLst>
          <pc:docMk/>
          <pc:sldMk cId="643062816" sldId="303"/>
        </pc:sldMkLst>
      </pc:sldChg>
      <pc:sldChg chg="del">
        <pc:chgData name="JONATHAN GABRIEL LOOR BAUTISTA" userId="4234489a-f210-4949-b3ca-adca1d814dab" providerId="ADAL" clId="{D94B325C-CBDC-40EB-8050-A66DD27D581D}" dt="2025-05-22T13:45:38.290" v="105" actId="47"/>
        <pc:sldMkLst>
          <pc:docMk/>
          <pc:sldMk cId="4291610913" sldId="304"/>
        </pc:sldMkLst>
      </pc:sldChg>
      <pc:sldChg chg="del">
        <pc:chgData name="JONATHAN GABRIEL LOOR BAUTISTA" userId="4234489a-f210-4949-b3ca-adca1d814dab" providerId="ADAL" clId="{D94B325C-CBDC-40EB-8050-A66DD27D581D}" dt="2025-05-22T13:45:40.767" v="106" actId="47"/>
        <pc:sldMkLst>
          <pc:docMk/>
          <pc:sldMk cId="118540457" sldId="305"/>
        </pc:sldMkLst>
      </pc:sldChg>
      <pc:sldChg chg="del">
        <pc:chgData name="JONATHAN GABRIEL LOOR BAUTISTA" userId="4234489a-f210-4949-b3ca-adca1d814dab" providerId="ADAL" clId="{D94B325C-CBDC-40EB-8050-A66DD27D581D}" dt="2025-05-22T13:45:34.579" v="101" actId="47"/>
        <pc:sldMkLst>
          <pc:docMk/>
          <pc:sldMk cId="1249538767" sldId="306"/>
        </pc:sldMkLst>
      </pc:sldChg>
      <pc:sldChg chg="del">
        <pc:chgData name="JONATHAN GABRIEL LOOR BAUTISTA" userId="4234489a-f210-4949-b3ca-adca1d814dab" providerId="ADAL" clId="{D94B325C-CBDC-40EB-8050-A66DD27D581D}" dt="2025-05-22T13:45:26.734" v="98" actId="47"/>
        <pc:sldMkLst>
          <pc:docMk/>
          <pc:sldMk cId="1905160335" sldId="307"/>
        </pc:sldMkLst>
      </pc:sldChg>
      <pc:sldChg chg="modSp mod">
        <pc:chgData name="JONATHAN GABRIEL LOOR BAUTISTA" userId="4234489a-f210-4949-b3ca-adca1d814dab" providerId="ADAL" clId="{D94B325C-CBDC-40EB-8050-A66DD27D581D}" dt="2025-05-26T11:31:48.465" v="1675" actId="20577"/>
        <pc:sldMkLst>
          <pc:docMk/>
          <pc:sldMk cId="2797038675" sldId="308"/>
        </pc:sldMkLst>
        <pc:spChg chg="mod">
          <ac:chgData name="JONATHAN GABRIEL LOOR BAUTISTA" userId="4234489a-f210-4949-b3ca-adca1d814dab" providerId="ADAL" clId="{D94B325C-CBDC-40EB-8050-A66DD27D581D}" dt="2025-05-26T11:31:48.465" v="1675" actId="20577"/>
          <ac:spMkLst>
            <pc:docMk/>
            <pc:sldMk cId="2797038675" sldId="308"/>
            <ac:spMk id="24579" creationId="{4A07FB0D-6150-AAF0-5891-DBAE1962AC9A}"/>
          </ac:spMkLst>
        </pc:spChg>
      </pc:sldChg>
      <pc:sldChg chg="addSp delSp modSp add mod ord">
        <pc:chgData name="JONATHAN GABRIEL LOOR BAUTISTA" userId="4234489a-f210-4949-b3ca-adca1d814dab" providerId="ADAL" clId="{D94B325C-CBDC-40EB-8050-A66DD27D581D}" dt="2025-05-26T03:51:51.220" v="661" actId="1076"/>
        <pc:sldMkLst>
          <pc:docMk/>
          <pc:sldMk cId="1910494269" sldId="309"/>
        </pc:sldMkLst>
        <pc:spChg chg="mod">
          <ac:chgData name="JONATHAN GABRIEL LOOR BAUTISTA" userId="4234489a-f210-4949-b3ca-adca1d814dab" providerId="ADAL" clId="{D94B325C-CBDC-40EB-8050-A66DD27D581D}" dt="2025-05-26T03:36:48.606" v="354" actId="20577"/>
          <ac:spMkLst>
            <pc:docMk/>
            <pc:sldMk cId="1910494269" sldId="309"/>
            <ac:spMk id="24578" creationId="{E78C5D5B-7142-9323-5ED7-B8AF87C592F9}"/>
          </ac:spMkLst>
        </pc:spChg>
        <pc:spChg chg="mod">
          <ac:chgData name="JONATHAN GABRIEL LOOR BAUTISTA" userId="4234489a-f210-4949-b3ca-adca1d814dab" providerId="ADAL" clId="{D94B325C-CBDC-40EB-8050-A66DD27D581D}" dt="2025-05-26T03:50:58.323" v="650" actId="1076"/>
          <ac:spMkLst>
            <pc:docMk/>
            <pc:sldMk cId="1910494269" sldId="309"/>
            <ac:spMk id="24579" creationId="{C137E28D-4563-AC6A-BDA4-DF227F304406}"/>
          </ac:spMkLst>
        </pc:spChg>
        <pc:picChg chg="add del mod">
          <ac:chgData name="JONATHAN GABRIEL LOOR BAUTISTA" userId="4234489a-f210-4949-b3ca-adca1d814dab" providerId="ADAL" clId="{D94B325C-CBDC-40EB-8050-A66DD27D581D}" dt="2025-05-26T03:37:04.947" v="355" actId="478"/>
          <ac:picMkLst>
            <pc:docMk/>
            <pc:sldMk cId="1910494269" sldId="309"/>
            <ac:picMk id="3" creationId="{90003916-ECE5-6C3E-3F97-1E11CF56C771}"/>
          </ac:picMkLst>
        </pc:picChg>
        <pc:picChg chg="add del mod">
          <ac:chgData name="JONATHAN GABRIEL LOOR BAUTISTA" userId="4234489a-f210-4949-b3ca-adca1d814dab" providerId="ADAL" clId="{D94B325C-CBDC-40EB-8050-A66DD27D581D}" dt="2025-05-26T03:46:09.599" v="623" actId="478"/>
          <ac:picMkLst>
            <pc:docMk/>
            <pc:sldMk cId="1910494269" sldId="309"/>
            <ac:picMk id="4" creationId="{6008CD36-2A22-80C1-BCF7-66D5288B66AA}"/>
          </ac:picMkLst>
        </pc:picChg>
        <pc:picChg chg="add mod">
          <ac:chgData name="JONATHAN GABRIEL LOOR BAUTISTA" userId="4234489a-f210-4949-b3ca-adca1d814dab" providerId="ADAL" clId="{D94B325C-CBDC-40EB-8050-A66DD27D581D}" dt="2025-05-26T03:51:44.861" v="659" actId="1076"/>
          <ac:picMkLst>
            <pc:docMk/>
            <pc:sldMk cId="1910494269" sldId="309"/>
            <ac:picMk id="3074" creationId="{4A826BF4-D8EE-CF29-555C-6F5B8BF676B7}"/>
          </ac:picMkLst>
        </pc:picChg>
        <pc:picChg chg="add mod">
          <ac:chgData name="JONATHAN GABRIEL LOOR BAUTISTA" userId="4234489a-f210-4949-b3ca-adca1d814dab" providerId="ADAL" clId="{D94B325C-CBDC-40EB-8050-A66DD27D581D}" dt="2025-05-26T03:51:51.220" v="661" actId="1076"/>
          <ac:picMkLst>
            <pc:docMk/>
            <pc:sldMk cId="1910494269" sldId="309"/>
            <ac:picMk id="3076" creationId="{AE438955-7290-3CFD-D6FA-65FAE461EB77}"/>
          </ac:picMkLst>
        </pc:picChg>
      </pc:sldChg>
      <pc:sldChg chg="addSp delSp modSp add mod">
        <pc:chgData name="JONATHAN GABRIEL LOOR BAUTISTA" userId="4234489a-f210-4949-b3ca-adca1d814dab" providerId="ADAL" clId="{D94B325C-CBDC-40EB-8050-A66DD27D581D}" dt="2025-05-26T03:05:50.462" v="229" actId="1076"/>
        <pc:sldMkLst>
          <pc:docMk/>
          <pc:sldMk cId="1616950650" sldId="310"/>
        </pc:sldMkLst>
        <pc:spChg chg="mod">
          <ac:chgData name="JONATHAN GABRIEL LOOR BAUTISTA" userId="4234489a-f210-4949-b3ca-adca1d814dab" providerId="ADAL" clId="{D94B325C-CBDC-40EB-8050-A66DD27D581D}" dt="2025-05-26T02:50:10.725" v="161" actId="20577"/>
          <ac:spMkLst>
            <pc:docMk/>
            <pc:sldMk cId="1616950650" sldId="310"/>
            <ac:spMk id="24578" creationId="{F704A0B1-6CFE-A1DB-B041-736278967E58}"/>
          </ac:spMkLst>
        </pc:spChg>
        <pc:spChg chg="mod">
          <ac:chgData name="JONATHAN GABRIEL LOOR BAUTISTA" userId="4234489a-f210-4949-b3ca-adca1d814dab" providerId="ADAL" clId="{D94B325C-CBDC-40EB-8050-A66DD27D581D}" dt="2025-05-26T03:05:41.033" v="226" actId="20577"/>
          <ac:spMkLst>
            <pc:docMk/>
            <pc:sldMk cId="1616950650" sldId="310"/>
            <ac:spMk id="24579" creationId="{1888D9FB-8D9F-D797-B0CA-E72C7D932817}"/>
          </ac:spMkLst>
        </pc:spChg>
        <pc:picChg chg="del">
          <ac:chgData name="JONATHAN GABRIEL LOOR BAUTISTA" userId="4234489a-f210-4949-b3ca-adca1d814dab" providerId="ADAL" clId="{D94B325C-CBDC-40EB-8050-A66DD27D581D}" dt="2025-05-26T02:50:12.952" v="162" actId="478"/>
          <ac:picMkLst>
            <pc:docMk/>
            <pc:sldMk cId="1616950650" sldId="310"/>
            <ac:picMk id="4" creationId="{BAF0F3B5-D6EA-4ED8-7FB3-7A484C0F607A}"/>
          </ac:picMkLst>
        </pc:picChg>
        <pc:picChg chg="add mod">
          <ac:chgData name="JONATHAN GABRIEL LOOR BAUTISTA" userId="4234489a-f210-4949-b3ca-adca1d814dab" providerId="ADAL" clId="{D94B325C-CBDC-40EB-8050-A66DD27D581D}" dt="2025-05-26T03:05:23.027" v="220" actId="14100"/>
          <ac:picMkLst>
            <pc:docMk/>
            <pc:sldMk cId="1616950650" sldId="310"/>
            <ac:picMk id="1026" creationId="{A2107985-EE0C-1A60-DFC6-D78ECA2222DE}"/>
          </ac:picMkLst>
        </pc:picChg>
        <pc:picChg chg="add mod">
          <ac:chgData name="JONATHAN GABRIEL LOOR BAUTISTA" userId="4234489a-f210-4949-b3ca-adca1d814dab" providerId="ADAL" clId="{D94B325C-CBDC-40EB-8050-A66DD27D581D}" dt="2025-05-26T03:05:50.462" v="229" actId="1076"/>
          <ac:picMkLst>
            <pc:docMk/>
            <pc:sldMk cId="1616950650" sldId="310"/>
            <ac:picMk id="1028" creationId="{4154CE38-8C5A-7EEF-5107-F2A912445E0C}"/>
          </ac:picMkLst>
        </pc:picChg>
      </pc:sldChg>
      <pc:sldChg chg="add del">
        <pc:chgData name="JONATHAN GABRIEL LOOR BAUTISTA" userId="4234489a-f210-4949-b3ca-adca1d814dab" providerId="ADAL" clId="{D94B325C-CBDC-40EB-8050-A66DD27D581D}" dt="2025-05-26T03:52:19.305" v="662" actId="2696"/>
        <pc:sldMkLst>
          <pc:docMk/>
          <pc:sldMk cId="2654721582" sldId="311"/>
        </pc:sldMkLst>
      </pc:sldChg>
      <pc:sldChg chg="addSp delSp modSp add mod ord">
        <pc:chgData name="JONATHAN GABRIEL LOOR BAUTISTA" userId="4234489a-f210-4949-b3ca-adca1d814dab" providerId="ADAL" clId="{D94B325C-CBDC-40EB-8050-A66DD27D581D}" dt="2025-05-26T12:19:30.570" v="2112" actId="20577"/>
        <pc:sldMkLst>
          <pc:docMk/>
          <pc:sldMk cId="3659524975" sldId="311"/>
        </pc:sldMkLst>
        <pc:spChg chg="add del mod">
          <ac:chgData name="JONATHAN GABRIEL LOOR BAUTISTA" userId="4234489a-f210-4949-b3ca-adca1d814dab" providerId="ADAL" clId="{D94B325C-CBDC-40EB-8050-A66DD27D581D}" dt="2025-05-26T11:51:06.283" v="1822" actId="478"/>
          <ac:spMkLst>
            <pc:docMk/>
            <pc:sldMk cId="3659524975" sldId="311"/>
            <ac:spMk id="4" creationId="{215997A0-D94A-D831-E554-339CC17308D7}"/>
          </ac:spMkLst>
        </pc:spChg>
        <pc:spChg chg="mod">
          <ac:chgData name="JONATHAN GABRIEL LOOR BAUTISTA" userId="4234489a-f210-4949-b3ca-adca1d814dab" providerId="ADAL" clId="{D94B325C-CBDC-40EB-8050-A66DD27D581D}" dt="2025-05-26T12:19:30.570" v="2112" actId="20577"/>
          <ac:spMkLst>
            <pc:docMk/>
            <pc:sldMk cId="3659524975" sldId="311"/>
            <ac:spMk id="24579" creationId="{19EDC00B-0FB5-1A2E-28FE-C698CEAB0E77}"/>
          </ac:spMkLst>
        </pc:spChg>
        <pc:picChg chg="add del mod">
          <ac:chgData name="JONATHAN GABRIEL LOOR BAUTISTA" userId="4234489a-f210-4949-b3ca-adca1d814dab" providerId="ADAL" clId="{D94B325C-CBDC-40EB-8050-A66DD27D581D}" dt="2025-05-26T11:51:01.392" v="1820" actId="478"/>
          <ac:picMkLst>
            <pc:docMk/>
            <pc:sldMk cId="3659524975" sldId="311"/>
            <ac:picMk id="3" creationId="{BAE16C99-944F-FF8D-1820-5C40D8B21C65}"/>
          </ac:picMkLst>
        </pc:picChg>
        <pc:picChg chg="add mod">
          <ac:chgData name="JONATHAN GABRIEL LOOR BAUTISTA" userId="4234489a-f210-4949-b3ca-adca1d814dab" providerId="ADAL" clId="{D94B325C-CBDC-40EB-8050-A66DD27D581D}" dt="2025-05-26T12:09:24.187" v="1987" actId="1076"/>
          <ac:picMkLst>
            <pc:docMk/>
            <pc:sldMk cId="3659524975" sldId="311"/>
            <ac:picMk id="7" creationId="{17B57F8E-33B1-942C-1F0C-B9E67DD7A3BE}"/>
          </ac:picMkLst>
        </pc:picChg>
        <pc:picChg chg="add mod modCrop">
          <ac:chgData name="JONATHAN GABRIEL LOOR BAUTISTA" userId="4234489a-f210-4949-b3ca-adca1d814dab" providerId="ADAL" clId="{D94B325C-CBDC-40EB-8050-A66DD27D581D}" dt="2025-05-26T12:09:39.721" v="1990" actId="14100"/>
          <ac:picMkLst>
            <pc:docMk/>
            <pc:sldMk cId="3659524975" sldId="311"/>
            <ac:picMk id="9" creationId="{EDD736CF-C3EA-4F4C-0E45-63CF8E706B87}"/>
          </ac:picMkLst>
        </pc:picChg>
      </pc:sldChg>
      <pc:sldChg chg="modSp add mod ord">
        <pc:chgData name="JONATHAN GABRIEL LOOR BAUTISTA" userId="4234489a-f210-4949-b3ca-adca1d814dab" providerId="ADAL" clId="{D94B325C-CBDC-40EB-8050-A66DD27D581D}" dt="2025-05-26T12:19:22.460" v="2108" actId="20577"/>
        <pc:sldMkLst>
          <pc:docMk/>
          <pc:sldMk cId="1022462976" sldId="312"/>
        </pc:sldMkLst>
        <pc:spChg chg="mod">
          <ac:chgData name="JONATHAN GABRIEL LOOR BAUTISTA" userId="4234489a-f210-4949-b3ca-adca1d814dab" providerId="ADAL" clId="{D94B325C-CBDC-40EB-8050-A66DD27D581D}" dt="2025-05-26T12:19:22.460" v="2108" actId="20577"/>
          <ac:spMkLst>
            <pc:docMk/>
            <pc:sldMk cId="1022462976" sldId="312"/>
            <ac:spMk id="4" creationId="{312C9C92-AEC5-D61D-AA94-9E4D8A9115D6}"/>
          </ac:spMkLst>
        </pc:spChg>
        <pc:spChg chg="mod">
          <ac:chgData name="JONATHAN GABRIEL LOOR BAUTISTA" userId="4234489a-f210-4949-b3ca-adca1d814dab" providerId="ADAL" clId="{D94B325C-CBDC-40EB-8050-A66DD27D581D}" dt="2025-05-26T12:19:19.777" v="2106" actId="20577"/>
          <ac:spMkLst>
            <pc:docMk/>
            <pc:sldMk cId="1022462976" sldId="312"/>
            <ac:spMk id="24579" creationId="{483A0EB7-CD6D-7BD5-A2BA-8C35A9215861}"/>
          </ac:spMkLst>
        </pc:spChg>
      </pc:sldChg>
      <pc:sldChg chg="addSp delSp modSp add mod">
        <pc:chgData name="JONATHAN GABRIEL LOOR BAUTISTA" userId="4234489a-f210-4949-b3ca-adca1d814dab" providerId="ADAL" clId="{D94B325C-CBDC-40EB-8050-A66DD27D581D}" dt="2025-05-26T12:19:07.298" v="2104" actId="20577"/>
        <pc:sldMkLst>
          <pc:docMk/>
          <pc:sldMk cId="3630284739" sldId="313"/>
        </pc:sldMkLst>
        <pc:spChg chg="add del">
          <ac:chgData name="JONATHAN GABRIEL LOOR BAUTISTA" userId="4234489a-f210-4949-b3ca-adca1d814dab" providerId="ADAL" clId="{D94B325C-CBDC-40EB-8050-A66DD27D581D}" dt="2025-05-26T12:14:35.874" v="2004" actId="22"/>
          <ac:spMkLst>
            <pc:docMk/>
            <pc:sldMk cId="3630284739" sldId="313"/>
            <ac:spMk id="3" creationId="{BA7B1631-2A09-9640-EA2A-8F758F6DCFB5}"/>
          </ac:spMkLst>
        </pc:spChg>
        <pc:spChg chg="mod">
          <ac:chgData name="JONATHAN GABRIEL LOOR BAUTISTA" userId="4234489a-f210-4949-b3ca-adca1d814dab" providerId="ADAL" clId="{D94B325C-CBDC-40EB-8050-A66DD27D581D}" dt="2025-05-26T12:19:07.298" v="2104" actId="20577"/>
          <ac:spMkLst>
            <pc:docMk/>
            <pc:sldMk cId="3630284739" sldId="313"/>
            <ac:spMk id="24579" creationId="{11FFD540-19D5-CCDB-F6FB-2E50193E93AA}"/>
          </ac:spMkLst>
        </pc:spChg>
        <pc:picChg chg="add mod">
          <ac:chgData name="JONATHAN GABRIEL LOOR BAUTISTA" userId="4234489a-f210-4949-b3ca-adca1d814dab" providerId="ADAL" clId="{D94B325C-CBDC-40EB-8050-A66DD27D581D}" dt="2025-05-26T12:15:39.373" v="2025" actId="1076"/>
          <ac:picMkLst>
            <pc:docMk/>
            <pc:sldMk cId="3630284739" sldId="313"/>
            <ac:picMk id="5" creationId="{7DEC396A-0CF9-9F1C-B01C-D23CD7D8372A}"/>
          </ac:picMkLst>
        </pc:picChg>
      </pc:sldChg>
      <pc:sldChg chg="addSp delSp modSp add mod ord">
        <pc:chgData name="JONATHAN GABRIEL LOOR BAUTISTA" userId="4234489a-f210-4949-b3ca-adca1d814dab" providerId="ADAL" clId="{D94B325C-CBDC-40EB-8050-A66DD27D581D}" dt="2025-05-26T12:25:30.239" v="2159" actId="1076"/>
        <pc:sldMkLst>
          <pc:docMk/>
          <pc:sldMk cId="1402953868" sldId="314"/>
        </pc:sldMkLst>
        <pc:spChg chg="mod">
          <ac:chgData name="JONATHAN GABRIEL LOOR BAUTISTA" userId="4234489a-f210-4949-b3ca-adca1d814dab" providerId="ADAL" clId="{D94B325C-CBDC-40EB-8050-A66DD27D581D}" dt="2025-05-26T12:25:16.119" v="2157"/>
          <ac:spMkLst>
            <pc:docMk/>
            <pc:sldMk cId="1402953868" sldId="314"/>
            <ac:spMk id="24579" creationId="{DD3F7DC5-9686-0EFE-F3D0-A4266EEA7FF9}"/>
          </ac:spMkLst>
        </pc:spChg>
        <pc:picChg chg="add del mod">
          <ac:chgData name="JONATHAN GABRIEL LOOR BAUTISTA" userId="4234489a-f210-4949-b3ca-adca1d814dab" providerId="ADAL" clId="{D94B325C-CBDC-40EB-8050-A66DD27D581D}" dt="2025-05-26T12:24:50.823" v="2145" actId="22"/>
          <ac:picMkLst>
            <pc:docMk/>
            <pc:sldMk cId="1402953868" sldId="314"/>
            <ac:picMk id="3" creationId="{CF3F975D-69BB-A6F2-73DD-B148A32725F6}"/>
          </ac:picMkLst>
        </pc:picChg>
        <pc:picChg chg="add del">
          <ac:chgData name="JONATHAN GABRIEL LOOR BAUTISTA" userId="4234489a-f210-4949-b3ca-adca1d814dab" providerId="ADAL" clId="{D94B325C-CBDC-40EB-8050-A66DD27D581D}" dt="2025-05-26T12:25:03.232" v="2154" actId="22"/>
          <ac:picMkLst>
            <pc:docMk/>
            <pc:sldMk cId="1402953868" sldId="314"/>
            <ac:picMk id="5" creationId="{6E77219F-C2B1-395C-4F2D-5116F98F205B}"/>
          </ac:picMkLst>
        </pc:picChg>
        <pc:picChg chg="add mod">
          <ac:chgData name="JONATHAN GABRIEL LOOR BAUTISTA" userId="4234489a-f210-4949-b3ca-adca1d814dab" providerId="ADAL" clId="{D94B325C-CBDC-40EB-8050-A66DD27D581D}" dt="2025-05-26T12:25:30.239" v="2159" actId="1076"/>
          <ac:picMkLst>
            <pc:docMk/>
            <pc:sldMk cId="1402953868" sldId="314"/>
            <ac:picMk id="8" creationId="{B913DEEB-D2CA-E6E3-2F27-FFC77B52732F}"/>
          </ac:picMkLst>
        </pc:picChg>
      </pc:sldChg>
    </pc:docChg>
  </pc:docChgLst>
  <pc:docChgLst>
    <pc:chgData name="JONATHAN GABRIEL LOOR BAUTISTA" userId="4234489a-f210-4949-b3ca-adca1d814dab" providerId="ADAL" clId="{BA8EB4E2-FDE7-4337-9248-AAF736D812BE}"/>
    <pc:docChg chg="undo redo custSel addSld delSld modSld sldOrd">
      <pc:chgData name="JONATHAN GABRIEL LOOR BAUTISTA" userId="4234489a-f210-4949-b3ca-adca1d814dab" providerId="ADAL" clId="{BA8EB4E2-FDE7-4337-9248-AAF736D812BE}" dt="2024-01-10T21:09:39.560" v="1076" actId="9405"/>
      <pc:docMkLst>
        <pc:docMk/>
      </pc:docMkLst>
      <pc:sldChg chg="modSp mod">
        <pc:chgData name="JONATHAN GABRIEL LOOR BAUTISTA" userId="4234489a-f210-4949-b3ca-adca1d814dab" providerId="ADAL" clId="{BA8EB4E2-FDE7-4337-9248-AAF736D812BE}" dt="2024-01-10T19:27:20.241" v="70" actId="20577"/>
        <pc:sldMkLst>
          <pc:docMk/>
          <pc:sldMk cId="0" sldId="256"/>
        </pc:sldMkLst>
      </pc:sldChg>
      <pc:sldChg chg="addSp delSp modSp mod">
        <pc:chgData name="JONATHAN GABRIEL LOOR BAUTISTA" userId="4234489a-f210-4949-b3ca-adca1d814dab" providerId="ADAL" clId="{BA8EB4E2-FDE7-4337-9248-AAF736D812BE}" dt="2024-01-10T19:35:28.991" v="159" actId="732"/>
        <pc:sldMkLst>
          <pc:docMk/>
          <pc:sldMk cId="445900017" sldId="272"/>
        </pc:sldMkLst>
      </pc:sldChg>
      <pc:sldChg chg="del">
        <pc:chgData name="JONATHAN GABRIEL LOOR BAUTISTA" userId="4234489a-f210-4949-b3ca-adca1d814dab" providerId="ADAL" clId="{BA8EB4E2-FDE7-4337-9248-AAF736D812BE}" dt="2024-01-10T19:27:25.954" v="82" actId="47"/>
        <pc:sldMkLst>
          <pc:docMk/>
          <pc:sldMk cId="3479178164" sldId="273"/>
        </pc:sldMkLst>
      </pc:sldChg>
      <pc:sldChg chg="delSp modSp add mod ord">
        <pc:chgData name="JONATHAN GABRIEL LOOR BAUTISTA" userId="4234489a-f210-4949-b3ca-adca1d814dab" providerId="ADAL" clId="{BA8EB4E2-FDE7-4337-9248-AAF736D812BE}" dt="2024-01-10T19:30:47.392" v="121"/>
        <pc:sldMkLst>
          <pc:docMk/>
          <pc:sldMk cId="4133258574" sldId="273"/>
        </pc:sldMkLst>
      </pc:sldChg>
      <pc:sldChg chg="del">
        <pc:chgData name="JONATHAN GABRIEL LOOR BAUTISTA" userId="4234489a-f210-4949-b3ca-adca1d814dab" providerId="ADAL" clId="{BA8EB4E2-FDE7-4337-9248-AAF736D812BE}" dt="2024-01-10T19:27:25.450" v="81" actId="47"/>
        <pc:sldMkLst>
          <pc:docMk/>
          <pc:sldMk cId="329500094" sldId="274"/>
        </pc:sldMkLst>
      </pc:sldChg>
      <pc:sldChg chg="add">
        <pc:chgData name="JONATHAN GABRIEL LOOR BAUTISTA" userId="4234489a-f210-4949-b3ca-adca1d814dab" providerId="ADAL" clId="{BA8EB4E2-FDE7-4337-9248-AAF736D812BE}" dt="2024-01-10T19:35:33.088" v="160" actId="2890"/>
        <pc:sldMkLst>
          <pc:docMk/>
          <pc:sldMk cId="1579677953" sldId="274"/>
        </pc:sldMkLst>
      </pc:sldChg>
      <pc:sldChg chg="del">
        <pc:chgData name="JONATHAN GABRIEL LOOR BAUTISTA" userId="4234489a-f210-4949-b3ca-adca1d814dab" providerId="ADAL" clId="{BA8EB4E2-FDE7-4337-9248-AAF736D812BE}" dt="2024-01-10T19:27:24.977" v="79" actId="47"/>
        <pc:sldMkLst>
          <pc:docMk/>
          <pc:sldMk cId="1990230209" sldId="275"/>
        </pc:sldMkLst>
      </pc:sldChg>
      <pc:sldChg chg="addSp delSp modSp add mod">
        <pc:chgData name="JONATHAN GABRIEL LOOR BAUTISTA" userId="4234489a-f210-4949-b3ca-adca1d814dab" providerId="ADAL" clId="{BA8EB4E2-FDE7-4337-9248-AAF736D812BE}" dt="2024-01-10T19:40:35.722" v="205" actId="20577"/>
        <pc:sldMkLst>
          <pc:docMk/>
          <pc:sldMk cId="2704981625" sldId="275"/>
        </pc:sldMkLst>
      </pc:sldChg>
      <pc:sldChg chg="delSp modSp add mod">
        <pc:chgData name="JONATHAN GABRIEL LOOR BAUTISTA" userId="4234489a-f210-4949-b3ca-adca1d814dab" providerId="ADAL" clId="{BA8EB4E2-FDE7-4337-9248-AAF736D812BE}" dt="2024-01-10T19:41:21.100" v="225"/>
        <pc:sldMkLst>
          <pc:docMk/>
          <pc:sldMk cId="1243469074" sldId="276"/>
        </pc:sldMkLst>
      </pc:sldChg>
      <pc:sldChg chg="del">
        <pc:chgData name="JONATHAN GABRIEL LOOR BAUTISTA" userId="4234489a-f210-4949-b3ca-adca1d814dab" providerId="ADAL" clId="{BA8EB4E2-FDE7-4337-9248-AAF736D812BE}" dt="2024-01-10T19:27:24.845" v="78" actId="47"/>
        <pc:sldMkLst>
          <pc:docMk/>
          <pc:sldMk cId="3116047295" sldId="276"/>
        </pc:sldMkLst>
      </pc:sldChg>
      <pc:sldChg chg="del">
        <pc:chgData name="JONATHAN GABRIEL LOOR BAUTISTA" userId="4234489a-f210-4949-b3ca-adca1d814dab" providerId="ADAL" clId="{BA8EB4E2-FDE7-4337-9248-AAF736D812BE}" dt="2024-01-10T19:27:24.341" v="74" actId="47"/>
        <pc:sldMkLst>
          <pc:docMk/>
          <pc:sldMk cId="283829873" sldId="277"/>
        </pc:sldMkLst>
      </pc:sldChg>
      <pc:sldChg chg="addSp modSp add mod">
        <pc:chgData name="JONATHAN GABRIEL LOOR BAUTISTA" userId="4234489a-f210-4949-b3ca-adca1d814dab" providerId="ADAL" clId="{BA8EB4E2-FDE7-4337-9248-AAF736D812BE}" dt="2024-01-10T19:41:58.374" v="231" actId="1076"/>
        <pc:sldMkLst>
          <pc:docMk/>
          <pc:sldMk cId="4164239669" sldId="277"/>
        </pc:sldMkLst>
      </pc:sldChg>
      <pc:sldChg chg="delSp modSp add mod">
        <pc:chgData name="JONATHAN GABRIEL LOOR BAUTISTA" userId="4234489a-f210-4949-b3ca-adca1d814dab" providerId="ADAL" clId="{BA8EB4E2-FDE7-4337-9248-AAF736D812BE}" dt="2024-01-10T19:45:07.634" v="256" actId="20577"/>
        <pc:sldMkLst>
          <pc:docMk/>
          <pc:sldMk cId="1902898404" sldId="278"/>
        </pc:sldMkLst>
      </pc:sldChg>
      <pc:sldChg chg="del">
        <pc:chgData name="JONATHAN GABRIEL LOOR BAUTISTA" userId="4234489a-f210-4949-b3ca-adca1d814dab" providerId="ADAL" clId="{BA8EB4E2-FDE7-4337-9248-AAF736D812BE}" dt="2024-01-10T19:27:24.232" v="73" actId="47"/>
        <pc:sldMkLst>
          <pc:docMk/>
          <pc:sldMk cId="2812217883" sldId="278"/>
        </pc:sldMkLst>
      </pc:sldChg>
      <pc:sldChg chg="modSp add mod">
        <pc:chgData name="JONATHAN GABRIEL LOOR BAUTISTA" userId="4234489a-f210-4949-b3ca-adca1d814dab" providerId="ADAL" clId="{BA8EB4E2-FDE7-4337-9248-AAF736D812BE}" dt="2024-01-10T19:48:04.958" v="278" actId="113"/>
        <pc:sldMkLst>
          <pc:docMk/>
          <pc:sldMk cId="3552304945" sldId="279"/>
        </pc:sldMkLst>
      </pc:sldChg>
      <pc:sldChg chg="del">
        <pc:chgData name="JONATHAN GABRIEL LOOR BAUTISTA" userId="4234489a-f210-4949-b3ca-adca1d814dab" providerId="ADAL" clId="{BA8EB4E2-FDE7-4337-9248-AAF736D812BE}" dt="2024-01-10T19:27:24.090" v="72" actId="47"/>
        <pc:sldMkLst>
          <pc:docMk/>
          <pc:sldMk cId="3800849061" sldId="279"/>
        </pc:sldMkLst>
      </pc:sldChg>
      <pc:sldChg chg="addSp modSp add mod">
        <pc:chgData name="JONATHAN GABRIEL LOOR BAUTISTA" userId="4234489a-f210-4949-b3ca-adca1d814dab" providerId="ADAL" clId="{BA8EB4E2-FDE7-4337-9248-AAF736D812BE}" dt="2024-01-10T19:52:27.485" v="372" actId="1076"/>
        <pc:sldMkLst>
          <pc:docMk/>
          <pc:sldMk cId="930664112" sldId="280"/>
        </pc:sldMkLst>
      </pc:sldChg>
      <pc:sldChg chg="del">
        <pc:chgData name="JONATHAN GABRIEL LOOR BAUTISTA" userId="4234489a-f210-4949-b3ca-adca1d814dab" providerId="ADAL" clId="{BA8EB4E2-FDE7-4337-9248-AAF736D812BE}" dt="2024-01-10T19:27:24.014" v="71" actId="47"/>
        <pc:sldMkLst>
          <pc:docMk/>
          <pc:sldMk cId="1522707480" sldId="280"/>
        </pc:sldMkLst>
      </pc:sldChg>
      <pc:sldChg chg="addSp delSp modSp add mod">
        <pc:chgData name="JONATHAN GABRIEL LOOR BAUTISTA" userId="4234489a-f210-4949-b3ca-adca1d814dab" providerId="ADAL" clId="{BA8EB4E2-FDE7-4337-9248-AAF736D812BE}" dt="2024-01-10T19:55:14.901" v="415" actId="20577"/>
        <pc:sldMkLst>
          <pc:docMk/>
          <pc:sldMk cId="118533800" sldId="281"/>
        </pc:sldMkLst>
      </pc:sldChg>
      <pc:sldChg chg="del">
        <pc:chgData name="JONATHAN GABRIEL LOOR BAUTISTA" userId="4234489a-f210-4949-b3ca-adca1d814dab" providerId="ADAL" clId="{BA8EB4E2-FDE7-4337-9248-AAF736D812BE}" dt="2024-01-10T19:27:25.122" v="80" actId="47"/>
        <pc:sldMkLst>
          <pc:docMk/>
          <pc:sldMk cId="2421653994" sldId="281"/>
        </pc:sldMkLst>
      </pc:sldChg>
      <pc:sldChg chg="del">
        <pc:chgData name="JONATHAN GABRIEL LOOR BAUTISTA" userId="4234489a-f210-4949-b3ca-adca1d814dab" providerId="ADAL" clId="{BA8EB4E2-FDE7-4337-9248-AAF736D812BE}" dt="2024-01-10T19:27:24.714" v="77" actId="47"/>
        <pc:sldMkLst>
          <pc:docMk/>
          <pc:sldMk cId="354079946" sldId="282"/>
        </pc:sldMkLst>
      </pc:sldChg>
      <pc:sldChg chg="delSp modSp add mod">
        <pc:chgData name="JONATHAN GABRIEL LOOR BAUTISTA" userId="4234489a-f210-4949-b3ca-adca1d814dab" providerId="ADAL" clId="{BA8EB4E2-FDE7-4337-9248-AAF736D812BE}" dt="2024-01-10T19:55:46.051" v="449" actId="20577"/>
        <pc:sldMkLst>
          <pc:docMk/>
          <pc:sldMk cId="3860355998" sldId="282"/>
        </pc:sldMkLst>
      </pc:sldChg>
      <pc:sldChg chg="addSp delSp modSp add mod">
        <pc:chgData name="JONATHAN GABRIEL LOOR BAUTISTA" userId="4234489a-f210-4949-b3ca-adca1d814dab" providerId="ADAL" clId="{BA8EB4E2-FDE7-4337-9248-AAF736D812BE}" dt="2024-01-10T19:58:21.437" v="459" actId="1076"/>
        <pc:sldMkLst>
          <pc:docMk/>
          <pc:sldMk cId="3758386642" sldId="283"/>
        </pc:sldMkLst>
      </pc:sldChg>
      <pc:sldChg chg="del">
        <pc:chgData name="JONATHAN GABRIEL LOOR BAUTISTA" userId="4234489a-f210-4949-b3ca-adca1d814dab" providerId="ADAL" clId="{BA8EB4E2-FDE7-4337-9248-AAF736D812BE}" dt="2024-01-10T19:27:24.586" v="76" actId="47"/>
        <pc:sldMkLst>
          <pc:docMk/>
          <pc:sldMk cId="3965466414" sldId="283"/>
        </pc:sldMkLst>
      </pc:sldChg>
      <pc:sldChg chg="add del ord">
        <pc:chgData name="JONATHAN GABRIEL LOOR BAUTISTA" userId="4234489a-f210-4949-b3ca-adca1d814dab" providerId="ADAL" clId="{BA8EB4E2-FDE7-4337-9248-AAF736D812BE}" dt="2024-01-10T20:03:15.290" v="464" actId="47"/>
        <pc:sldMkLst>
          <pc:docMk/>
          <pc:sldMk cId="1401367529" sldId="284"/>
        </pc:sldMkLst>
      </pc:sldChg>
      <pc:sldChg chg="del">
        <pc:chgData name="JONATHAN GABRIEL LOOR BAUTISTA" userId="4234489a-f210-4949-b3ca-adca1d814dab" providerId="ADAL" clId="{BA8EB4E2-FDE7-4337-9248-AAF736D812BE}" dt="2024-01-10T19:27:24.455" v="75" actId="47"/>
        <pc:sldMkLst>
          <pc:docMk/>
          <pc:sldMk cId="1900853572" sldId="284"/>
        </pc:sldMkLst>
      </pc:sldChg>
      <pc:sldChg chg="addSp delSp modSp add mod">
        <pc:chgData name="JONATHAN GABRIEL LOOR BAUTISTA" userId="4234489a-f210-4949-b3ca-adca1d814dab" providerId="ADAL" clId="{BA8EB4E2-FDE7-4337-9248-AAF736D812BE}" dt="2024-01-10T20:42:49.959" v="783" actId="20577"/>
        <pc:sldMkLst>
          <pc:docMk/>
          <pc:sldMk cId="3796690466" sldId="285"/>
        </pc:sldMkLst>
      </pc:sldChg>
      <pc:sldChg chg="addSp delSp modSp add mod ord">
        <pc:chgData name="JONATHAN GABRIEL LOOR BAUTISTA" userId="4234489a-f210-4949-b3ca-adca1d814dab" providerId="ADAL" clId="{BA8EB4E2-FDE7-4337-9248-AAF736D812BE}" dt="2024-01-10T20:58:13.448" v="881" actId="20577"/>
        <pc:sldMkLst>
          <pc:docMk/>
          <pc:sldMk cId="3119478525" sldId="286"/>
        </pc:sldMkLst>
      </pc:sldChg>
      <pc:sldChg chg="delSp modSp add del mod">
        <pc:chgData name="JONATHAN GABRIEL LOOR BAUTISTA" userId="4234489a-f210-4949-b3ca-adca1d814dab" providerId="ADAL" clId="{BA8EB4E2-FDE7-4337-9248-AAF736D812BE}" dt="2024-01-10T20:51:31.595" v="787" actId="47"/>
        <pc:sldMkLst>
          <pc:docMk/>
          <pc:sldMk cId="1942945093" sldId="287"/>
        </pc:sldMkLst>
      </pc:sldChg>
      <pc:sldChg chg="addSp delSp modSp add mod">
        <pc:chgData name="JONATHAN GABRIEL LOOR BAUTISTA" userId="4234489a-f210-4949-b3ca-adca1d814dab" providerId="ADAL" clId="{BA8EB4E2-FDE7-4337-9248-AAF736D812BE}" dt="2024-01-10T21:09:39.560" v="1076" actId="9405"/>
        <pc:sldMkLst>
          <pc:docMk/>
          <pc:sldMk cId="1109680319" sldId="288"/>
        </pc:sldMkLst>
      </pc:sldChg>
      <pc:sldChg chg="addSp modSp add mod">
        <pc:chgData name="JONATHAN GABRIEL LOOR BAUTISTA" userId="4234489a-f210-4949-b3ca-adca1d814dab" providerId="ADAL" clId="{BA8EB4E2-FDE7-4337-9248-AAF736D812BE}" dt="2024-01-10T21:00:41.657" v="889" actId="1076"/>
        <pc:sldMkLst>
          <pc:docMk/>
          <pc:sldMk cId="1431093033" sldId="289"/>
        </pc:sldMkLst>
      </pc:sldChg>
    </pc:docChg>
  </pc:docChgLst>
  <pc:docChgLst>
    <pc:chgData name="JONATHAN GABRIEL LOOR BAUTISTA" userId="4234489a-f210-4949-b3ca-adca1d814dab" providerId="ADAL" clId="{CA9E5BA9-EB2F-4B98-BE29-D96613308550}"/>
    <pc:docChg chg="undo custSel addSld delSld modSld sldOrd">
      <pc:chgData name="JONATHAN GABRIEL LOOR BAUTISTA" userId="4234489a-f210-4949-b3ca-adca1d814dab" providerId="ADAL" clId="{CA9E5BA9-EB2F-4B98-BE29-D96613308550}" dt="2025-04-28T13:36:52.748" v="1019" actId="14100"/>
      <pc:docMkLst>
        <pc:docMk/>
      </pc:docMkLst>
      <pc:sldChg chg="del">
        <pc:chgData name="JONATHAN GABRIEL LOOR BAUTISTA" userId="4234489a-f210-4949-b3ca-adca1d814dab" providerId="ADAL" clId="{CA9E5BA9-EB2F-4B98-BE29-D96613308550}" dt="2025-04-27T23:15:26.712" v="64" actId="47"/>
        <pc:sldMkLst>
          <pc:docMk/>
          <pc:sldMk cId="4165485877" sldId="280"/>
        </pc:sldMkLst>
      </pc:sldChg>
      <pc:sldChg chg="del">
        <pc:chgData name="JONATHAN GABRIEL LOOR BAUTISTA" userId="4234489a-f210-4949-b3ca-adca1d814dab" providerId="ADAL" clId="{CA9E5BA9-EB2F-4B98-BE29-D96613308550}" dt="2025-04-27T23:15:28.204" v="65" actId="47"/>
        <pc:sldMkLst>
          <pc:docMk/>
          <pc:sldMk cId="1147876043" sldId="281"/>
        </pc:sldMkLst>
      </pc:sldChg>
      <pc:sldChg chg="del">
        <pc:chgData name="JONATHAN GABRIEL LOOR BAUTISTA" userId="4234489a-f210-4949-b3ca-adca1d814dab" providerId="ADAL" clId="{CA9E5BA9-EB2F-4B98-BE29-D96613308550}" dt="2025-04-27T23:15:28.629" v="66" actId="47"/>
        <pc:sldMkLst>
          <pc:docMk/>
          <pc:sldMk cId="1481732886" sldId="282"/>
        </pc:sldMkLst>
      </pc:sldChg>
      <pc:sldChg chg="del">
        <pc:chgData name="JONATHAN GABRIEL LOOR BAUTISTA" userId="4234489a-f210-4949-b3ca-adca1d814dab" providerId="ADAL" clId="{CA9E5BA9-EB2F-4B98-BE29-D96613308550}" dt="2025-04-27T23:15:29.096" v="67" actId="47"/>
        <pc:sldMkLst>
          <pc:docMk/>
          <pc:sldMk cId="2227686819" sldId="283"/>
        </pc:sldMkLst>
      </pc:sldChg>
      <pc:sldChg chg="del">
        <pc:chgData name="JONATHAN GABRIEL LOOR BAUTISTA" userId="4234489a-f210-4949-b3ca-adca1d814dab" providerId="ADAL" clId="{CA9E5BA9-EB2F-4B98-BE29-D96613308550}" dt="2025-04-27T23:15:29.530" v="68" actId="47"/>
        <pc:sldMkLst>
          <pc:docMk/>
          <pc:sldMk cId="3192749992" sldId="284"/>
        </pc:sldMkLst>
      </pc:sldChg>
      <pc:sldChg chg="del">
        <pc:chgData name="JONATHAN GABRIEL LOOR BAUTISTA" userId="4234489a-f210-4949-b3ca-adca1d814dab" providerId="ADAL" clId="{CA9E5BA9-EB2F-4B98-BE29-D96613308550}" dt="2025-04-27T23:15:36.943" v="69" actId="47"/>
        <pc:sldMkLst>
          <pc:docMk/>
          <pc:sldMk cId="3922002190" sldId="285"/>
        </pc:sldMkLst>
      </pc:sldChg>
      <pc:sldChg chg="del">
        <pc:chgData name="JONATHAN GABRIEL LOOR BAUTISTA" userId="4234489a-f210-4949-b3ca-adca1d814dab" providerId="ADAL" clId="{CA9E5BA9-EB2F-4B98-BE29-D96613308550}" dt="2025-04-27T23:15:39.243" v="70" actId="47"/>
        <pc:sldMkLst>
          <pc:docMk/>
          <pc:sldMk cId="684473735" sldId="286"/>
        </pc:sldMkLst>
      </pc:sldChg>
      <pc:sldChg chg="addSp delSp modSp mod">
        <pc:chgData name="JONATHAN GABRIEL LOOR BAUTISTA" userId="4234489a-f210-4949-b3ca-adca1d814dab" providerId="ADAL" clId="{CA9E5BA9-EB2F-4B98-BE29-D96613308550}" dt="2025-04-27T23:32:33.413" v="145" actId="14100"/>
        <pc:sldMkLst>
          <pc:docMk/>
          <pc:sldMk cId="1030578679" sldId="287"/>
        </pc:sldMkLst>
      </pc:sldChg>
      <pc:sldChg chg="del">
        <pc:chgData name="JONATHAN GABRIEL LOOR BAUTISTA" userId="4234489a-f210-4949-b3ca-adca1d814dab" providerId="ADAL" clId="{CA9E5BA9-EB2F-4B98-BE29-D96613308550}" dt="2025-04-27T23:36:59.234" v="189" actId="47"/>
        <pc:sldMkLst>
          <pc:docMk/>
          <pc:sldMk cId="3681866873" sldId="288"/>
        </pc:sldMkLst>
      </pc:sldChg>
      <pc:sldChg chg="del">
        <pc:chgData name="JONATHAN GABRIEL LOOR BAUTISTA" userId="4234489a-f210-4949-b3ca-adca1d814dab" providerId="ADAL" clId="{CA9E5BA9-EB2F-4B98-BE29-D96613308550}" dt="2025-04-27T23:36:58.964" v="188" actId="47"/>
        <pc:sldMkLst>
          <pc:docMk/>
          <pc:sldMk cId="3440852824" sldId="289"/>
        </pc:sldMkLst>
      </pc:sldChg>
      <pc:sldChg chg="del">
        <pc:chgData name="JONATHAN GABRIEL LOOR BAUTISTA" userId="4234489a-f210-4949-b3ca-adca1d814dab" providerId="ADAL" clId="{CA9E5BA9-EB2F-4B98-BE29-D96613308550}" dt="2025-04-27T23:15:16.313" v="63" actId="47"/>
        <pc:sldMkLst>
          <pc:docMk/>
          <pc:sldMk cId="705843136" sldId="290"/>
        </pc:sldMkLst>
      </pc:sldChg>
      <pc:sldChg chg="addSp delSp modSp add mod">
        <pc:chgData name="JONATHAN GABRIEL LOOR BAUTISTA" userId="4234489a-f210-4949-b3ca-adca1d814dab" providerId="ADAL" clId="{CA9E5BA9-EB2F-4B98-BE29-D96613308550}" dt="2025-04-27T23:36:31.372" v="187" actId="20577"/>
        <pc:sldMkLst>
          <pc:docMk/>
          <pc:sldMk cId="4262102034" sldId="290"/>
        </pc:sldMkLst>
      </pc:sldChg>
      <pc:sldChg chg="addSp delSp modSp add mod">
        <pc:chgData name="JONATHAN GABRIEL LOOR BAUTISTA" userId="4234489a-f210-4949-b3ca-adca1d814dab" providerId="ADAL" clId="{CA9E5BA9-EB2F-4B98-BE29-D96613308550}" dt="2025-04-27T23:47:28.476" v="330" actId="14100"/>
        <pc:sldMkLst>
          <pc:docMk/>
          <pc:sldMk cId="3917552893" sldId="291"/>
        </pc:sldMkLst>
      </pc:sldChg>
      <pc:sldChg chg="addSp delSp modSp add mod">
        <pc:chgData name="JONATHAN GABRIEL LOOR BAUTISTA" userId="4234489a-f210-4949-b3ca-adca1d814dab" providerId="ADAL" clId="{CA9E5BA9-EB2F-4B98-BE29-D96613308550}" dt="2025-04-28T00:55:01.767" v="401" actId="14100"/>
        <pc:sldMkLst>
          <pc:docMk/>
          <pc:sldMk cId="3838651608" sldId="292"/>
        </pc:sldMkLst>
      </pc:sldChg>
      <pc:sldChg chg="addSp delSp modSp add mod">
        <pc:chgData name="JONATHAN GABRIEL LOOR BAUTISTA" userId="4234489a-f210-4949-b3ca-adca1d814dab" providerId="ADAL" clId="{CA9E5BA9-EB2F-4B98-BE29-D96613308550}" dt="2025-04-28T01:05:50.427" v="449"/>
        <pc:sldMkLst>
          <pc:docMk/>
          <pc:sldMk cId="1660400904" sldId="293"/>
        </pc:sldMkLst>
      </pc:sldChg>
      <pc:sldChg chg="addSp delSp modSp add mod ord">
        <pc:chgData name="JONATHAN GABRIEL LOOR BAUTISTA" userId="4234489a-f210-4949-b3ca-adca1d814dab" providerId="ADAL" clId="{CA9E5BA9-EB2F-4B98-BE29-D96613308550}" dt="2025-04-28T12:28:40.659" v="600" actId="113"/>
        <pc:sldMkLst>
          <pc:docMk/>
          <pc:sldMk cId="675903930" sldId="294"/>
        </pc:sldMkLst>
      </pc:sldChg>
      <pc:sldChg chg="addSp delSp modSp add mod ord">
        <pc:chgData name="JONATHAN GABRIEL LOOR BAUTISTA" userId="4234489a-f210-4949-b3ca-adca1d814dab" providerId="ADAL" clId="{CA9E5BA9-EB2F-4B98-BE29-D96613308550}" dt="2025-04-28T12:50:39.251" v="799" actId="1076"/>
        <pc:sldMkLst>
          <pc:docMk/>
          <pc:sldMk cId="3784401589" sldId="295"/>
        </pc:sldMkLst>
      </pc:sldChg>
      <pc:sldChg chg="delSp modSp add mod">
        <pc:chgData name="JONATHAN GABRIEL LOOR BAUTISTA" userId="4234489a-f210-4949-b3ca-adca1d814dab" providerId="ADAL" clId="{CA9E5BA9-EB2F-4B98-BE29-D96613308550}" dt="2025-04-28T13:01:05.260" v="872" actId="20577"/>
        <pc:sldMkLst>
          <pc:docMk/>
          <pc:sldMk cId="3907512282" sldId="296"/>
        </pc:sldMkLst>
        <pc:spChg chg="mod">
          <ac:chgData name="JONATHAN GABRIEL LOOR BAUTISTA" userId="4234489a-f210-4949-b3ca-adca1d814dab" providerId="ADAL" clId="{CA9E5BA9-EB2F-4B98-BE29-D96613308550}" dt="2025-04-28T13:01:05.260" v="872" actId="20577"/>
          <ac:spMkLst>
            <pc:docMk/>
            <pc:sldMk cId="3907512282" sldId="296"/>
            <ac:spMk id="24578" creationId="{716F85CF-5609-22B4-622E-EC38074EBE96}"/>
          </ac:spMkLst>
        </pc:spChg>
        <pc:spChg chg="mod">
          <ac:chgData name="JONATHAN GABRIEL LOOR BAUTISTA" userId="4234489a-f210-4949-b3ca-adca1d814dab" providerId="ADAL" clId="{CA9E5BA9-EB2F-4B98-BE29-D96613308550}" dt="2025-04-28T13:00:55.011" v="861" actId="20577"/>
          <ac:spMkLst>
            <pc:docMk/>
            <pc:sldMk cId="3907512282" sldId="296"/>
            <ac:spMk id="24579" creationId="{B19FF868-FB53-C797-F2C1-D1DCA182DB2C}"/>
          </ac:spMkLst>
        </pc:spChg>
      </pc:sldChg>
      <pc:sldChg chg="modSp add mod">
        <pc:chgData name="JONATHAN GABRIEL LOOR BAUTISTA" userId="4234489a-f210-4949-b3ca-adca1d814dab" providerId="ADAL" clId="{CA9E5BA9-EB2F-4B98-BE29-D96613308550}" dt="2025-04-28T13:29:13.884" v="951" actId="20577"/>
        <pc:sldMkLst>
          <pc:docMk/>
          <pc:sldMk cId="2463088549" sldId="297"/>
        </pc:sldMkLst>
        <pc:spChg chg="mod">
          <ac:chgData name="JONATHAN GABRIEL LOOR BAUTISTA" userId="4234489a-f210-4949-b3ca-adca1d814dab" providerId="ADAL" clId="{CA9E5BA9-EB2F-4B98-BE29-D96613308550}" dt="2025-04-28T13:29:13.884" v="951" actId="20577"/>
          <ac:spMkLst>
            <pc:docMk/>
            <pc:sldMk cId="2463088549" sldId="297"/>
            <ac:spMk id="24579" creationId="{4EC47A46-34D9-22FD-9943-083AEA6E6FEC}"/>
          </ac:spMkLst>
        </pc:spChg>
      </pc:sldChg>
      <pc:sldChg chg="addSp modSp add mod">
        <pc:chgData name="JONATHAN GABRIEL LOOR BAUTISTA" userId="4234489a-f210-4949-b3ca-adca1d814dab" providerId="ADAL" clId="{CA9E5BA9-EB2F-4B98-BE29-D96613308550}" dt="2025-04-28T13:34:31.051" v="990" actId="11"/>
        <pc:sldMkLst>
          <pc:docMk/>
          <pc:sldMk cId="2176370239" sldId="298"/>
        </pc:sldMkLst>
      </pc:sldChg>
      <pc:sldChg chg="addSp delSp modSp add mod">
        <pc:chgData name="JONATHAN GABRIEL LOOR BAUTISTA" userId="4234489a-f210-4949-b3ca-adca1d814dab" providerId="ADAL" clId="{CA9E5BA9-EB2F-4B98-BE29-D96613308550}" dt="2025-04-28T13:35:09.414" v="1006" actId="1076"/>
        <pc:sldMkLst>
          <pc:docMk/>
          <pc:sldMk cId="3227574610" sldId="299"/>
        </pc:sldMkLst>
      </pc:sldChg>
      <pc:sldChg chg="addSp delSp modSp add mod">
        <pc:chgData name="JONATHAN GABRIEL LOOR BAUTISTA" userId="4234489a-f210-4949-b3ca-adca1d814dab" providerId="ADAL" clId="{CA9E5BA9-EB2F-4B98-BE29-D96613308550}" dt="2025-04-28T13:36:52.748" v="1019" actId="14100"/>
        <pc:sldMkLst>
          <pc:docMk/>
          <pc:sldMk cId="122779942" sldId="300"/>
        </pc:sldMkLst>
      </pc:sldChg>
    </pc:docChg>
  </pc:docChgLst>
  <pc:docChgLst>
    <pc:chgData name="JONATHAN GABRIEL LOOR BAUTISTA" userId="4234489a-f210-4949-b3ca-adca1d814dab" providerId="ADAL" clId="{04822459-6DF3-4311-8DFB-DA30866346C2}"/>
    <pc:docChg chg="undo redo custSel addSld delSld modSld">
      <pc:chgData name="JONATHAN GABRIEL LOOR BAUTISTA" userId="4234489a-f210-4949-b3ca-adca1d814dab" providerId="ADAL" clId="{04822459-6DF3-4311-8DFB-DA30866346C2}" dt="2025-04-21T14:26:27.741" v="3565" actId="1076"/>
      <pc:docMkLst>
        <pc:docMk/>
      </pc:docMkLst>
      <pc:sldChg chg="modSp mod">
        <pc:chgData name="JONATHAN GABRIEL LOOR BAUTISTA" userId="4234489a-f210-4949-b3ca-adca1d814dab" providerId="ADAL" clId="{04822459-6DF3-4311-8DFB-DA30866346C2}" dt="2025-04-21T12:50:55.771" v="48" actId="20577"/>
        <pc:sldMkLst>
          <pc:docMk/>
          <pc:sldMk cId="0" sldId="256"/>
        </pc:sldMkLst>
        <pc:spChg chg="mod">
          <ac:chgData name="JONATHAN GABRIEL LOOR BAUTISTA" userId="4234489a-f210-4949-b3ca-adca1d814dab" providerId="ADAL" clId="{04822459-6DF3-4311-8DFB-DA30866346C2}" dt="2025-04-21T12:50:55.771" v="48" actId="20577"/>
          <ac:spMkLst>
            <pc:docMk/>
            <pc:sldMk cId="0" sldId="256"/>
            <ac:spMk id="5" creationId="{00000000-0000-0000-0000-000000000000}"/>
          </ac:spMkLst>
        </pc:spChg>
      </pc:sldChg>
      <pc:sldChg chg="del">
        <pc:chgData name="JONATHAN GABRIEL LOOR BAUTISTA" userId="4234489a-f210-4949-b3ca-adca1d814dab" providerId="ADAL" clId="{04822459-6DF3-4311-8DFB-DA30866346C2}" dt="2025-04-21T12:51:10.562" v="49" actId="47"/>
        <pc:sldMkLst>
          <pc:docMk/>
          <pc:sldMk cId="445900017" sldId="272"/>
        </pc:sldMkLst>
      </pc:sldChg>
      <pc:sldChg chg="del">
        <pc:chgData name="JONATHAN GABRIEL LOOR BAUTISTA" userId="4234489a-f210-4949-b3ca-adca1d814dab" providerId="ADAL" clId="{04822459-6DF3-4311-8DFB-DA30866346C2}" dt="2025-04-21T12:51:11.183" v="50" actId="47"/>
        <pc:sldMkLst>
          <pc:docMk/>
          <pc:sldMk cId="2459953676" sldId="273"/>
        </pc:sldMkLst>
      </pc:sldChg>
      <pc:sldChg chg="del">
        <pc:chgData name="JONATHAN GABRIEL LOOR BAUTISTA" userId="4234489a-f210-4949-b3ca-adca1d814dab" providerId="ADAL" clId="{04822459-6DF3-4311-8DFB-DA30866346C2}" dt="2025-04-21T12:51:12.151" v="51" actId="47"/>
        <pc:sldMkLst>
          <pc:docMk/>
          <pc:sldMk cId="416056654" sldId="274"/>
        </pc:sldMkLst>
      </pc:sldChg>
      <pc:sldChg chg="del">
        <pc:chgData name="JONATHAN GABRIEL LOOR BAUTISTA" userId="4234489a-f210-4949-b3ca-adca1d814dab" providerId="ADAL" clId="{04822459-6DF3-4311-8DFB-DA30866346C2}" dt="2025-04-21T12:51:12.659" v="52" actId="47"/>
        <pc:sldMkLst>
          <pc:docMk/>
          <pc:sldMk cId="1498002989" sldId="275"/>
        </pc:sldMkLst>
      </pc:sldChg>
      <pc:sldChg chg="del">
        <pc:chgData name="JONATHAN GABRIEL LOOR BAUTISTA" userId="4234489a-f210-4949-b3ca-adca1d814dab" providerId="ADAL" clId="{04822459-6DF3-4311-8DFB-DA30866346C2}" dt="2025-04-21T12:51:13.114" v="53" actId="47"/>
        <pc:sldMkLst>
          <pc:docMk/>
          <pc:sldMk cId="2030638201" sldId="276"/>
        </pc:sldMkLst>
      </pc:sldChg>
      <pc:sldChg chg="del">
        <pc:chgData name="JONATHAN GABRIEL LOOR BAUTISTA" userId="4234489a-f210-4949-b3ca-adca1d814dab" providerId="ADAL" clId="{04822459-6DF3-4311-8DFB-DA30866346C2}" dt="2025-04-21T12:51:13.451" v="54" actId="47"/>
        <pc:sldMkLst>
          <pc:docMk/>
          <pc:sldMk cId="4034665855" sldId="277"/>
        </pc:sldMkLst>
      </pc:sldChg>
      <pc:sldChg chg="del">
        <pc:chgData name="JONATHAN GABRIEL LOOR BAUTISTA" userId="4234489a-f210-4949-b3ca-adca1d814dab" providerId="ADAL" clId="{04822459-6DF3-4311-8DFB-DA30866346C2}" dt="2025-04-21T12:51:14.033" v="55" actId="47"/>
        <pc:sldMkLst>
          <pc:docMk/>
          <pc:sldMk cId="3978225186" sldId="278"/>
        </pc:sldMkLst>
      </pc:sldChg>
      <pc:sldChg chg="del">
        <pc:chgData name="JONATHAN GABRIEL LOOR BAUTISTA" userId="4234489a-f210-4949-b3ca-adca1d814dab" providerId="ADAL" clId="{04822459-6DF3-4311-8DFB-DA30866346C2}" dt="2025-04-21T12:51:15.272" v="56" actId="47"/>
        <pc:sldMkLst>
          <pc:docMk/>
          <pc:sldMk cId="3324638368" sldId="279"/>
        </pc:sldMkLst>
      </pc:sldChg>
      <pc:sldChg chg="addSp modSp mod">
        <pc:chgData name="JONATHAN GABRIEL LOOR BAUTISTA" userId="4234489a-f210-4949-b3ca-adca1d814dab" providerId="ADAL" clId="{04822459-6DF3-4311-8DFB-DA30866346C2}" dt="2025-04-21T12:57:02.804" v="343" actId="1076"/>
        <pc:sldMkLst>
          <pc:docMk/>
          <pc:sldMk cId="4165485877" sldId="280"/>
        </pc:sldMkLst>
      </pc:sldChg>
      <pc:sldChg chg="addSp modSp mod">
        <pc:chgData name="JONATHAN GABRIEL LOOR BAUTISTA" userId="4234489a-f210-4949-b3ca-adca1d814dab" providerId="ADAL" clId="{04822459-6DF3-4311-8DFB-DA30866346C2}" dt="2025-04-21T13:18:14.159" v="1301" actId="113"/>
        <pc:sldMkLst>
          <pc:docMk/>
          <pc:sldMk cId="1147876043" sldId="281"/>
        </pc:sldMkLst>
      </pc:sldChg>
      <pc:sldChg chg="addSp delSp modSp add mod">
        <pc:chgData name="JONATHAN GABRIEL LOOR BAUTISTA" userId="4234489a-f210-4949-b3ca-adca1d814dab" providerId="ADAL" clId="{04822459-6DF3-4311-8DFB-DA30866346C2}" dt="2025-04-21T13:09:19.136" v="1155" actId="20577"/>
        <pc:sldMkLst>
          <pc:docMk/>
          <pc:sldMk cId="1481732886" sldId="282"/>
        </pc:sldMkLst>
      </pc:sldChg>
      <pc:sldChg chg="addSp delSp modSp add mod">
        <pc:chgData name="JONATHAN GABRIEL LOOR BAUTISTA" userId="4234489a-f210-4949-b3ca-adca1d814dab" providerId="ADAL" clId="{04822459-6DF3-4311-8DFB-DA30866346C2}" dt="2025-04-21T13:17:19.086" v="1258" actId="13926"/>
        <pc:sldMkLst>
          <pc:docMk/>
          <pc:sldMk cId="2227686819" sldId="283"/>
        </pc:sldMkLst>
      </pc:sldChg>
      <pc:sldChg chg="addSp delSp modSp add mod">
        <pc:chgData name="JONATHAN GABRIEL LOOR BAUTISTA" userId="4234489a-f210-4949-b3ca-adca1d814dab" providerId="ADAL" clId="{04822459-6DF3-4311-8DFB-DA30866346C2}" dt="2025-04-21T13:27:03.598" v="1919" actId="1076"/>
        <pc:sldMkLst>
          <pc:docMk/>
          <pc:sldMk cId="3192749992" sldId="284"/>
        </pc:sldMkLst>
      </pc:sldChg>
      <pc:sldChg chg="delSp modSp add mod">
        <pc:chgData name="JONATHAN GABRIEL LOOR BAUTISTA" userId="4234489a-f210-4949-b3ca-adca1d814dab" providerId="ADAL" clId="{04822459-6DF3-4311-8DFB-DA30866346C2}" dt="2025-04-21T13:35:15.167" v="2388" actId="20577"/>
        <pc:sldMkLst>
          <pc:docMk/>
          <pc:sldMk cId="3922002190" sldId="285"/>
        </pc:sldMkLst>
      </pc:sldChg>
      <pc:sldChg chg="addSp modSp add mod">
        <pc:chgData name="JONATHAN GABRIEL LOOR BAUTISTA" userId="4234489a-f210-4949-b3ca-adca1d814dab" providerId="ADAL" clId="{04822459-6DF3-4311-8DFB-DA30866346C2}" dt="2025-04-21T13:49:59.314" v="2717" actId="14100"/>
        <pc:sldMkLst>
          <pc:docMk/>
          <pc:sldMk cId="684473735" sldId="286"/>
        </pc:sldMkLst>
      </pc:sldChg>
      <pc:sldChg chg="addSp delSp modSp add mod">
        <pc:chgData name="JONATHAN GABRIEL LOOR BAUTISTA" userId="4234489a-f210-4949-b3ca-adca1d814dab" providerId="ADAL" clId="{04822459-6DF3-4311-8DFB-DA30866346C2}" dt="2025-04-21T13:57:11.790" v="2805" actId="113"/>
        <pc:sldMkLst>
          <pc:docMk/>
          <pc:sldMk cId="1030578679" sldId="287"/>
        </pc:sldMkLst>
      </pc:sldChg>
      <pc:sldChg chg="addSp delSp modSp add mod">
        <pc:chgData name="JONATHAN GABRIEL LOOR BAUTISTA" userId="4234489a-f210-4949-b3ca-adca1d814dab" providerId="ADAL" clId="{04822459-6DF3-4311-8DFB-DA30866346C2}" dt="2025-04-21T14:07:06.595" v="2886" actId="1076"/>
        <pc:sldMkLst>
          <pc:docMk/>
          <pc:sldMk cId="3681866873" sldId="288"/>
        </pc:sldMkLst>
      </pc:sldChg>
      <pc:sldChg chg="addSp delSp modSp add mod">
        <pc:chgData name="JONATHAN GABRIEL LOOR BAUTISTA" userId="4234489a-f210-4949-b3ca-adca1d814dab" providerId="ADAL" clId="{04822459-6DF3-4311-8DFB-DA30866346C2}" dt="2025-04-21T14:17:34.142" v="2917" actId="1076"/>
        <pc:sldMkLst>
          <pc:docMk/>
          <pc:sldMk cId="3440852824" sldId="289"/>
        </pc:sldMkLst>
      </pc:sldChg>
      <pc:sldChg chg="addSp delSp modSp add mod">
        <pc:chgData name="JONATHAN GABRIEL LOOR BAUTISTA" userId="4234489a-f210-4949-b3ca-adca1d814dab" providerId="ADAL" clId="{04822459-6DF3-4311-8DFB-DA30866346C2}" dt="2025-04-21T14:26:27.741" v="3565" actId="1076"/>
        <pc:sldMkLst>
          <pc:docMk/>
          <pc:sldMk cId="705843136" sldId="290"/>
        </pc:sldMkLst>
      </pc:sldChg>
    </pc:docChg>
  </pc:docChgLst>
  <pc:docChgLst>
    <pc:chgData name="JONATHAN GABRIEL LOOR BAUTISTA" userId="4234489a-f210-4949-b3ca-adca1d814dab" providerId="ADAL" clId="{F28D2AB1-228F-4DEB-9B4E-61AC32A2299B}"/>
    <pc:docChg chg="undo custSel addSld delSld modSld sldOrd">
      <pc:chgData name="JONATHAN GABRIEL LOOR BAUTISTA" userId="4234489a-f210-4949-b3ca-adca1d814dab" providerId="ADAL" clId="{F28D2AB1-228F-4DEB-9B4E-61AC32A2299B}" dt="2023-12-14T15:15:37.573" v="645" actId="20577"/>
      <pc:docMkLst>
        <pc:docMk/>
      </pc:docMkLst>
      <pc:sldChg chg="modSp mod">
        <pc:chgData name="JONATHAN GABRIEL LOOR BAUTISTA" userId="4234489a-f210-4949-b3ca-adca1d814dab" providerId="ADAL" clId="{F28D2AB1-228F-4DEB-9B4E-61AC32A2299B}" dt="2023-12-07T00:23:22.136" v="76" actId="20577"/>
        <pc:sldMkLst>
          <pc:docMk/>
          <pc:sldMk cId="0" sldId="256"/>
        </pc:sldMkLst>
      </pc:sldChg>
      <pc:sldChg chg="del">
        <pc:chgData name="JONATHAN GABRIEL LOOR BAUTISTA" userId="4234489a-f210-4949-b3ca-adca1d814dab" providerId="ADAL" clId="{F28D2AB1-228F-4DEB-9B4E-61AC32A2299B}" dt="2023-12-06T23:39:08.356" v="0" actId="47"/>
        <pc:sldMkLst>
          <pc:docMk/>
          <pc:sldMk cId="0" sldId="258"/>
        </pc:sldMkLst>
      </pc:sldChg>
      <pc:sldChg chg="del">
        <pc:chgData name="JONATHAN GABRIEL LOOR BAUTISTA" userId="4234489a-f210-4949-b3ca-adca1d814dab" providerId="ADAL" clId="{F28D2AB1-228F-4DEB-9B4E-61AC32A2299B}" dt="2023-12-06T23:39:08.537" v="1" actId="47"/>
        <pc:sldMkLst>
          <pc:docMk/>
          <pc:sldMk cId="1227780459" sldId="259"/>
        </pc:sldMkLst>
      </pc:sldChg>
      <pc:sldChg chg="del">
        <pc:chgData name="JONATHAN GABRIEL LOOR BAUTISTA" userId="4234489a-f210-4949-b3ca-adca1d814dab" providerId="ADAL" clId="{F28D2AB1-228F-4DEB-9B4E-61AC32A2299B}" dt="2023-12-06T23:39:08.640" v="2" actId="47"/>
        <pc:sldMkLst>
          <pc:docMk/>
          <pc:sldMk cId="2412575459" sldId="260"/>
        </pc:sldMkLst>
      </pc:sldChg>
      <pc:sldChg chg="del">
        <pc:chgData name="JONATHAN GABRIEL LOOR BAUTISTA" userId="4234489a-f210-4949-b3ca-adca1d814dab" providerId="ADAL" clId="{F28D2AB1-228F-4DEB-9B4E-61AC32A2299B}" dt="2023-12-06T23:39:08.824" v="3" actId="47"/>
        <pc:sldMkLst>
          <pc:docMk/>
          <pc:sldMk cId="1332033609" sldId="261"/>
        </pc:sldMkLst>
      </pc:sldChg>
      <pc:sldChg chg="del">
        <pc:chgData name="JONATHAN GABRIEL LOOR BAUTISTA" userId="4234489a-f210-4949-b3ca-adca1d814dab" providerId="ADAL" clId="{F28D2AB1-228F-4DEB-9B4E-61AC32A2299B}" dt="2023-12-06T23:39:08.962" v="4" actId="47"/>
        <pc:sldMkLst>
          <pc:docMk/>
          <pc:sldMk cId="4174583105" sldId="262"/>
        </pc:sldMkLst>
      </pc:sldChg>
      <pc:sldChg chg="del">
        <pc:chgData name="JONATHAN GABRIEL LOOR BAUTISTA" userId="4234489a-f210-4949-b3ca-adca1d814dab" providerId="ADAL" clId="{F28D2AB1-228F-4DEB-9B4E-61AC32A2299B}" dt="2023-12-06T23:39:09.155" v="5" actId="47"/>
        <pc:sldMkLst>
          <pc:docMk/>
          <pc:sldMk cId="315044553" sldId="263"/>
        </pc:sldMkLst>
      </pc:sldChg>
      <pc:sldChg chg="del">
        <pc:chgData name="JONATHAN GABRIEL LOOR BAUTISTA" userId="4234489a-f210-4949-b3ca-adca1d814dab" providerId="ADAL" clId="{F28D2AB1-228F-4DEB-9B4E-61AC32A2299B}" dt="2023-12-06T23:39:09.296" v="6" actId="47"/>
        <pc:sldMkLst>
          <pc:docMk/>
          <pc:sldMk cId="928763728" sldId="264"/>
        </pc:sldMkLst>
      </pc:sldChg>
      <pc:sldChg chg="del">
        <pc:chgData name="JONATHAN GABRIEL LOOR BAUTISTA" userId="4234489a-f210-4949-b3ca-adca1d814dab" providerId="ADAL" clId="{F28D2AB1-228F-4DEB-9B4E-61AC32A2299B}" dt="2023-12-06T23:39:10.602" v="7" actId="47"/>
        <pc:sldMkLst>
          <pc:docMk/>
          <pc:sldMk cId="1592637203" sldId="265"/>
        </pc:sldMkLst>
      </pc:sldChg>
      <pc:sldChg chg="del">
        <pc:chgData name="JONATHAN GABRIEL LOOR BAUTISTA" userId="4234489a-f210-4949-b3ca-adca1d814dab" providerId="ADAL" clId="{F28D2AB1-228F-4DEB-9B4E-61AC32A2299B}" dt="2023-12-06T23:39:10.855" v="8" actId="47"/>
        <pc:sldMkLst>
          <pc:docMk/>
          <pc:sldMk cId="4287966700" sldId="266"/>
        </pc:sldMkLst>
      </pc:sldChg>
      <pc:sldChg chg="del">
        <pc:chgData name="JONATHAN GABRIEL LOOR BAUTISTA" userId="4234489a-f210-4949-b3ca-adca1d814dab" providerId="ADAL" clId="{F28D2AB1-228F-4DEB-9B4E-61AC32A2299B}" dt="2023-12-06T23:39:11.336" v="9" actId="47"/>
        <pc:sldMkLst>
          <pc:docMk/>
          <pc:sldMk cId="814129114" sldId="267"/>
        </pc:sldMkLst>
      </pc:sldChg>
      <pc:sldChg chg="modSp del mod">
        <pc:chgData name="JONATHAN GABRIEL LOOR BAUTISTA" userId="4234489a-f210-4949-b3ca-adca1d814dab" providerId="ADAL" clId="{F28D2AB1-228F-4DEB-9B4E-61AC32A2299B}" dt="2023-12-14T13:02:00.093" v="233" actId="47"/>
        <pc:sldMkLst>
          <pc:docMk/>
          <pc:sldMk cId="318255523" sldId="268"/>
        </pc:sldMkLst>
      </pc:sldChg>
      <pc:sldChg chg="del">
        <pc:chgData name="JONATHAN GABRIEL LOOR BAUTISTA" userId="4234489a-f210-4949-b3ca-adca1d814dab" providerId="ADAL" clId="{F28D2AB1-228F-4DEB-9B4E-61AC32A2299B}" dt="2023-12-14T13:02:00.668" v="234" actId="47"/>
        <pc:sldMkLst>
          <pc:docMk/>
          <pc:sldMk cId="2736320437" sldId="269"/>
        </pc:sldMkLst>
      </pc:sldChg>
      <pc:sldChg chg="del">
        <pc:chgData name="JONATHAN GABRIEL LOOR BAUTISTA" userId="4234489a-f210-4949-b3ca-adca1d814dab" providerId="ADAL" clId="{F28D2AB1-228F-4DEB-9B4E-61AC32A2299B}" dt="2023-12-14T13:02:01.097" v="235" actId="47"/>
        <pc:sldMkLst>
          <pc:docMk/>
          <pc:sldMk cId="1881090054" sldId="271"/>
        </pc:sldMkLst>
      </pc:sldChg>
      <pc:sldChg chg="addSp delSp modSp add mod">
        <pc:chgData name="JONATHAN GABRIEL LOOR BAUTISTA" userId="4234489a-f210-4949-b3ca-adca1d814dab" providerId="ADAL" clId="{F28D2AB1-228F-4DEB-9B4E-61AC32A2299B}" dt="2023-12-07T00:24:36.822" v="122" actId="20577"/>
        <pc:sldMkLst>
          <pc:docMk/>
          <pc:sldMk cId="445900017" sldId="272"/>
        </pc:sldMkLst>
      </pc:sldChg>
      <pc:sldChg chg="del">
        <pc:chgData name="JONATHAN GABRIEL LOOR BAUTISTA" userId="4234489a-f210-4949-b3ca-adca1d814dab" providerId="ADAL" clId="{F28D2AB1-228F-4DEB-9B4E-61AC32A2299B}" dt="2023-12-06T23:39:14.533" v="10" actId="47"/>
        <pc:sldMkLst>
          <pc:docMk/>
          <pc:sldMk cId="3429618453" sldId="272"/>
        </pc:sldMkLst>
      </pc:sldChg>
      <pc:sldChg chg="addSp delSp modSp add mod">
        <pc:chgData name="JONATHAN GABRIEL LOOR BAUTISTA" userId="4234489a-f210-4949-b3ca-adca1d814dab" providerId="ADAL" clId="{F28D2AB1-228F-4DEB-9B4E-61AC32A2299B}" dt="2023-12-07T00:25:22.830" v="132" actId="14100"/>
        <pc:sldMkLst>
          <pc:docMk/>
          <pc:sldMk cId="3479178164" sldId="273"/>
        </pc:sldMkLst>
      </pc:sldChg>
      <pc:sldChg chg="del">
        <pc:chgData name="JONATHAN GABRIEL LOOR BAUTISTA" userId="4234489a-f210-4949-b3ca-adca1d814dab" providerId="ADAL" clId="{F28D2AB1-228F-4DEB-9B4E-61AC32A2299B}" dt="2023-12-06T23:39:15.628" v="11" actId="47"/>
        <pc:sldMkLst>
          <pc:docMk/>
          <pc:sldMk cId="4092677898" sldId="273"/>
        </pc:sldMkLst>
      </pc:sldChg>
      <pc:sldChg chg="addSp delSp modSp add mod">
        <pc:chgData name="JONATHAN GABRIEL LOOR BAUTISTA" userId="4234489a-f210-4949-b3ca-adca1d814dab" providerId="ADAL" clId="{F28D2AB1-228F-4DEB-9B4E-61AC32A2299B}" dt="2023-12-14T13:13:35.472" v="297" actId="1076"/>
        <pc:sldMkLst>
          <pc:docMk/>
          <pc:sldMk cId="329500094" sldId="274"/>
        </pc:sldMkLst>
      </pc:sldChg>
      <pc:sldChg chg="del">
        <pc:chgData name="JONATHAN GABRIEL LOOR BAUTISTA" userId="4234489a-f210-4949-b3ca-adca1d814dab" providerId="ADAL" clId="{F28D2AB1-228F-4DEB-9B4E-61AC32A2299B}" dt="2023-12-06T23:39:16.341" v="12" actId="47"/>
        <pc:sldMkLst>
          <pc:docMk/>
          <pc:sldMk cId="1612052355" sldId="274"/>
        </pc:sldMkLst>
      </pc:sldChg>
      <pc:sldChg chg="addSp delSp modSp add mod">
        <pc:chgData name="JONATHAN GABRIEL LOOR BAUTISTA" userId="4234489a-f210-4949-b3ca-adca1d814dab" providerId="ADAL" clId="{F28D2AB1-228F-4DEB-9B4E-61AC32A2299B}" dt="2023-12-14T13:40:00.497" v="520" actId="20577"/>
        <pc:sldMkLst>
          <pc:docMk/>
          <pc:sldMk cId="1990230209" sldId="275"/>
        </pc:sldMkLst>
      </pc:sldChg>
      <pc:sldChg chg="del">
        <pc:chgData name="JONATHAN GABRIEL LOOR BAUTISTA" userId="4234489a-f210-4949-b3ca-adca1d814dab" providerId="ADAL" clId="{F28D2AB1-228F-4DEB-9B4E-61AC32A2299B}" dt="2023-12-06T23:39:16.693" v="13" actId="47"/>
        <pc:sldMkLst>
          <pc:docMk/>
          <pc:sldMk cId="4282241318" sldId="275"/>
        </pc:sldMkLst>
      </pc:sldChg>
      <pc:sldChg chg="del">
        <pc:chgData name="JONATHAN GABRIEL LOOR BAUTISTA" userId="4234489a-f210-4949-b3ca-adca1d814dab" providerId="ADAL" clId="{F28D2AB1-228F-4DEB-9B4E-61AC32A2299B}" dt="2023-12-06T23:39:17.319" v="14" actId="47"/>
        <pc:sldMkLst>
          <pc:docMk/>
          <pc:sldMk cId="1303374823" sldId="276"/>
        </pc:sldMkLst>
      </pc:sldChg>
      <pc:sldChg chg="addSp delSp modSp add mod">
        <pc:chgData name="JONATHAN GABRIEL LOOR BAUTISTA" userId="4234489a-f210-4949-b3ca-adca1d814dab" providerId="ADAL" clId="{F28D2AB1-228F-4DEB-9B4E-61AC32A2299B}" dt="2023-12-14T13:22:47.240" v="381" actId="1076"/>
        <pc:sldMkLst>
          <pc:docMk/>
          <pc:sldMk cId="3116047295" sldId="276"/>
        </pc:sldMkLst>
      </pc:sldChg>
      <pc:sldChg chg="addSp delSp modSp add mod">
        <pc:chgData name="JONATHAN GABRIEL LOOR BAUTISTA" userId="4234489a-f210-4949-b3ca-adca1d814dab" providerId="ADAL" clId="{F28D2AB1-228F-4DEB-9B4E-61AC32A2299B}" dt="2023-12-07T01:07:27.537" v="211" actId="1076"/>
        <pc:sldMkLst>
          <pc:docMk/>
          <pc:sldMk cId="283829873" sldId="277"/>
        </pc:sldMkLst>
      </pc:sldChg>
      <pc:sldChg chg="addSp delSp modSp add mod">
        <pc:chgData name="JONATHAN GABRIEL LOOR BAUTISTA" userId="4234489a-f210-4949-b3ca-adca1d814dab" providerId="ADAL" clId="{F28D2AB1-228F-4DEB-9B4E-61AC32A2299B}" dt="2023-12-07T01:07:42.488" v="215" actId="1076"/>
        <pc:sldMkLst>
          <pc:docMk/>
          <pc:sldMk cId="2812217883" sldId="278"/>
        </pc:sldMkLst>
      </pc:sldChg>
      <pc:sldChg chg="addSp delSp modSp add mod">
        <pc:chgData name="JONATHAN GABRIEL LOOR BAUTISTA" userId="4234489a-f210-4949-b3ca-adca1d814dab" providerId="ADAL" clId="{F28D2AB1-228F-4DEB-9B4E-61AC32A2299B}" dt="2023-12-07T01:08:33.249" v="223" actId="1076"/>
        <pc:sldMkLst>
          <pc:docMk/>
          <pc:sldMk cId="3800849061" sldId="279"/>
        </pc:sldMkLst>
      </pc:sldChg>
      <pc:sldChg chg="addSp delSp modSp add mod">
        <pc:chgData name="JONATHAN GABRIEL LOOR BAUTISTA" userId="4234489a-f210-4949-b3ca-adca1d814dab" providerId="ADAL" clId="{F28D2AB1-228F-4DEB-9B4E-61AC32A2299B}" dt="2023-12-07T01:11:44.853" v="232" actId="1076"/>
        <pc:sldMkLst>
          <pc:docMk/>
          <pc:sldMk cId="1522707480" sldId="280"/>
        </pc:sldMkLst>
      </pc:sldChg>
      <pc:sldChg chg="add ord">
        <pc:chgData name="JONATHAN GABRIEL LOOR BAUTISTA" userId="4234489a-f210-4949-b3ca-adca1d814dab" providerId="ADAL" clId="{F28D2AB1-228F-4DEB-9B4E-61AC32A2299B}" dt="2023-12-14T13:28:49.888" v="429"/>
        <pc:sldMkLst>
          <pc:docMk/>
          <pc:sldMk cId="2421653994" sldId="281"/>
        </pc:sldMkLst>
      </pc:sldChg>
      <pc:sldChg chg="delSp modSp add mod">
        <pc:chgData name="JONATHAN GABRIEL LOOR BAUTISTA" userId="4234489a-f210-4949-b3ca-adca1d814dab" providerId="ADAL" clId="{F28D2AB1-228F-4DEB-9B4E-61AC32A2299B}" dt="2023-12-14T15:15:29.623" v="641" actId="20577"/>
        <pc:sldMkLst>
          <pc:docMk/>
          <pc:sldMk cId="354079946" sldId="282"/>
        </pc:sldMkLst>
      </pc:sldChg>
      <pc:sldChg chg="addSp modSp add mod">
        <pc:chgData name="JONATHAN GABRIEL LOOR BAUTISTA" userId="4234489a-f210-4949-b3ca-adca1d814dab" providerId="ADAL" clId="{F28D2AB1-228F-4DEB-9B4E-61AC32A2299B}" dt="2023-12-14T15:15:33.184" v="643" actId="20577"/>
        <pc:sldMkLst>
          <pc:docMk/>
          <pc:sldMk cId="3965466414" sldId="283"/>
        </pc:sldMkLst>
      </pc:sldChg>
      <pc:sldChg chg="addSp delSp modSp add mod">
        <pc:chgData name="JONATHAN GABRIEL LOOR BAUTISTA" userId="4234489a-f210-4949-b3ca-adca1d814dab" providerId="ADAL" clId="{F28D2AB1-228F-4DEB-9B4E-61AC32A2299B}" dt="2023-12-14T15:15:37.573" v="645" actId="20577"/>
        <pc:sldMkLst>
          <pc:docMk/>
          <pc:sldMk cId="1900853572" sldId="284"/>
        </pc:sldMkLst>
      </pc:sldChg>
    </pc:docChg>
  </pc:docChgLst>
  <pc:docChgLst>
    <pc:chgData name="JONATHAN GABRIEL LOOR BAUTISTA" userId="4234489a-f210-4949-b3ca-adca1d814dab" providerId="ADAL" clId="{60CD1451-DAD3-4FF9-A968-D022F46CA1C2}"/>
    <pc:docChg chg="modSld">
      <pc:chgData name="JONATHAN GABRIEL LOOR BAUTISTA" userId="4234489a-f210-4949-b3ca-adca1d814dab" providerId="ADAL" clId="{60CD1451-DAD3-4FF9-A968-D022F46CA1C2}" dt="2022-11-11T20:16:04.902" v="15" actId="1076"/>
      <pc:docMkLst>
        <pc:docMk/>
      </pc:docMkLst>
      <pc:sldChg chg="modSp mod">
        <pc:chgData name="JONATHAN GABRIEL LOOR BAUTISTA" userId="4234489a-f210-4949-b3ca-adca1d814dab" providerId="ADAL" clId="{60CD1451-DAD3-4FF9-A968-D022F46CA1C2}" dt="2022-11-11T18:42:02.287" v="2" actId="114"/>
        <pc:sldMkLst>
          <pc:docMk/>
          <pc:sldMk cId="2453666722" sldId="271"/>
        </pc:sldMkLst>
      </pc:sldChg>
      <pc:sldChg chg="modSp mod">
        <pc:chgData name="JONATHAN GABRIEL LOOR BAUTISTA" userId="4234489a-f210-4949-b3ca-adca1d814dab" providerId="ADAL" clId="{60CD1451-DAD3-4FF9-A968-D022F46CA1C2}" dt="2022-11-11T18:48:14.907" v="12" actId="1076"/>
        <pc:sldMkLst>
          <pc:docMk/>
          <pc:sldMk cId="1911223544" sldId="280"/>
        </pc:sldMkLst>
      </pc:sldChg>
      <pc:sldChg chg="modSp mod">
        <pc:chgData name="JONATHAN GABRIEL LOOR BAUTISTA" userId="4234489a-f210-4949-b3ca-adca1d814dab" providerId="ADAL" clId="{60CD1451-DAD3-4FF9-A968-D022F46CA1C2}" dt="2022-11-11T20:16:04.902" v="15" actId="1076"/>
        <pc:sldMkLst>
          <pc:docMk/>
          <pc:sldMk cId="627336759" sldId="286"/>
        </pc:sldMkLst>
      </pc:sldChg>
    </pc:docChg>
  </pc:docChgLst>
  <pc:docChgLst>
    <pc:chgData name="JONATHAN GABRIEL LOOR BAUTISTA" userId="4234489a-f210-4949-b3ca-adca1d814dab" providerId="ADAL" clId="{AEB3EEBA-245D-427B-B8D1-DB45284D7449}"/>
    <pc:docChg chg="undo custSel addSld delSld modSld sldOrd">
      <pc:chgData name="JONATHAN GABRIEL LOOR BAUTISTA" userId="4234489a-f210-4949-b3ca-adca1d814dab" providerId="ADAL" clId="{AEB3EEBA-245D-427B-B8D1-DB45284D7449}" dt="2025-05-19T14:46:20.910" v="1374" actId="1076"/>
      <pc:docMkLst>
        <pc:docMk/>
      </pc:docMkLst>
      <pc:sldChg chg="modSp mod">
        <pc:chgData name="JONATHAN GABRIEL LOOR BAUTISTA" userId="4234489a-f210-4949-b3ca-adca1d814dab" providerId="ADAL" clId="{AEB3EEBA-245D-427B-B8D1-DB45284D7449}" dt="2025-05-15T13:14:12.816" v="46" actId="20577"/>
        <pc:sldMkLst>
          <pc:docMk/>
          <pc:sldMk cId="0" sldId="256"/>
        </pc:sldMkLst>
        <pc:spChg chg="mod">
          <ac:chgData name="JONATHAN GABRIEL LOOR BAUTISTA" userId="4234489a-f210-4949-b3ca-adca1d814dab" providerId="ADAL" clId="{AEB3EEBA-245D-427B-B8D1-DB45284D7449}" dt="2025-05-15T13:14:12.816" v="46" actId="20577"/>
          <ac:spMkLst>
            <pc:docMk/>
            <pc:sldMk cId="0" sldId="256"/>
            <ac:spMk id="5" creationId="{00000000-0000-0000-0000-000000000000}"/>
          </ac:spMkLst>
        </pc:spChg>
      </pc:sldChg>
      <pc:sldChg chg="addSp delSp modSp mod">
        <pc:chgData name="JONATHAN GABRIEL LOOR BAUTISTA" userId="4234489a-f210-4949-b3ca-adca1d814dab" providerId="ADAL" clId="{AEB3EEBA-245D-427B-B8D1-DB45284D7449}" dt="2025-05-16T19:52:09.928" v="344" actId="14100"/>
        <pc:sldMkLst>
          <pc:docMk/>
          <pc:sldMk cId="3907512282" sldId="296"/>
        </pc:sldMkLst>
        <pc:spChg chg="mod">
          <ac:chgData name="JONATHAN GABRIEL LOOR BAUTISTA" userId="4234489a-f210-4949-b3ca-adca1d814dab" providerId="ADAL" clId="{AEB3EEBA-245D-427B-B8D1-DB45284D7449}" dt="2025-05-16T19:50:16.967" v="339" actId="20577"/>
          <ac:spMkLst>
            <pc:docMk/>
            <pc:sldMk cId="3907512282" sldId="296"/>
            <ac:spMk id="24578" creationId="{716F85CF-5609-22B4-622E-EC38074EBE96}"/>
          </ac:spMkLst>
        </pc:spChg>
        <pc:spChg chg="mod">
          <ac:chgData name="JONATHAN GABRIEL LOOR BAUTISTA" userId="4234489a-f210-4949-b3ca-adca1d814dab" providerId="ADAL" clId="{AEB3EEBA-245D-427B-B8D1-DB45284D7449}" dt="2025-05-16T19:46:40.110" v="294"/>
          <ac:spMkLst>
            <pc:docMk/>
            <pc:sldMk cId="3907512282" sldId="296"/>
            <ac:spMk id="24579" creationId="{B19FF868-FB53-C797-F2C1-D1DCA182DB2C}"/>
          </ac:spMkLst>
        </pc:spChg>
      </pc:sldChg>
      <pc:sldChg chg="addSp delSp modSp mod">
        <pc:chgData name="JONATHAN GABRIEL LOOR BAUTISTA" userId="4234489a-f210-4949-b3ca-adca1d814dab" providerId="ADAL" clId="{AEB3EEBA-245D-427B-B8D1-DB45284D7449}" dt="2025-05-16T19:53:56.547" v="349" actId="1076"/>
        <pc:sldMkLst>
          <pc:docMk/>
          <pc:sldMk cId="2463088549" sldId="297"/>
        </pc:sldMkLst>
        <pc:spChg chg="mod">
          <ac:chgData name="JONATHAN GABRIEL LOOR BAUTISTA" userId="4234489a-f210-4949-b3ca-adca1d814dab" providerId="ADAL" clId="{AEB3EEBA-245D-427B-B8D1-DB45284D7449}" dt="2025-05-15T13:16:50.835" v="132" actId="20577"/>
          <ac:spMkLst>
            <pc:docMk/>
            <pc:sldMk cId="2463088549" sldId="297"/>
            <ac:spMk id="24578" creationId="{16016D6C-3F36-E6DA-4F28-368C8D87F894}"/>
          </ac:spMkLst>
        </pc:spChg>
        <pc:spChg chg="mod">
          <ac:chgData name="JONATHAN GABRIEL LOOR BAUTISTA" userId="4234489a-f210-4949-b3ca-adca1d814dab" providerId="ADAL" clId="{AEB3EEBA-245D-427B-B8D1-DB45284D7449}" dt="2025-05-16T19:52:23.036" v="346" actId="20577"/>
          <ac:spMkLst>
            <pc:docMk/>
            <pc:sldMk cId="2463088549" sldId="297"/>
            <ac:spMk id="24579" creationId="{4EC47A46-34D9-22FD-9943-083AEA6E6FEC}"/>
          </ac:spMkLst>
        </pc:spChg>
      </pc:sldChg>
      <pc:sldChg chg="addSp delSp modSp add mod">
        <pc:chgData name="JONATHAN GABRIEL LOOR BAUTISTA" userId="4234489a-f210-4949-b3ca-adca1d814dab" providerId="ADAL" clId="{AEB3EEBA-245D-427B-B8D1-DB45284D7449}" dt="2025-05-16T20:08:17.594" v="437" actId="20577"/>
        <pc:sldMkLst>
          <pc:docMk/>
          <pc:sldMk cId="340544771" sldId="298"/>
        </pc:sldMkLst>
      </pc:sldChg>
      <pc:sldChg chg="del">
        <pc:chgData name="JONATHAN GABRIEL LOOR BAUTISTA" userId="4234489a-f210-4949-b3ca-adca1d814dab" providerId="ADAL" clId="{AEB3EEBA-245D-427B-B8D1-DB45284D7449}" dt="2025-05-15T13:16:05.364" v="88" actId="47"/>
        <pc:sldMkLst>
          <pc:docMk/>
          <pc:sldMk cId="1712436894" sldId="298"/>
        </pc:sldMkLst>
      </pc:sldChg>
      <pc:sldChg chg="del">
        <pc:chgData name="JONATHAN GABRIEL LOOR BAUTISTA" userId="4234489a-f210-4949-b3ca-adca1d814dab" providerId="ADAL" clId="{AEB3EEBA-245D-427B-B8D1-DB45284D7449}" dt="2025-05-15T13:16:05.069" v="87" actId="47"/>
        <pc:sldMkLst>
          <pc:docMk/>
          <pc:sldMk cId="919229235" sldId="299"/>
        </pc:sldMkLst>
      </pc:sldChg>
      <pc:sldChg chg="addSp delSp modSp add mod">
        <pc:chgData name="JONATHAN GABRIEL LOOR BAUTISTA" userId="4234489a-f210-4949-b3ca-adca1d814dab" providerId="ADAL" clId="{AEB3EEBA-245D-427B-B8D1-DB45284D7449}" dt="2025-05-16T19:55:19.519" v="377" actId="20577"/>
        <pc:sldMkLst>
          <pc:docMk/>
          <pc:sldMk cId="2958359049" sldId="299"/>
        </pc:sldMkLst>
      </pc:sldChg>
      <pc:sldChg chg="modSp add del mod">
        <pc:chgData name="JONATHAN GABRIEL LOOR BAUTISTA" userId="4234489a-f210-4949-b3ca-adca1d814dab" providerId="ADAL" clId="{AEB3EEBA-245D-427B-B8D1-DB45284D7449}" dt="2025-05-16T20:08:53.029" v="451" actId="47"/>
        <pc:sldMkLst>
          <pc:docMk/>
          <pc:sldMk cId="4042485159" sldId="300"/>
        </pc:sldMkLst>
      </pc:sldChg>
      <pc:sldChg chg="modSp add mod ord">
        <pc:chgData name="JONATHAN GABRIEL LOOR BAUTISTA" userId="4234489a-f210-4949-b3ca-adca1d814dab" providerId="ADAL" clId="{AEB3EEBA-245D-427B-B8D1-DB45284D7449}" dt="2025-05-16T20:34:35.595" v="837" actId="1076"/>
        <pc:sldMkLst>
          <pc:docMk/>
          <pc:sldMk cId="570870609" sldId="301"/>
        </pc:sldMkLst>
      </pc:sldChg>
      <pc:sldChg chg="addSp delSp modSp add mod">
        <pc:chgData name="JONATHAN GABRIEL LOOR BAUTISTA" userId="4234489a-f210-4949-b3ca-adca1d814dab" providerId="ADAL" clId="{AEB3EEBA-245D-427B-B8D1-DB45284D7449}" dt="2025-05-16T20:36:55.131" v="862" actId="1076"/>
        <pc:sldMkLst>
          <pc:docMk/>
          <pc:sldMk cId="4058535090" sldId="302"/>
        </pc:sldMkLst>
      </pc:sldChg>
      <pc:sldChg chg="addSp delSp modSp add mod">
        <pc:chgData name="JONATHAN GABRIEL LOOR BAUTISTA" userId="4234489a-f210-4949-b3ca-adca1d814dab" providerId="ADAL" clId="{AEB3EEBA-245D-427B-B8D1-DB45284D7449}" dt="2025-05-16T20:39:27.010" v="926" actId="20577"/>
        <pc:sldMkLst>
          <pc:docMk/>
          <pc:sldMk cId="643062816" sldId="303"/>
        </pc:sldMkLst>
      </pc:sldChg>
      <pc:sldChg chg="addSp delSp modSp add mod">
        <pc:chgData name="JONATHAN GABRIEL LOOR BAUTISTA" userId="4234489a-f210-4949-b3ca-adca1d814dab" providerId="ADAL" clId="{AEB3EEBA-245D-427B-B8D1-DB45284D7449}" dt="2025-05-19T14:46:20.910" v="1374" actId="1076"/>
        <pc:sldMkLst>
          <pc:docMk/>
          <pc:sldMk cId="4291610913" sldId="304"/>
        </pc:sldMkLst>
      </pc:sldChg>
      <pc:sldChg chg="delSp modSp add mod">
        <pc:chgData name="JONATHAN GABRIEL LOOR BAUTISTA" userId="4234489a-f210-4949-b3ca-adca1d814dab" providerId="ADAL" clId="{AEB3EEBA-245D-427B-B8D1-DB45284D7449}" dt="2025-05-16T20:56:17.916" v="1189" actId="20577"/>
        <pc:sldMkLst>
          <pc:docMk/>
          <pc:sldMk cId="118540457" sldId="305"/>
        </pc:sldMkLst>
      </pc:sldChg>
      <pc:sldChg chg="addSp delSp modSp add mod">
        <pc:chgData name="JONATHAN GABRIEL LOOR BAUTISTA" userId="4234489a-f210-4949-b3ca-adca1d814dab" providerId="ADAL" clId="{AEB3EEBA-245D-427B-B8D1-DB45284D7449}" dt="2025-05-19T14:36:07.149" v="1373" actId="113"/>
        <pc:sldMkLst>
          <pc:docMk/>
          <pc:sldMk cId="1249538767" sldId="306"/>
        </pc:sldMkLst>
      </pc:sldChg>
      <pc:sldChg chg="addSp delSp modSp add mod">
        <pc:chgData name="JONATHAN GABRIEL LOOR BAUTISTA" userId="4234489a-f210-4949-b3ca-adca1d814dab" providerId="ADAL" clId="{AEB3EEBA-245D-427B-B8D1-DB45284D7449}" dt="2025-05-16T20:28:21.316" v="498" actId="14100"/>
        <pc:sldMkLst>
          <pc:docMk/>
          <pc:sldMk cId="1905160335" sldId="307"/>
        </pc:sldMkLst>
      </pc:sldChg>
      <pc:sldChg chg="modSp add mod">
        <pc:chgData name="JONATHAN GABRIEL LOOR BAUTISTA" userId="4234489a-f210-4949-b3ca-adca1d814dab" providerId="ADAL" clId="{AEB3EEBA-245D-427B-B8D1-DB45284D7449}" dt="2025-05-16T21:05:53.880" v="1365" actId="20577"/>
        <pc:sldMkLst>
          <pc:docMk/>
          <pc:sldMk cId="2797038675" sldId="308"/>
        </pc:sldMkLst>
        <pc:spChg chg="mod">
          <ac:chgData name="JONATHAN GABRIEL LOOR BAUTISTA" userId="4234489a-f210-4949-b3ca-adca1d814dab" providerId="ADAL" clId="{AEB3EEBA-245D-427B-B8D1-DB45284D7449}" dt="2025-05-16T21:05:53.880" v="1365" actId="20577"/>
          <ac:spMkLst>
            <pc:docMk/>
            <pc:sldMk cId="2797038675" sldId="308"/>
            <ac:spMk id="24579" creationId="{4A07FB0D-6150-AAF0-5891-DBAE1962AC9A}"/>
          </ac:spMkLst>
        </pc:spChg>
      </pc:sldChg>
      <pc:sldChg chg="add del">
        <pc:chgData name="JONATHAN GABRIEL LOOR BAUTISTA" userId="4234489a-f210-4949-b3ca-adca1d814dab" providerId="ADAL" clId="{AEB3EEBA-245D-427B-B8D1-DB45284D7449}" dt="2025-05-16T20:47:32.388" v="1112" actId="47"/>
        <pc:sldMkLst>
          <pc:docMk/>
          <pc:sldMk cId="4041070015" sldId="308"/>
        </pc:sldMkLst>
      </pc:sldChg>
    </pc:docChg>
  </pc:docChgLst>
  <pc:docChgLst>
    <pc:chgData name="JONATHAN GABRIEL LOOR BAUTISTA" userId="4234489a-f210-4949-b3ca-adca1d814dab" providerId="ADAL" clId="{060DDFA7-0ED1-4434-A690-0E20AEBE99A7}"/>
    <pc:docChg chg="undo custSel addSld delSld modSld sldOrd modMainMaster">
      <pc:chgData name="JONATHAN GABRIEL LOOR BAUTISTA" userId="4234489a-f210-4949-b3ca-adca1d814dab" providerId="ADAL" clId="{060DDFA7-0ED1-4434-A690-0E20AEBE99A7}" dt="2023-10-31T14:15:58.986" v="582" actId="20577"/>
      <pc:docMkLst>
        <pc:docMk/>
      </pc:docMkLst>
      <pc:sldChg chg="modSp mod">
        <pc:chgData name="JONATHAN GABRIEL LOOR BAUTISTA" userId="4234489a-f210-4949-b3ca-adca1d814dab" providerId="ADAL" clId="{060DDFA7-0ED1-4434-A690-0E20AEBE99A7}" dt="2023-10-30T21:09:57.255" v="203" actId="14100"/>
        <pc:sldMkLst>
          <pc:docMk/>
          <pc:sldMk cId="0" sldId="256"/>
        </pc:sldMkLst>
      </pc:sldChg>
      <pc:sldChg chg="del">
        <pc:chgData name="JONATHAN GABRIEL LOOR BAUTISTA" userId="4234489a-f210-4949-b3ca-adca1d814dab" providerId="ADAL" clId="{060DDFA7-0ED1-4434-A690-0E20AEBE99A7}" dt="2023-10-30T21:06:17.258" v="130" actId="47"/>
        <pc:sldMkLst>
          <pc:docMk/>
          <pc:sldMk cId="0" sldId="257"/>
        </pc:sldMkLst>
      </pc:sldChg>
      <pc:sldChg chg="addSp delSp modSp mod setBg">
        <pc:chgData name="JONATHAN GABRIEL LOOR BAUTISTA" userId="4234489a-f210-4949-b3ca-adca1d814dab" providerId="ADAL" clId="{060DDFA7-0ED1-4434-A690-0E20AEBE99A7}" dt="2023-10-31T14:11:53.464" v="513" actId="1076"/>
        <pc:sldMkLst>
          <pc:docMk/>
          <pc:sldMk cId="0" sldId="258"/>
        </pc:sldMkLst>
      </pc:sldChg>
      <pc:sldChg chg="addSp modSp add mod">
        <pc:chgData name="JONATHAN GABRIEL LOOR BAUTISTA" userId="4234489a-f210-4949-b3ca-adca1d814dab" providerId="ADAL" clId="{060DDFA7-0ED1-4434-A690-0E20AEBE99A7}" dt="2023-10-31T14:07:01.113" v="488" actId="20577"/>
        <pc:sldMkLst>
          <pc:docMk/>
          <pc:sldMk cId="365126346" sldId="259"/>
        </pc:sldMkLst>
      </pc:sldChg>
      <pc:sldChg chg="addSp delSp modSp add del mod ord">
        <pc:chgData name="JONATHAN GABRIEL LOOR BAUTISTA" userId="4234489a-f210-4949-b3ca-adca1d814dab" providerId="ADAL" clId="{060DDFA7-0ED1-4434-A690-0E20AEBE99A7}" dt="2023-10-31T14:06:12.179" v="424" actId="20577"/>
        <pc:sldMkLst>
          <pc:docMk/>
          <pc:sldMk cId="2494341450" sldId="260"/>
        </pc:sldMkLst>
      </pc:sldChg>
      <pc:sldChg chg="addSp delSp modSp add mod">
        <pc:chgData name="JONATHAN GABRIEL LOOR BAUTISTA" userId="4234489a-f210-4949-b3ca-adca1d814dab" providerId="ADAL" clId="{060DDFA7-0ED1-4434-A690-0E20AEBE99A7}" dt="2023-10-31T14:15:07.912" v="528" actId="1076"/>
        <pc:sldMkLst>
          <pc:docMk/>
          <pc:sldMk cId="1096243283" sldId="261"/>
        </pc:sldMkLst>
      </pc:sldChg>
      <pc:sldChg chg="addSp delSp modSp add mod">
        <pc:chgData name="JONATHAN GABRIEL LOOR BAUTISTA" userId="4234489a-f210-4949-b3ca-adca1d814dab" providerId="ADAL" clId="{060DDFA7-0ED1-4434-A690-0E20AEBE99A7}" dt="2023-10-31T13:54:07.335" v="388"/>
        <pc:sldMkLst>
          <pc:docMk/>
          <pc:sldMk cId="446297087" sldId="262"/>
        </pc:sldMkLst>
      </pc:sldChg>
      <pc:sldChg chg="addSp delSp modSp add mod">
        <pc:chgData name="JONATHAN GABRIEL LOOR BAUTISTA" userId="4234489a-f210-4949-b3ca-adca1d814dab" providerId="ADAL" clId="{060DDFA7-0ED1-4434-A690-0E20AEBE99A7}" dt="2023-10-31T13:59:41.552" v="399" actId="1076"/>
        <pc:sldMkLst>
          <pc:docMk/>
          <pc:sldMk cId="3749474826" sldId="263"/>
        </pc:sldMkLst>
      </pc:sldChg>
      <pc:sldChg chg="addSp delSp modSp add mod">
        <pc:chgData name="JONATHAN GABRIEL LOOR BAUTISTA" userId="4234489a-f210-4949-b3ca-adca1d814dab" providerId="ADAL" clId="{060DDFA7-0ED1-4434-A690-0E20AEBE99A7}" dt="2023-10-31T14:01:12.512" v="406" actId="1076"/>
        <pc:sldMkLst>
          <pc:docMk/>
          <pc:sldMk cId="1712364955" sldId="264"/>
        </pc:sldMkLst>
      </pc:sldChg>
      <pc:sldChg chg="addSp delSp modSp add mod">
        <pc:chgData name="JONATHAN GABRIEL LOOR BAUTISTA" userId="4234489a-f210-4949-b3ca-adca1d814dab" providerId="ADAL" clId="{060DDFA7-0ED1-4434-A690-0E20AEBE99A7}" dt="2023-10-31T14:02:25.713" v="411" actId="1076"/>
        <pc:sldMkLst>
          <pc:docMk/>
          <pc:sldMk cId="3972352135" sldId="265"/>
        </pc:sldMkLst>
      </pc:sldChg>
      <pc:sldChg chg="modSp add mod">
        <pc:chgData name="JONATHAN GABRIEL LOOR BAUTISTA" userId="4234489a-f210-4949-b3ca-adca1d814dab" providerId="ADAL" clId="{060DDFA7-0ED1-4434-A690-0E20AEBE99A7}" dt="2023-10-31T14:15:58.986" v="582" actId="20577"/>
        <pc:sldMkLst>
          <pc:docMk/>
          <pc:sldMk cId="628235030" sldId="266"/>
        </pc:sldMkLst>
      </pc:sldChg>
      <pc:sldChg chg="del">
        <pc:chgData name="JONATHAN GABRIEL LOOR BAUTISTA" userId="4234489a-f210-4949-b3ca-adca1d814dab" providerId="ADAL" clId="{060DDFA7-0ED1-4434-A690-0E20AEBE99A7}" dt="2023-10-30T21:06:59.256" v="136" actId="47"/>
        <pc:sldMkLst>
          <pc:docMk/>
          <pc:sldMk cId="3148635589" sldId="270"/>
        </pc:sldMkLst>
      </pc:sldChg>
      <pc:sldChg chg="del">
        <pc:chgData name="JONATHAN GABRIEL LOOR BAUTISTA" userId="4234489a-f210-4949-b3ca-adca1d814dab" providerId="ADAL" clId="{060DDFA7-0ED1-4434-A690-0E20AEBE99A7}" dt="2023-10-30T21:06:59.386" v="137" actId="47"/>
        <pc:sldMkLst>
          <pc:docMk/>
          <pc:sldMk cId="2453666722" sldId="271"/>
        </pc:sldMkLst>
      </pc:sldChg>
      <pc:sldChg chg="del">
        <pc:chgData name="JONATHAN GABRIEL LOOR BAUTISTA" userId="4234489a-f210-4949-b3ca-adca1d814dab" providerId="ADAL" clId="{060DDFA7-0ED1-4434-A690-0E20AEBE99A7}" dt="2023-10-30T21:06:59.863" v="140" actId="47"/>
        <pc:sldMkLst>
          <pc:docMk/>
          <pc:sldMk cId="3274624831" sldId="272"/>
        </pc:sldMkLst>
      </pc:sldChg>
      <pc:sldChg chg="del">
        <pc:chgData name="JONATHAN GABRIEL LOOR BAUTISTA" userId="4234489a-f210-4949-b3ca-adca1d814dab" providerId="ADAL" clId="{060DDFA7-0ED1-4434-A690-0E20AEBE99A7}" dt="2023-10-30T21:06:57.871" v="133" actId="47"/>
        <pc:sldMkLst>
          <pc:docMk/>
          <pc:sldMk cId="2752778094" sldId="273"/>
        </pc:sldMkLst>
      </pc:sldChg>
      <pc:sldChg chg="del">
        <pc:chgData name="JONATHAN GABRIEL LOOR BAUTISTA" userId="4234489a-f210-4949-b3ca-adca1d814dab" providerId="ADAL" clId="{060DDFA7-0ED1-4434-A690-0E20AEBE99A7}" dt="2023-10-30T21:06:58.785" v="134" actId="47"/>
        <pc:sldMkLst>
          <pc:docMk/>
          <pc:sldMk cId="1191621404" sldId="274"/>
        </pc:sldMkLst>
      </pc:sldChg>
      <pc:sldChg chg="del">
        <pc:chgData name="JONATHAN GABRIEL LOOR BAUTISTA" userId="4234489a-f210-4949-b3ca-adca1d814dab" providerId="ADAL" clId="{060DDFA7-0ED1-4434-A690-0E20AEBE99A7}" dt="2023-10-30T21:06:59.051" v="135" actId="47"/>
        <pc:sldMkLst>
          <pc:docMk/>
          <pc:sldMk cId="1408870596" sldId="275"/>
        </pc:sldMkLst>
      </pc:sldChg>
      <pc:sldChg chg="del">
        <pc:chgData name="JONATHAN GABRIEL LOOR BAUTISTA" userId="4234489a-f210-4949-b3ca-adca1d814dab" providerId="ADAL" clId="{060DDFA7-0ED1-4434-A690-0E20AEBE99A7}" dt="2023-10-30T21:06:59.568" v="138" actId="47"/>
        <pc:sldMkLst>
          <pc:docMk/>
          <pc:sldMk cId="2004126196" sldId="276"/>
        </pc:sldMkLst>
      </pc:sldChg>
      <pc:sldChg chg="del">
        <pc:chgData name="JONATHAN GABRIEL LOOR BAUTISTA" userId="4234489a-f210-4949-b3ca-adca1d814dab" providerId="ADAL" clId="{060DDFA7-0ED1-4434-A690-0E20AEBE99A7}" dt="2023-10-30T21:06:59.728" v="139" actId="47"/>
        <pc:sldMkLst>
          <pc:docMk/>
          <pc:sldMk cId="2374801582" sldId="277"/>
        </pc:sldMkLst>
      </pc:sldChg>
      <pc:sldChg chg="del">
        <pc:chgData name="JONATHAN GABRIEL LOOR BAUTISTA" userId="4234489a-f210-4949-b3ca-adca1d814dab" providerId="ADAL" clId="{060DDFA7-0ED1-4434-A690-0E20AEBE99A7}" dt="2023-10-30T21:06:59.999" v="141" actId="47"/>
        <pc:sldMkLst>
          <pc:docMk/>
          <pc:sldMk cId="1796450385" sldId="278"/>
        </pc:sldMkLst>
      </pc:sldChg>
      <pc:sldChg chg="del">
        <pc:chgData name="JONATHAN GABRIEL LOOR BAUTISTA" userId="4234489a-f210-4949-b3ca-adca1d814dab" providerId="ADAL" clId="{060DDFA7-0ED1-4434-A690-0E20AEBE99A7}" dt="2023-10-30T21:06:19.264" v="131" actId="47"/>
        <pc:sldMkLst>
          <pc:docMk/>
          <pc:sldMk cId="1137748348" sldId="279"/>
        </pc:sldMkLst>
      </pc:sldChg>
      <pc:sldChg chg="del">
        <pc:chgData name="JONATHAN GABRIEL LOOR BAUTISTA" userId="4234489a-f210-4949-b3ca-adca1d814dab" providerId="ADAL" clId="{060DDFA7-0ED1-4434-A690-0E20AEBE99A7}" dt="2023-10-30T21:07:00.132" v="142" actId="47"/>
        <pc:sldMkLst>
          <pc:docMk/>
          <pc:sldMk cId="1911223544" sldId="280"/>
        </pc:sldMkLst>
      </pc:sldChg>
      <pc:sldChg chg="del">
        <pc:chgData name="JONATHAN GABRIEL LOOR BAUTISTA" userId="4234489a-f210-4949-b3ca-adca1d814dab" providerId="ADAL" clId="{060DDFA7-0ED1-4434-A690-0E20AEBE99A7}" dt="2023-10-30T21:07:00.455" v="143" actId="47"/>
        <pc:sldMkLst>
          <pc:docMk/>
          <pc:sldMk cId="1419791792" sldId="282"/>
        </pc:sldMkLst>
      </pc:sldChg>
      <pc:sldChg chg="del">
        <pc:chgData name="JONATHAN GABRIEL LOOR BAUTISTA" userId="4234489a-f210-4949-b3ca-adca1d814dab" providerId="ADAL" clId="{060DDFA7-0ED1-4434-A690-0E20AEBE99A7}" dt="2023-10-30T21:07:00.550" v="144" actId="47"/>
        <pc:sldMkLst>
          <pc:docMk/>
          <pc:sldMk cId="1650563039" sldId="283"/>
        </pc:sldMkLst>
      </pc:sldChg>
      <pc:sldChg chg="del">
        <pc:chgData name="JONATHAN GABRIEL LOOR BAUTISTA" userId="4234489a-f210-4949-b3ca-adca1d814dab" providerId="ADAL" clId="{060DDFA7-0ED1-4434-A690-0E20AEBE99A7}" dt="2023-10-30T21:07:00.919" v="145" actId="47"/>
        <pc:sldMkLst>
          <pc:docMk/>
          <pc:sldMk cId="347908706" sldId="284"/>
        </pc:sldMkLst>
      </pc:sldChg>
      <pc:sldChg chg="del">
        <pc:chgData name="JONATHAN GABRIEL LOOR BAUTISTA" userId="4234489a-f210-4949-b3ca-adca1d814dab" providerId="ADAL" clId="{060DDFA7-0ED1-4434-A690-0E20AEBE99A7}" dt="2023-10-30T21:07:03.741" v="147" actId="47"/>
        <pc:sldMkLst>
          <pc:docMk/>
          <pc:sldMk cId="3849679617" sldId="285"/>
        </pc:sldMkLst>
      </pc:sldChg>
      <pc:sldChg chg="del">
        <pc:chgData name="JONATHAN GABRIEL LOOR BAUTISTA" userId="4234489a-f210-4949-b3ca-adca1d814dab" providerId="ADAL" clId="{060DDFA7-0ED1-4434-A690-0E20AEBE99A7}" dt="2023-10-30T21:07:01.725" v="146" actId="47"/>
        <pc:sldMkLst>
          <pc:docMk/>
          <pc:sldMk cId="627336759" sldId="286"/>
        </pc:sldMkLst>
      </pc:sldChg>
      <pc:sldChg chg="del">
        <pc:chgData name="JONATHAN GABRIEL LOOR BAUTISTA" userId="4234489a-f210-4949-b3ca-adca1d814dab" providerId="ADAL" clId="{060DDFA7-0ED1-4434-A690-0E20AEBE99A7}" dt="2023-10-30T21:06:51.513" v="132" actId="47"/>
        <pc:sldMkLst>
          <pc:docMk/>
          <pc:sldMk cId="3899911817" sldId="287"/>
        </pc:sldMkLst>
      </pc:sldChg>
      <pc:sldMasterChg chg="modSp modSldLayout">
        <pc:chgData name="JONATHAN GABRIEL LOOR BAUTISTA" userId="4234489a-f210-4949-b3ca-adca1d814dab" providerId="ADAL" clId="{060DDFA7-0ED1-4434-A690-0E20AEBE99A7}" dt="2023-10-30T21:08:33.515" v="186"/>
        <pc:sldMasterMkLst>
          <pc:docMk/>
          <pc:sldMasterMk cId="0" sldId="2147483648"/>
        </pc:sldMasterMkLst>
        <pc:sldLayoutChg chg="modSp">
          <pc:chgData name="JONATHAN GABRIEL LOOR BAUTISTA" userId="4234489a-f210-4949-b3ca-adca1d814dab" providerId="ADAL" clId="{060DDFA7-0ED1-4434-A690-0E20AEBE99A7}" dt="2023-10-30T21:08:33.515" v="186"/>
          <pc:sldLayoutMkLst>
            <pc:docMk/>
            <pc:sldMasterMk cId="0" sldId="2147483648"/>
            <pc:sldLayoutMk cId="3939597044" sldId="2147483649"/>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48047980" sldId="2147483651"/>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2119514795" sldId="2147483652"/>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050028034" sldId="2147483653"/>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38817288" sldId="2147483656"/>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1447904796" sldId="2147483657"/>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81004487" sldId="2147483659"/>
          </pc:sldLayoutMkLst>
        </pc:sldLayoutChg>
      </pc:sldMasterChg>
    </pc:docChg>
  </pc:docChgLst>
  <pc:docChgLst>
    <pc:chgData name="JONATHAN GABRIEL LOOR BAUTISTA" userId="4234489a-f210-4949-b3ca-adca1d814dab" providerId="ADAL" clId="{FE2EE89C-43BE-45E3-8A42-D09B34D705A0}"/>
    <pc:docChg chg="undo custSel modSld">
      <pc:chgData name="JONATHAN GABRIEL LOOR BAUTISTA" userId="4234489a-f210-4949-b3ca-adca1d814dab" providerId="ADAL" clId="{FE2EE89C-43BE-45E3-8A42-D09B34D705A0}" dt="2024-12-03T20:10:20.473" v="251" actId="20577"/>
      <pc:docMkLst>
        <pc:docMk/>
      </pc:docMkLst>
      <pc:sldChg chg="addSp delSp modSp mod">
        <pc:chgData name="JONATHAN GABRIEL LOOR BAUTISTA" userId="4234489a-f210-4949-b3ca-adca1d814dab" providerId="ADAL" clId="{FE2EE89C-43BE-45E3-8A42-D09B34D705A0}" dt="2024-12-03T19:34:05.596" v="104" actId="14100"/>
        <pc:sldMkLst>
          <pc:docMk/>
          <pc:sldMk cId="445900017" sldId="272"/>
        </pc:sldMkLst>
      </pc:sldChg>
      <pc:sldChg chg="modSp mod">
        <pc:chgData name="JONATHAN GABRIEL LOOR BAUTISTA" userId="4234489a-f210-4949-b3ca-adca1d814dab" providerId="ADAL" clId="{FE2EE89C-43BE-45E3-8A42-D09B34D705A0}" dt="2024-12-03T19:52:19.539" v="116" actId="20577"/>
        <pc:sldMkLst>
          <pc:docMk/>
          <pc:sldMk cId="3860355998" sldId="282"/>
        </pc:sldMkLst>
      </pc:sldChg>
      <pc:sldChg chg="modSp mod">
        <pc:chgData name="JONATHAN GABRIEL LOOR BAUTISTA" userId="4234489a-f210-4949-b3ca-adca1d814dab" providerId="ADAL" clId="{FE2EE89C-43BE-45E3-8A42-D09B34D705A0}" dt="2024-12-03T20:02:50.114" v="159"/>
        <pc:sldMkLst>
          <pc:docMk/>
          <pc:sldMk cId="3796690466" sldId="285"/>
        </pc:sldMkLst>
      </pc:sldChg>
      <pc:sldChg chg="modSp mod">
        <pc:chgData name="JONATHAN GABRIEL LOOR BAUTISTA" userId="4234489a-f210-4949-b3ca-adca1d814dab" providerId="ADAL" clId="{FE2EE89C-43BE-45E3-8A42-D09B34D705A0}" dt="2024-12-03T20:07:18.882" v="214" actId="20577"/>
        <pc:sldMkLst>
          <pc:docMk/>
          <pc:sldMk cId="3119478525" sldId="286"/>
        </pc:sldMkLst>
      </pc:sldChg>
      <pc:sldChg chg="delSp modSp mod">
        <pc:chgData name="JONATHAN GABRIEL LOOR BAUTISTA" userId="4234489a-f210-4949-b3ca-adca1d814dab" providerId="ADAL" clId="{FE2EE89C-43BE-45E3-8A42-D09B34D705A0}" dt="2024-12-03T20:10:20.473" v="251" actId="20577"/>
        <pc:sldMkLst>
          <pc:docMk/>
          <pc:sldMk cId="1109680319" sldId="288"/>
        </pc:sldMkLst>
      </pc:sldChg>
    </pc:docChg>
  </pc:docChgLst>
  <pc:docChgLst>
    <pc:chgData name="JONATHAN GABRIEL LOOR BAUTISTA" userId="4234489a-f210-4949-b3ca-adca1d814dab" providerId="ADAL" clId="{331DE3F3-B272-46BB-BC05-336C21B73F45}"/>
    <pc:docChg chg="delSld">
      <pc:chgData name="JONATHAN GABRIEL LOOR BAUTISTA" userId="4234489a-f210-4949-b3ca-adca1d814dab" providerId="ADAL" clId="{331DE3F3-B272-46BB-BC05-336C21B73F45}" dt="2024-06-21T16:59:27.027" v="0" actId="47"/>
      <pc:docMkLst>
        <pc:docMk/>
      </pc:docMkLst>
      <pc:sldChg chg="del">
        <pc:chgData name="JONATHAN GABRIEL LOOR BAUTISTA" userId="4234489a-f210-4949-b3ca-adca1d814dab" providerId="ADAL" clId="{331DE3F3-B272-46BB-BC05-336C21B73F45}" dt="2024-06-21T16:59:27.027" v="0" actId="47"/>
        <pc:sldMkLst>
          <pc:docMk/>
          <pc:sldMk cId="1579677953" sldId="274"/>
        </pc:sldMkLst>
      </pc:sldChg>
    </pc:docChg>
  </pc:docChgLst>
  <pc:docChgLst>
    <pc:chgData name="JONATHAN GABRIEL LOOR BAUTISTA" userId="4234489a-f210-4949-b3ca-adca1d814dab" providerId="ADAL" clId="{03F51541-2227-4C66-877D-186E6B433BCC}"/>
    <pc:docChg chg="undo redo custSel addSld delSld modSld">
      <pc:chgData name="JONATHAN GABRIEL LOOR BAUTISTA" userId="4234489a-f210-4949-b3ca-adca1d814dab" providerId="ADAL" clId="{03F51541-2227-4C66-877D-186E6B433BCC}" dt="2025-01-17T12:37:29.121" v="1168" actId="20577"/>
      <pc:docMkLst>
        <pc:docMk/>
      </pc:docMkLst>
      <pc:sldChg chg="modSp mod">
        <pc:chgData name="JONATHAN GABRIEL LOOR BAUTISTA" userId="4234489a-f210-4949-b3ca-adca1d814dab" providerId="ADAL" clId="{03F51541-2227-4C66-877D-186E6B433BCC}" dt="2025-01-10T13:01:49.829" v="106" actId="20577"/>
        <pc:sldMkLst>
          <pc:docMk/>
          <pc:sldMk cId="0" sldId="256"/>
        </pc:sldMkLst>
      </pc:sldChg>
      <pc:sldChg chg="addSp delSp modSp mod">
        <pc:chgData name="JONATHAN GABRIEL LOOR BAUTISTA" userId="4234489a-f210-4949-b3ca-adca1d814dab" providerId="ADAL" clId="{03F51541-2227-4C66-877D-186E6B433BCC}" dt="2025-01-10T13:05:09.988" v="242" actId="1076"/>
        <pc:sldMkLst>
          <pc:docMk/>
          <pc:sldMk cId="445900017" sldId="272"/>
        </pc:sldMkLst>
      </pc:sldChg>
      <pc:sldChg chg="addSp delSp modSp add mod">
        <pc:chgData name="JONATHAN GABRIEL LOOR BAUTISTA" userId="4234489a-f210-4949-b3ca-adca1d814dab" providerId="ADAL" clId="{03F51541-2227-4C66-877D-186E6B433BCC}" dt="2025-01-10T13:07:10.006" v="274" actId="1076"/>
        <pc:sldMkLst>
          <pc:docMk/>
          <pc:sldMk cId="2459953676" sldId="273"/>
        </pc:sldMkLst>
      </pc:sldChg>
      <pc:sldChg chg="del">
        <pc:chgData name="JONATHAN GABRIEL LOOR BAUTISTA" userId="4234489a-f210-4949-b3ca-adca1d814dab" providerId="ADAL" clId="{03F51541-2227-4C66-877D-186E6B433BCC}" dt="2025-01-10T13:02:04.983" v="120" actId="47"/>
        <pc:sldMkLst>
          <pc:docMk/>
          <pc:sldMk cId="4133258574" sldId="273"/>
        </pc:sldMkLst>
      </pc:sldChg>
      <pc:sldChg chg="addSp delSp modSp add mod">
        <pc:chgData name="JONATHAN GABRIEL LOOR BAUTISTA" userId="4234489a-f210-4949-b3ca-adca1d814dab" providerId="ADAL" clId="{03F51541-2227-4C66-877D-186E6B433BCC}" dt="2025-01-10T14:04:06.734" v="286" actId="1076"/>
        <pc:sldMkLst>
          <pc:docMk/>
          <pc:sldMk cId="416056654" sldId="274"/>
        </pc:sldMkLst>
      </pc:sldChg>
      <pc:sldChg chg="add del setBg">
        <pc:chgData name="JONATHAN GABRIEL LOOR BAUTISTA" userId="4234489a-f210-4949-b3ca-adca1d814dab" providerId="ADAL" clId="{03F51541-2227-4C66-877D-186E6B433BCC}" dt="2025-01-10T14:03:31.177" v="276" actId="47"/>
        <pc:sldMkLst>
          <pc:docMk/>
          <pc:sldMk cId="3764557972" sldId="274"/>
        </pc:sldMkLst>
      </pc:sldChg>
      <pc:sldChg chg="add">
        <pc:chgData name="JONATHAN GABRIEL LOOR BAUTISTA" userId="4234489a-f210-4949-b3ca-adca1d814dab" providerId="ADAL" clId="{03F51541-2227-4C66-877D-186E6B433BCC}" dt="2025-01-10T14:04:12.567" v="287" actId="2890"/>
        <pc:sldMkLst>
          <pc:docMk/>
          <pc:sldMk cId="1498002989" sldId="275"/>
        </pc:sldMkLst>
      </pc:sldChg>
      <pc:sldChg chg="del">
        <pc:chgData name="JONATHAN GABRIEL LOOR BAUTISTA" userId="4234489a-f210-4949-b3ca-adca1d814dab" providerId="ADAL" clId="{03F51541-2227-4C66-877D-186E6B433BCC}" dt="2025-01-10T13:02:01.843" v="119" actId="47"/>
        <pc:sldMkLst>
          <pc:docMk/>
          <pc:sldMk cId="2704981625" sldId="275"/>
        </pc:sldMkLst>
      </pc:sldChg>
      <pc:sldChg chg="del">
        <pc:chgData name="JONATHAN GABRIEL LOOR BAUTISTA" userId="4234489a-f210-4949-b3ca-adca1d814dab" providerId="ADAL" clId="{03F51541-2227-4C66-877D-186E6B433BCC}" dt="2025-01-10T13:02:01.703" v="118" actId="47"/>
        <pc:sldMkLst>
          <pc:docMk/>
          <pc:sldMk cId="1243469074" sldId="276"/>
        </pc:sldMkLst>
      </pc:sldChg>
      <pc:sldChg chg="addSp delSp modSp add mod">
        <pc:chgData name="JONATHAN GABRIEL LOOR BAUTISTA" userId="4234489a-f210-4949-b3ca-adca1d814dab" providerId="ADAL" clId="{03F51541-2227-4C66-877D-186E6B433BCC}" dt="2025-01-10T14:05:09.970" v="301" actId="1076"/>
        <pc:sldMkLst>
          <pc:docMk/>
          <pc:sldMk cId="2030638201" sldId="276"/>
        </pc:sldMkLst>
      </pc:sldChg>
      <pc:sldChg chg="addSp delSp modSp add mod">
        <pc:chgData name="JONATHAN GABRIEL LOOR BAUTISTA" userId="4234489a-f210-4949-b3ca-adca1d814dab" providerId="ADAL" clId="{03F51541-2227-4C66-877D-186E6B433BCC}" dt="2025-01-10T14:06:13.402" v="328" actId="14100"/>
        <pc:sldMkLst>
          <pc:docMk/>
          <pc:sldMk cId="4034665855" sldId="277"/>
        </pc:sldMkLst>
      </pc:sldChg>
      <pc:sldChg chg="del">
        <pc:chgData name="JONATHAN GABRIEL LOOR BAUTISTA" userId="4234489a-f210-4949-b3ca-adca1d814dab" providerId="ADAL" clId="{03F51541-2227-4C66-877D-186E6B433BCC}" dt="2025-01-10T13:02:01.418" v="117" actId="47"/>
        <pc:sldMkLst>
          <pc:docMk/>
          <pc:sldMk cId="4164239669" sldId="277"/>
        </pc:sldMkLst>
      </pc:sldChg>
      <pc:sldChg chg="del">
        <pc:chgData name="JONATHAN GABRIEL LOOR BAUTISTA" userId="4234489a-f210-4949-b3ca-adca1d814dab" providerId="ADAL" clId="{03F51541-2227-4C66-877D-186E6B433BCC}" dt="2025-01-10T13:02:01.279" v="116" actId="47"/>
        <pc:sldMkLst>
          <pc:docMk/>
          <pc:sldMk cId="1902898404" sldId="278"/>
        </pc:sldMkLst>
      </pc:sldChg>
      <pc:sldChg chg="addSp delSp modSp add mod">
        <pc:chgData name="JONATHAN GABRIEL LOOR BAUTISTA" userId="4234489a-f210-4949-b3ca-adca1d814dab" providerId="ADAL" clId="{03F51541-2227-4C66-877D-186E6B433BCC}" dt="2025-01-10T14:26:01.099" v="381" actId="1076"/>
        <pc:sldMkLst>
          <pc:docMk/>
          <pc:sldMk cId="3978225186" sldId="278"/>
        </pc:sldMkLst>
      </pc:sldChg>
      <pc:sldChg chg="delSp modSp add mod">
        <pc:chgData name="JONATHAN GABRIEL LOOR BAUTISTA" userId="4234489a-f210-4949-b3ca-adca1d814dab" providerId="ADAL" clId="{03F51541-2227-4C66-877D-186E6B433BCC}" dt="2025-01-17T12:37:16.857" v="1156" actId="20577"/>
        <pc:sldMkLst>
          <pc:docMk/>
          <pc:sldMk cId="3324638368" sldId="279"/>
        </pc:sldMkLst>
      </pc:sldChg>
      <pc:sldChg chg="del">
        <pc:chgData name="JONATHAN GABRIEL LOOR BAUTISTA" userId="4234489a-f210-4949-b3ca-adca1d814dab" providerId="ADAL" clId="{03F51541-2227-4C66-877D-186E6B433BCC}" dt="2025-01-10T13:02:01.165" v="115" actId="47"/>
        <pc:sldMkLst>
          <pc:docMk/>
          <pc:sldMk cId="3552304945" sldId="279"/>
        </pc:sldMkLst>
      </pc:sldChg>
      <pc:sldChg chg="del">
        <pc:chgData name="JONATHAN GABRIEL LOOR BAUTISTA" userId="4234489a-f210-4949-b3ca-adca1d814dab" providerId="ADAL" clId="{03F51541-2227-4C66-877D-186E6B433BCC}" dt="2025-01-10T13:02:00.968" v="114" actId="47"/>
        <pc:sldMkLst>
          <pc:docMk/>
          <pc:sldMk cId="930664112" sldId="280"/>
        </pc:sldMkLst>
      </pc:sldChg>
      <pc:sldChg chg="modSp add mod">
        <pc:chgData name="JONATHAN GABRIEL LOOR BAUTISTA" userId="4234489a-f210-4949-b3ca-adca1d814dab" providerId="ADAL" clId="{03F51541-2227-4C66-877D-186E6B433BCC}" dt="2025-01-17T12:37:24.164" v="1164" actId="20577"/>
        <pc:sldMkLst>
          <pc:docMk/>
          <pc:sldMk cId="4165485877" sldId="280"/>
        </pc:sldMkLst>
      </pc:sldChg>
      <pc:sldChg chg="del">
        <pc:chgData name="JONATHAN GABRIEL LOOR BAUTISTA" userId="4234489a-f210-4949-b3ca-adca1d814dab" providerId="ADAL" clId="{03F51541-2227-4C66-877D-186E6B433BCC}" dt="2025-01-10T13:02:00.533" v="113" actId="47"/>
        <pc:sldMkLst>
          <pc:docMk/>
          <pc:sldMk cId="118533800" sldId="281"/>
        </pc:sldMkLst>
      </pc:sldChg>
      <pc:sldChg chg="modSp add mod">
        <pc:chgData name="JONATHAN GABRIEL LOOR BAUTISTA" userId="4234489a-f210-4949-b3ca-adca1d814dab" providerId="ADAL" clId="{03F51541-2227-4C66-877D-186E6B433BCC}" dt="2025-01-17T12:37:29.121" v="1168" actId="20577"/>
        <pc:sldMkLst>
          <pc:docMk/>
          <pc:sldMk cId="1147876043" sldId="281"/>
        </pc:sldMkLst>
      </pc:sldChg>
      <pc:sldChg chg="del">
        <pc:chgData name="JONATHAN GABRIEL LOOR BAUTISTA" userId="4234489a-f210-4949-b3ca-adca1d814dab" providerId="ADAL" clId="{03F51541-2227-4C66-877D-186E6B433BCC}" dt="2025-01-10T13:02:00.403" v="112" actId="47"/>
        <pc:sldMkLst>
          <pc:docMk/>
          <pc:sldMk cId="3860355998" sldId="282"/>
        </pc:sldMkLst>
      </pc:sldChg>
      <pc:sldChg chg="del">
        <pc:chgData name="JONATHAN GABRIEL LOOR BAUTISTA" userId="4234489a-f210-4949-b3ca-adca1d814dab" providerId="ADAL" clId="{03F51541-2227-4C66-877D-186E6B433BCC}" dt="2025-01-10T13:02:00.305" v="111" actId="47"/>
        <pc:sldMkLst>
          <pc:docMk/>
          <pc:sldMk cId="3758386642" sldId="283"/>
        </pc:sldMkLst>
      </pc:sldChg>
      <pc:sldChg chg="del">
        <pc:chgData name="JONATHAN GABRIEL LOOR BAUTISTA" userId="4234489a-f210-4949-b3ca-adca1d814dab" providerId="ADAL" clId="{03F51541-2227-4C66-877D-186E6B433BCC}" dt="2025-01-10T13:02:00.165" v="110" actId="47"/>
        <pc:sldMkLst>
          <pc:docMk/>
          <pc:sldMk cId="3796690466" sldId="285"/>
        </pc:sldMkLst>
      </pc:sldChg>
      <pc:sldChg chg="del">
        <pc:chgData name="JONATHAN GABRIEL LOOR BAUTISTA" userId="4234489a-f210-4949-b3ca-adca1d814dab" providerId="ADAL" clId="{03F51541-2227-4C66-877D-186E6B433BCC}" dt="2025-01-10T13:02:00.025" v="109" actId="47"/>
        <pc:sldMkLst>
          <pc:docMk/>
          <pc:sldMk cId="3119478525" sldId="286"/>
        </pc:sldMkLst>
      </pc:sldChg>
      <pc:sldChg chg="del">
        <pc:chgData name="JONATHAN GABRIEL LOOR BAUTISTA" userId="4234489a-f210-4949-b3ca-adca1d814dab" providerId="ADAL" clId="{03F51541-2227-4C66-877D-186E6B433BCC}" dt="2025-01-10T13:01:59.741" v="107" actId="47"/>
        <pc:sldMkLst>
          <pc:docMk/>
          <pc:sldMk cId="1109680319" sldId="288"/>
        </pc:sldMkLst>
      </pc:sldChg>
      <pc:sldChg chg="del">
        <pc:chgData name="JONATHAN GABRIEL LOOR BAUTISTA" userId="4234489a-f210-4949-b3ca-adca1d814dab" providerId="ADAL" clId="{03F51541-2227-4C66-877D-186E6B433BCC}" dt="2025-01-10T13:01:59.901" v="108" actId="47"/>
        <pc:sldMkLst>
          <pc:docMk/>
          <pc:sldMk cId="1431093033" sldId="28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8861AAEE-B1CB-4409-AC48-B4C88EB5A83F}" type="slidenum">
              <a:rPr lang="es-ES" altLang="en-US" smtClean="0"/>
              <a:pPr/>
              <a:t>‹Nº›</a:t>
            </a:fld>
            <a:endParaRPr lang="es-ES" altLang="en-US"/>
          </a:p>
        </p:txBody>
      </p:sp>
    </p:spTree>
    <p:extLst>
      <p:ext uri="{BB962C8B-B14F-4D97-AF65-F5344CB8AC3E}">
        <p14:creationId xmlns:p14="http://schemas.microsoft.com/office/powerpoint/2010/main" val="43902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66DEB28E-FB1D-4168-8929-5C31CA315BC9}" type="slidenum">
              <a:rPr lang="es-ES" altLang="en-US" smtClean="0"/>
              <a:pPr/>
              <a:t>‹Nº›</a:t>
            </a:fld>
            <a:endParaRPr lang="es-ES" altLang="en-US"/>
          </a:p>
        </p:txBody>
      </p:sp>
    </p:spTree>
    <p:extLst>
      <p:ext uri="{BB962C8B-B14F-4D97-AF65-F5344CB8AC3E}">
        <p14:creationId xmlns:p14="http://schemas.microsoft.com/office/powerpoint/2010/main" val="192247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072C3167-C126-47F5-BA6A-1969A43FAEE4}" type="slidenum">
              <a:rPr lang="es-ES" altLang="en-US" smtClean="0"/>
              <a:pPr/>
              <a:t>‹Nº›</a:t>
            </a:fld>
            <a:endParaRPr lang="es-ES" altLang="en-US"/>
          </a:p>
        </p:txBody>
      </p:sp>
    </p:spTree>
    <p:extLst>
      <p:ext uri="{BB962C8B-B14F-4D97-AF65-F5344CB8AC3E}">
        <p14:creationId xmlns:p14="http://schemas.microsoft.com/office/powerpoint/2010/main" val="37963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77922B72-CBDE-4E48-B0A3-67E9F34DE57E}" type="slidenum">
              <a:rPr lang="es-ES" altLang="en-US" smtClean="0"/>
              <a:pPr/>
              <a:t>‹Nº›</a:t>
            </a:fld>
            <a:endParaRPr lang="es-ES" altLang="en-US"/>
          </a:p>
        </p:txBody>
      </p:sp>
    </p:spTree>
    <p:extLst>
      <p:ext uri="{BB962C8B-B14F-4D97-AF65-F5344CB8AC3E}">
        <p14:creationId xmlns:p14="http://schemas.microsoft.com/office/powerpoint/2010/main" val="134505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ltLang="en-US"/>
          </a:p>
        </p:txBody>
      </p:sp>
      <p:sp>
        <p:nvSpPr>
          <p:cNvPr id="8" name="Footer Placeholder 7"/>
          <p:cNvSpPr>
            <a:spLocks noGrp="1"/>
          </p:cNvSpPr>
          <p:nvPr>
            <p:ph type="ftr" sz="quarter" idx="11"/>
          </p:nvPr>
        </p:nvSpPr>
        <p:spPr/>
        <p:txBody>
          <a:bodyPr/>
          <a:lstStyle/>
          <a:p>
            <a:endParaRPr lang="es-ES" altLang="en-US"/>
          </a:p>
        </p:txBody>
      </p:sp>
      <p:sp>
        <p:nvSpPr>
          <p:cNvPr id="9" name="Slide Number Placeholder 8"/>
          <p:cNvSpPr>
            <a:spLocks noGrp="1"/>
          </p:cNvSpPr>
          <p:nvPr>
            <p:ph type="sldNum" sz="quarter" idx="12"/>
          </p:nvPr>
        </p:nvSpPr>
        <p:spPr/>
        <p:txBody>
          <a:bodyPr/>
          <a:lstStyle/>
          <a:p>
            <a:fld id="{582A2665-CF16-4166-80EF-F84716260039}" type="slidenum">
              <a:rPr lang="es-ES" altLang="en-US" smtClean="0"/>
              <a:pPr/>
              <a:t>‹Nº›</a:t>
            </a:fld>
            <a:endParaRPr lang="es-ES" altLang="en-US"/>
          </a:p>
        </p:txBody>
      </p:sp>
    </p:spTree>
    <p:extLst>
      <p:ext uri="{BB962C8B-B14F-4D97-AF65-F5344CB8AC3E}">
        <p14:creationId xmlns:p14="http://schemas.microsoft.com/office/powerpoint/2010/main" val="39228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ES" altLang="en-US"/>
          </a:p>
        </p:txBody>
      </p:sp>
      <p:sp>
        <p:nvSpPr>
          <p:cNvPr id="4" name="Footer Placeholder 3"/>
          <p:cNvSpPr>
            <a:spLocks noGrp="1"/>
          </p:cNvSpPr>
          <p:nvPr>
            <p:ph type="ftr" sz="quarter" idx="11"/>
          </p:nvPr>
        </p:nvSpPr>
        <p:spPr/>
        <p:txBody>
          <a:bodyPr/>
          <a:lstStyle/>
          <a:p>
            <a:endParaRPr lang="es-ES" altLang="en-US"/>
          </a:p>
        </p:txBody>
      </p:sp>
      <p:sp>
        <p:nvSpPr>
          <p:cNvPr id="5" name="Slide Number Placeholder 4"/>
          <p:cNvSpPr>
            <a:spLocks noGrp="1"/>
          </p:cNvSpPr>
          <p:nvPr>
            <p:ph type="sldNum" sz="quarter" idx="12"/>
          </p:nvPr>
        </p:nvSpPr>
        <p:spPr/>
        <p:txBody>
          <a:bodyPr/>
          <a:lstStyle/>
          <a:p>
            <a:fld id="{48CF44F9-62F0-4245-9F46-5148319AB030}" type="slidenum">
              <a:rPr lang="es-ES" altLang="en-US" smtClean="0"/>
              <a:pPr/>
              <a:t>‹Nº›</a:t>
            </a:fld>
            <a:endParaRPr lang="es-ES" altLang="en-US"/>
          </a:p>
        </p:txBody>
      </p:sp>
    </p:spTree>
    <p:extLst>
      <p:ext uri="{BB962C8B-B14F-4D97-AF65-F5344CB8AC3E}">
        <p14:creationId xmlns:p14="http://schemas.microsoft.com/office/powerpoint/2010/main" val="77294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ltLang="en-US"/>
          </a:p>
        </p:txBody>
      </p:sp>
      <p:sp>
        <p:nvSpPr>
          <p:cNvPr id="3" name="Footer Placeholder 2"/>
          <p:cNvSpPr>
            <a:spLocks noGrp="1"/>
          </p:cNvSpPr>
          <p:nvPr>
            <p:ph type="ftr" sz="quarter" idx="11"/>
          </p:nvPr>
        </p:nvSpPr>
        <p:spPr/>
        <p:txBody>
          <a:bodyPr/>
          <a:lstStyle/>
          <a:p>
            <a:endParaRPr lang="es-ES" altLang="en-US"/>
          </a:p>
        </p:txBody>
      </p:sp>
      <p:sp>
        <p:nvSpPr>
          <p:cNvPr id="4" name="Slide Number Placeholder 3"/>
          <p:cNvSpPr>
            <a:spLocks noGrp="1"/>
          </p:cNvSpPr>
          <p:nvPr>
            <p:ph type="sldNum" sz="quarter" idx="12"/>
          </p:nvPr>
        </p:nvSpPr>
        <p:spPr/>
        <p:txBody>
          <a:bodyPr/>
          <a:lstStyle/>
          <a:p>
            <a:fld id="{A76BBF86-F4B5-491B-B6E7-AEAE5525630C}" type="slidenum">
              <a:rPr lang="es-ES" altLang="en-US" smtClean="0"/>
              <a:pPr/>
              <a:t>‹Nº›</a:t>
            </a:fld>
            <a:endParaRPr lang="es-ES" altLang="en-US"/>
          </a:p>
        </p:txBody>
      </p:sp>
    </p:spTree>
    <p:extLst>
      <p:ext uri="{BB962C8B-B14F-4D97-AF65-F5344CB8AC3E}">
        <p14:creationId xmlns:p14="http://schemas.microsoft.com/office/powerpoint/2010/main" val="169021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A3E014-B337-4C44-917C-31E944BB8D55}" type="slidenum">
              <a:rPr lang="es-ES" altLang="en-US" smtClean="0"/>
              <a:pPr/>
              <a:t>‹Nº›</a:t>
            </a:fld>
            <a:endParaRPr lang="es-ES" altLang="en-US"/>
          </a:p>
        </p:txBody>
      </p:sp>
    </p:spTree>
    <p:extLst>
      <p:ext uri="{BB962C8B-B14F-4D97-AF65-F5344CB8AC3E}">
        <p14:creationId xmlns:p14="http://schemas.microsoft.com/office/powerpoint/2010/main" val="1578251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402505-0CDF-403D-BD97-5F8C25CF30E3}" type="slidenum">
              <a:rPr lang="es-ES" altLang="en-US" smtClean="0"/>
              <a:pPr/>
              <a:t>‹Nº›</a:t>
            </a:fld>
            <a:endParaRPr lang="es-ES" altLang="en-US"/>
          </a:p>
        </p:txBody>
      </p:sp>
    </p:spTree>
    <p:extLst>
      <p:ext uri="{BB962C8B-B14F-4D97-AF65-F5344CB8AC3E}">
        <p14:creationId xmlns:p14="http://schemas.microsoft.com/office/powerpoint/2010/main" val="245627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4B261E40-AEE7-470E-9981-D707E1CE8AB3}" type="slidenum">
              <a:rPr lang="es-ES" altLang="en-US" smtClean="0"/>
              <a:pPr/>
              <a:t>‹Nº›</a:t>
            </a:fld>
            <a:endParaRPr lang="es-ES" altLang="en-US"/>
          </a:p>
        </p:txBody>
      </p:sp>
    </p:spTree>
    <p:extLst>
      <p:ext uri="{BB962C8B-B14F-4D97-AF65-F5344CB8AC3E}">
        <p14:creationId xmlns:p14="http://schemas.microsoft.com/office/powerpoint/2010/main" val="4158061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AF68B4A9-B335-42E7-A1F8-0274A5A9F227}" type="slidenum">
              <a:rPr lang="es-ES" altLang="en-US" smtClean="0"/>
              <a:pPr/>
              <a:t>‹Nº›</a:t>
            </a:fld>
            <a:endParaRPr lang="es-ES" altLang="en-US"/>
          </a:p>
        </p:txBody>
      </p:sp>
    </p:spTree>
    <p:extLst>
      <p:ext uri="{BB962C8B-B14F-4D97-AF65-F5344CB8AC3E}">
        <p14:creationId xmlns:p14="http://schemas.microsoft.com/office/powerpoint/2010/main" val="254835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5E0ED4-231A-4844-B614-AE1835457F67}" type="slidenum">
              <a:rPr lang="es-ES" altLang="en-US" smtClean="0"/>
              <a:pPr/>
              <a:t>‹Nº›</a:t>
            </a:fld>
            <a:endParaRPr lang="es-ES" altLang="en-US"/>
          </a:p>
        </p:txBody>
      </p:sp>
    </p:spTree>
    <p:extLst>
      <p:ext uri="{BB962C8B-B14F-4D97-AF65-F5344CB8AC3E}">
        <p14:creationId xmlns:p14="http://schemas.microsoft.com/office/powerpoint/2010/main" val="41308649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31504" y="2420943"/>
            <a:ext cx="9433048" cy="1470025"/>
          </a:xfrm>
        </p:spPr>
        <p:txBody>
          <a:bodyPr anchor="ctr"/>
          <a:lstStyle/>
          <a:p>
            <a:r>
              <a:rPr lang="es-UY" altLang="en-US" sz="3200" b="1" dirty="0">
                <a:solidFill>
                  <a:schemeClr val="bg1"/>
                </a:solidFill>
              </a:rPr>
              <a:t>MÁQUINAS TÉRMICAS</a:t>
            </a:r>
            <a:endParaRPr lang="es-ES" altLang="en-US" sz="3200" b="1" dirty="0">
              <a:solidFill>
                <a:schemeClr val="bg1"/>
              </a:solidFill>
            </a:endParaRPr>
          </a:p>
        </p:txBody>
      </p:sp>
      <p:sp>
        <p:nvSpPr>
          <p:cNvPr id="2" name="CuadroTexto 1"/>
          <p:cNvSpPr txBox="1"/>
          <p:nvPr/>
        </p:nvSpPr>
        <p:spPr>
          <a:xfrm>
            <a:off x="10560496" y="6417253"/>
            <a:ext cx="1512168" cy="369332"/>
          </a:xfrm>
          <a:prstGeom prst="rect">
            <a:avLst/>
          </a:prstGeom>
          <a:solidFill>
            <a:schemeClr val="bg1"/>
          </a:solidFill>
          <a:ln>
            <a:noFill/>
          </a:ln>
        </p:spPr>
        <p:txBody>
          <a:bodyPr wrap="square" rtlCol="0">
            <a:spAutoFit/>
          </a:bodyPr>
          <a:lstStyle/>
          <a:p>
            <a:endParaRPr lang="en-US" dirty="0"/>
          </a:p>
        </p:txBody>
      </p:sp>
      <p:sp>
        <p:nvSpPr>
          <p:cNvPr id="4" name="Rectangle 2"/>
          <p:cNvSpPr txBox="1">
            <a:spLocks noChangeArrowheads="1"/>
          </p:cNvSpPr>
          <p:nvPr/>
        </p:nvSpPr>
        <p:spPr bwMode="auto">
          <a:xfrm>
            <a:off x="1631504" y="440748"/>
            <a:ext cx="8928992"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ESCUELA POLITÉCNICA NACIONAL</a:t>
            </a:r>
          </a:p>
          <a:p>
            <a:endParaRPr lang="es-UY" altLang="en-US" sz="2800" b="1" dirty="0">
              <a:solidFill>
                <a:schemeClr val="tx1"/>
              </a:solidFill>
            </a:endParaRPr>
          </a:p>
          <a:p>
            <a:r>
              <a:rPr lang="es-ES" altLang="en-US" sz="2800" b="1" dirty="0">
                <a:solidFill>
                  <a:schemeClr val="tx1"/>
                </a:solidFill>
              </a:rPr>
              <a:t>TÉCNOLOGÍA SUPERIOR EN ELECTROMECÁNICA</a:t>
            </a:r>
          </a:p>
        </p:txBody>
      </p:sp>
      <p:sp>
        <p:nvSpPr>
          <p:cNvPr id="5" name="Rectangle 2"/>
          <p:cNvSpPr txBox="1">
            <a:spLocks noChangeArrowheads="1"/>
          </p:cNvSpPr>
          <p:nvPr/>
        </p:nvSpPr>
        <p:spPr bwMode="auto">
          <a:xfrm>
            <a:off x="1559496" y="4509125"/>
            <a:ext cx="9793088"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TEMA: </a:t>
            </a:r>
            <a:r>
              <a:rPr lang="es-ES" altLang="en-US" sz="2800" b="1" dirty="0">
                <a:solidFill>
                  <a:schemeClr val="tx1"/>
                </a:solidFill>
              </a:rPr>
              <a:t>Trabajo en bombas y turbinas </a:t>
            </a:r>
          </a:p>
          <a:p>
            <a:endParaRPr lang="es-ES" altLang="en-US" sz="2800" b="1" dirty="0">
              <a:solidFill>
                <a:schemeClr val="tx1"/>
              </a:solidFill>
            </a:endParaRPr>
          </a:p>
          <a:p>
            <a:r>
              <a:rPr lang="es-ES" altLang="en-US" sz="2800" b="1" dirty="0">
                <a:solidFill>
                  <a:schemeClr val="tx1"/>
                </a:solidFill>
              </a:rPr>
              <a:t>Docente: Jonathan Loor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5A26A687-1E6E-B9FA-7F5F-63A13097CEB2}"/>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F704A0B1-6CFE-A1DB-B041-736278967E58}"/>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Bombas hidráulicas</a:t>
            </a:r>
          </a:p>
        </p:txBody>
      </p:sp>
      <p:sp>
        <p:nvSpPr>
          <p:cNvPr id="24579" name="Rectangle 3">
            <a:extLst>
              <a:ext uri="{FF2B5EF4-FFF2-40B4-BE49-F238E27FC236}">
                <a16:creationId xmlns:a16="http://schemas.microsoft.com/office/drawing/2014/main" id="{1888D9FB-8D9F-D797-B0CA-E72C7D932817}"/>
              </a:ext>
            </a:extLst>
          </p:cNvPr>
          <p:cNvSpPr>
            <a:spLocks noGrp="1" noChangeArrowheads="1"/>
          </p:cNvSpPr>
          <p:nvPr>
            <p:ph idx="1"/>
          </p:nvPr>
        </p:nvSpPr>
        <p:spPr>
          <a:xfrm>
            <a:off x="407367" y="1600200"/>
            <a:ext cx="7776865" cy="5068888"/>
          </a:xfrm>
        </p:spPr>
        <p:txBody>
          <a:bodyPr>
            <a:noAutofit/>
          </a:bodyPr>
          <a:lstStyle/>
          <a:p>
            <a:pPr marL="0" indent="0" algn="just">
              <a:buNone/>
            </a:pPr>
            <a:r>
              <a:rPr lang="es-ES" sz="2400" i="0" u="none" strike="noStrike" baseline="0" dirty="0"/>
              <a:t>Una bomba hidráulica es una máquina generadora que trabaja con un fluido en la que se produce una transformación de energía mecánica en hidráulica. La misión de una bomba es transferir energía a un líquido para permitir su transporte en una instalación. </a:t>
            </a:r>
            <a:r>
              <a:rPr lang="es-ES" sz="2400" dirty="0">
                <a:solidFill>
                  <a:prstClr val="black"/>
                </a:solidFill>
              </a:rPr>
              <a:t>En general, una bomba se utiliza para incrementar la presión de un líquido añadiendo energía al sistema hidráulico, para mover el fluido de una zona de menor presión a otra de mayor presión</a:t>
            </a:r>
          </a:p>
          <a:p>
            <a:pPr marL="0" indent="0" algn="just">
              <a:buNone/>
            </a:pPr>
            <a:endParaRPr lang="es-ES" sz="2400" dirty="0">
              <a:solidFill>
                <a:prstClr val="black"/>
              </a:solidFill>
            </a:endParaRPr>
          </a:p>
          <a:p>
            <a:pPr marL="0" indent="0" algn="just">
              <a:buNone/>
            </a:pPr>
            <a:endParaRPr lang="es-ES" sz="2400" dirty="0">
              <a:solidFill>
                <a:prstClr val="black"/>
              </a:solidFill>
            </a:endParaRPr>
          </a:p>
        </p:txBody>
      </p:sp>
      <p:sp>
        <p:nvSpPr>
          <p:cNvPr id="6" name="CuadroTexto 5">
            <a:extLst>
              <a:ext uri="{FF2B5EF4-FFF2-40B4-BE49-F238E27FC236}">
                <a16:creationId xmlns:a16="http://schemas.microsoft.com/office/drawing/2014/main" id="{13C5D3CA-D08D-6700-ED4B-9E242C22B58F}"/>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1026" name="Picture 2" descr="Bombas de Agua | Bomba Presurizadora | Bomba Sumergible">
            <a:extLst>
              <a:ext uri="{FF2B5EF4-FFF2-40B4-BE49-F238E27FC236}">
                <a16:creationId xmlns:a16="http://schemas.microsoft.com/office/drawing/2014/main" id="{A2107985-EE0C-1A60-DFC6-D78ECA222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3701" y="1456111"/>
            <a:ext cx="3816424" cy="53182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ándo se utiliza una bomba centrifuga - Irrigation.es">
            <a:extLst>
              <a:ext uri="{FF2B5EF4-FFF2-40B4-BE49-F238E27FC236}">
                <a16:creationId xmlns:a16="http://schemas.microsoft.com/office/drawing/2014/main" id="{4154CE38-8C5A-7EEF-5107-F2A912445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391" y="4353853"/>
            <a:ext cx="7344816" cy="2439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95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E327507D-CAB1-1886-6820-6795DB022F5B}"/>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16016D6C-3F36-E6DA-4F28-368C8D87F894}"/>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Turbinas de vapor</a:t>
            </a:r>
          </a:p>
        </p:txBody>
      </p:sp>
      <p:sp>
        <p:nvSpPr>
          <p:cNvPr id="24579" name="Rectangle 3">
            <a:extLst>
              <a:ext uri="{FF2B5EF4-FFF2-40B4-BE49-F238E27FC236}">
                <a16:creationId xmlns:a16="http://schemas.microsoft.com/office/drawing/2014/main" id="{4EC47A46-34D9-22FD-9943-083AEA6E6FEC}"/>
              </a:ext>
            </a:extLst>
          </p:cNvPr>
          <p:cNvSpPr>
            <a:spLocks noGrp="1" noChangeArrowheads="1"/>
          </p:cNvSpPr>
          <p:nvPr>
            <p:ph idx="1"/>
          </p:nvPr>
        </p:nvSpPr>
        <p:spPr>
          <a:xfrm>
            <a:off x="407368" y="1600200"/>
            <a:ext cx="11449272" cy="5068888"/>
          </a:xfrm>
        </p:spPr>
        <p:txBody>
          <a:bodyPr>
            <a:normAutofit/>
          </a:bodyPr>
          <a:lstStyle/>
          <a:p>
            <a:pPr marL="0" indent="0" algn="just">
              <a:buNone/>
            </a:pPr>
            <a:r>
              <a:rPr lang="es-ES" sz="2400" dirty="0">
                <a:solidFill>
                  <a:prstClr val="black"/>
                </a:solidFill>
              </a:rPr>
              <a:t>Las turbinas de vapor son máquinas rotativas que convierten la energía térmica del vapor en energía mecánica. Este proceso se utiliza para accionar generadores eléctricos, propulsar barcos y aviones, y para otras aplicaciones industriales. La expansión del vapor a alta presión a través de una serie de palas dentro de la turbina genera movimiento rotacional. </a:t>
            </a:r>
          </a:p>
          <a:p>
            <a:pPr marL="0" indent="0" algn="just">
              <a:buNone/>
            </a:pPr>
            <a:endParaRPr lang="es-ES" sz="2400" dirty="0">
              <a:solidFill>
                <a:prstClr val="black"/>
              </a:solidFill>
            </a:endParaRPr>
          </a:p>
        </p:txBody>
      </p:sp>
      <p:sp>
        <p:nvSpPr>
          <p:cNvPr id="6" name="CuadroTexto 5">
            <a:extLst>
              <a:ext uri="{FF2B5EF4-FFF2-40B4-BE49-F238E27FC236}">
                <a16:creationId xmlns:a16="http://schemas.microsoft.com/office/drawing/2014/main" id="{CAA5C503-05B6-3C72-6C3B-4BC595E37380}"/>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2050" name="Picture 2" descr="Instrumentación Hoy: SINCRONIZAR UNA TURBINA DE VAPOR CON LA RED ELÉCTRICA  -PARTE 3-">
            <a:extLst>
              <a:ext uri="{FF2B5EF4-FFF2-40B4-BE49-F238E27FC236}">
                <a16:creationId xmlns:a16="http://schemas.microsoft.com/office/drawing/2014/main" id="{F55EB49A-2BD8-7800-BE0F-0ADE7DE328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373" b="46475"/>
          <a:stretch/>
        </p:blipFill>
        <p:spPr bwMode="auto">
          <a:xfrm>
            <a:off x="1910302" y="3079056"/>
            <a:ext cx="8371395" cy="3590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88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6ECCD94D-F9BC-E0A7-4306-5AE7A8947F7E}"/>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716F85CF-5609-22B4-622E-EC38074EBE96}"/>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Trabajo en bombas y turbinas</a:t>
            </a:r>
          </a:p>
        </p:txBody>
      </p:sp>
      <p:sp>
        <p:nvSpPr>
          <p:cNvPr id="24579" name="Rectangle 3">
            <a:extLst>
              <a:ext uri="{FF2B5EF4-FFF2-40B4-BE49-F238E27FC236}">
                <a16:creationId xmlns:a16="http://schemas.microsoft.com/office/drawing/2014/main" id="{B19FF868-FB53-C797-F2C1-D1DCA182DB2C}"/>
              </a:ext>
            </a:extLst>
          </p:cNvPr>
          <p:cNvSpPr>
            <a:spLocks noGrp="1" noChangeArrowheads="1"/>
          </p:cNvSpPr>
          <p:nvPr>
            <p:ph idx="1"/>
          </p:nvPr>
        </p:nvSpPr>
        <p:spPr>
          <a:xfrm>
            <a:off x="407368" y="1600200"/>
            <a:ext cx="7111742" cy="5068888"/>
          </a:xfrm>
        </p:spPr>
        <p:txBody>
          <a:bodyPr>
            <a:noAutofit/>
          </a:bodyPr>
          <a:lstStyle/>
          <a:p>
            <a:pPr marL="0" indent="0" algn="just">
              <a:buNone/>
            </a:pPr>
            <a:r>
              <a:rPr lang="es-ES" sz="2400" b="1" i="0" u="none" strike="noStrike" baseline="0" dirty="0"/>
              <a:t>Transferencia de trabajo</a:t>
            </a:r>
            <a:r>
              <a:rPr lang="es-ES" sz="2400" b="1" dirty="0"/>
              <a:t> (</a:t>
            </a:r>
            <a:r>
              <a:rPr lang="es-ES" sz="2400" b="1" i="1" u="none" strike="noStrike" baseline="0" dirty="0"/>
              <a:t>W)</a:t>
            </a:r>
            <a:r>
              <a:rPr lang="es-ES" sz="2400" b="0" i="1" u="none" strike="noStrike" baseline="0" dirty="0"/>
              <a:t> </a:t>
            </a:r>
          </a:p>
          <a:p>
            <a:pPr marL="0" indent="0" algn="just">
              <a:buNone/>
            </a:pPr>
            <a:r>
              <a:rPr lang="es-ES" sz="2400" b="0" i="0" u="none" strike="noStrike" baseline="0" dirty="0"/>
              <a:t>Una interacción de energía que no es causada por una diferencia de temperatura entre un sistema y el exterior es trabajo. La transferencia de trabajo a un sistema (es decir, el trabajo realizado sobre un sistema) incrementa la energía de éste, mientras que la transferencia de trabajo desde un sistema (es decir, el trabajo realizado por el sistema) la disminuye, puesto que la energía transferida como trabajo viene de la energía contenida en el sistema. Los motores de automóviles y </a:t>
            </a:r>
            <a:r>
              <a:rPr lang="es-ES" sz="2400" b="1" i="0" u="none" strike="noStrike" baseline="0" dirty="0">
                <a:highlight>
                  <a:srgbClr val="00FF00"/>
                </a:highlight>
              </a:rPr>
              <a:t>las turbinas hidráulicas, de vapor o de gas, producen trabajo</a:t>
            </a:r>
            <a:r>
              <a:rPr lang="es-ES" sz="2400" b="0" i="0" u="none" strike="noStrike" baseline="0" dirty="0"/>
              <a:t> mientras que </a:t>
            </a:r>
            <a:r>
              <a:rPr lang="es-ES" sz="2400" b="1" i="0" u="none" strike="noStrike" baseline="0" dirty="0">
                <a:highlight>
                  <a:srgbClr val="00FFFF"/>
                </a:highlight>
              </a:rPr>
              <a:t>los compresores, las bombas y los mezcladores consumen </a:t>
            </a:r>
            <a:r>
              <a:rPr lang="es-EC" sz="2400" b="1" i="0" u="none" strike="noStrike" baseline="0" dirty="0">
                <a:highlight>
                  <a:srgbClr val="00FFFF"/>
                </a:highlight>
              </a:rPr>
              <a:t>trabajo</a:t>
            </a:r>
            <a:r>
              <a:rPr lang="es-EC" sz="2400" b="0" i="0" u="none" strike="noStrike" baseline="0" dirty="0"/>
              <a:t>.</a:t>
            </a:r>
            <a:endParaRPr lang="es-ES" sz="2400" dirty="0">
              <a:solidFill>
                <a:prstClr val="black"/>
              </a:solidFill>
            </a:endParaRPr>
          </a:p>
        </p:txBody>
      </p:sp>
      <p:sp>
        <p:nvSpPr>
          <p:cNvPr id="6" name="CuadroTexto 5">
            <a:extLst>
              <a:ext uri="{FF2B5EF4-FFF2-40B4-BE49-F238E27FC236}">
                <a16:creationId xmlns:a16="http://schemas.microsoft.com/office/drawing/2014/main" id="{CE89A625-B13C-4109-BCFC-A2E30226D7B9}"/>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4" name="Imagen 3">
            <a:extLst>
              <a:ext uri="{FF2B5EF4-FFF2-40B4-BE49-F238E27FC236}">
                <a16:creationId xmlns:a16="http://schemas.microsoft.com/office/drawing/2014/main" id="{5C593F56-8CB3-96F0-455A-3F341F102767}"/>
              </a:ext>
            </a:extLst>
          </p:cNvPr>
          <p:cNvPicPr>
            <a:picLocks noChangeAspect="1"/>
          </p:cNvPicPr>
          <p:nvPr/>
        </p:nvPicPr>
        <p:blipFill>
          <a:blip r:embed="rId3"/>
          <a:stretch>
            <a:fillRect/>
          </a:stretch>
        </p:blipFill>
        <p:spPr>
          <a:xfrm>
            <a:off x="7519110" y="2708920"/>
            <a:ext cx="4656223" cy="2712955"/>
          </a:xfrm>
          <a:prstGeom prst="rect">
            <a:avLst/>
          </a:prstGeom>
        </p:spPr>
      </p:pic>
    </p:spTree>
    <p:extLst>
      <p:ext uri="{BB962C8B-B14F-4D97-AF65-F5344CB8AC3E}">
        <p14:creationId xmlns:p14="http://schemas.microsoft.com/office/powerpoint/2010/main" val="390751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9E8F4887-77C0-4C7D-C4B5-3FAC49B29EDF}"/>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E78C5D5B-7142-9323-5ED7-B8AF87C592F9}"/>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Eficiencia isentrópica</a:t>
            </a:r>
          </a:p>
        </p:txBody>
      </p:sp>
      <mc:AlternateContent xmlns:mc="http://schemas.openxmlformats.org/markup-compatibility/2006">
        <mc:Choice xmlns:a14="http://schemas.microsoft.com/office/drawing/2010/main" Requires="a14">
          <p:sp>
            <p:nvSpPr>
              <p:cNvPr id="24579" name="Rectangle 3">
                <a:extLst>
                  <a:ext uri="{FF2B5EF4-FFF2-40B4-BE49-F238E27FC236}">
                    <a16:creationId xmlns:a16="http://schemas.microsoft.com/office/drawing/2014/main" id="{C137E28D-4563-AC6A-BDA4-DF227F304406}"/>
                  </a:ext>
                </a:extLst>
              </p:cNvPr>
              <p:cNvSpPr>
                <a:spLocks noGrp="1" noChangeArrowheads="1"/>
              </p:cNvSpPr>
              <p:nvPr>
                <p:ph idx="1"/>
              </p:nvPr>
            </p:nvSpPr>
            <p:spPr>
              <a:xfrm>
                <a:off x="407368" y="1600200"/>
                <a:ext cx="11449272" cy="5068888"/>
              </a:xfrm>
            </p:spPr>
            <p:txBody>
              <a:bodyPr>
                <a:normAutofit/>
              </a:bodyPr>
              <a:lstStyle/>
              <a:p>
                <a:pPr marL="0" indent="0" algn="just">
                  <a:buNone/>
                </a:pPr>
                <a:r>
                  <a:rPr lang="es-ES" sz="2400" dirty="0">
                    <a:solidFill>
                      <a:prstClr val="black"/>
                    </a:solidFill>
                  </a:rPr>
                  <a:t>La eficiencia isentrópica mide cuán cerca está un dispositivo real (bomba, turbina, compresor) de su rendimiento ideal, comparando el trabajo real frente al ideal (sin pérdidas, reversible y adiabático).</a:t>
                </a:r>
              </a:p>
              <a:p>
                <a:pPr marL="0" indent="0" algn="just">
                  <a:buNone/>
                </a:pPr>
                <a:endParaRPr lang="es-ES" sz="2400" i="1" dirty="0">
                  <a:solidFill>
                    <a:prstClr val="black"/>
                  </a:solidFill>
                  <a:highlight>
                    <a:srgbClr val="00FFFF"/>
                  </a:highlight>
                  <a:latin typeface="Cambria Math" panose="02040503050406030204" pitchFamily="18" charset="0"/>
                </a:endParaRPr>
              </a:p>
              <a:p>
                <a:pPr marL="0" indent="0" algn="just">
                  <a:buNone/>
                </a:pPr>
                <a14:m>
                  <m:oMath xmlns:m="http://schemas.openxmlformats.org/officeDocument/2006/math">
                    <m:sSub>
                      <m:sSubPr>
                        <m:ctrlPr>
                          <a:rPr lang="el-GR" sz="2400" b="1" i="1" smtClean="0">
                            <a:solidFill>
                              <a:prstClr val="black"/>
                            </a:solidFill>
                            <a:highlight>
                              <a:srgbClr val="00FF00"/>
                            </a:highlight>
                            <a:latin typeface="Cambria Math" panose="02040503050406030204" pitchFamily="18" charset="0"/>
                          </a:rPr>
                        </m:ctrlPr>
                      </m:sSubPr>
                      <m:e>
                        <m:r>
                          <a:rPr lang="el-GR" sz="2400" b="1" i="1">
                            <a:solidFill>
                              <a:prstClr val="black"/>
                            </a:solidFill>
                            <a:highlight>
                              <a:srgbClr val="00FF00"/>
                            </a:highlight>
                            <a:latin typeface="Cambria Math" panose="02040503050406030204" pitchFamily="18" charset="0"/>
                          </a:rPr>
                          <m:t>𝜼</m:t>
                        </m:r>
                      </m:e>
                      <m:sub>
                        <m:r>
                          <a:rPr lang="es-ES" sz="2400" b="1" i="1" smtClean="0">
                            <a:solidFill>
                              <a:prstClr val="black"/>
                            </a:solidFill>
                            <a:highlight>
                              <a:srgbClr val="00FF00"/>
                            </a:highlight>
                            <a:latin typeface="Cambria Math" panose="02040503050406030204" pitchFamily="18" charset="0"/>
                          </a:rPr>
                          <m:t>𝒔</m:t>
                        </m:r>
                        <m:r>
                          <a:rPr lang="es-ES" sz="2400" b="1" i="1" smtClean="0">
                            <a:solidFill>
                              <a:prstClr val="black"/>
                            </a:solidFill>
                            <a:highlight>
                              <a:srgbClr val="00FF00"/>
                            </a:highlight>
                            <a:latin typeface="Cambria Math" panose="02040503050406030204" pitchFamily="18" charset="0"/>
                          </a:rPr>
                          <m:t>, </m:t>
                        </m:r>
                        <m:r>
                          <a:rPr lang="es-ES" sz="2400" b="1" i="1" smtClean="0">
                            <a:solidFill>
                              <a:prstClr val="black"/>
                            </a:solidFill>
                            <a:highlight>
                              <a:srgbClr val="00FF00"/>
                            </a:highlight>
                            <a:latin typeface="Cambria Math" panose="02040503050406030204" pitchFamily="18" charset="0"/>
                          </a:rPr>
                          <m:t>𝒃𝒐𝒎𝒃𝒂</m:t>
                        </m:r>
                      </m:sub>
                    </m:sSub>
                    <m:r>
                      <a:rPr lang="es-ES" sz="2400" b="1" i="1" smtClean="0">
                        <a:solidFill>
                          <a:prstClr val="black"/>
                        </a:solidFill>
                        <a:highlight>
                          <a:srgbClr val="00FF00"/>
                        </a:highlight>
                        <a:latin typeface="Cambria Math" panose="02040503050406030204" pitchFamily="18" charset="0"/>
                      </a:rPr>
                      <m:t>=</m:t>
                    </m:r>
                    <m:f>
                      <m:fPr>
                        <m:ctrlPr>
                          <a:rPr lang="es-ES" sz="2400" b="1" i="1" smtClean="0">
                            <a:solidFill>
                              <a:prstClr val="black"/>
                            </a:solidFill>
                            <a:highlight>
                              <a:srgbClr val="00FF00"/>
                            </a:highlight>
                            <a:latin typeface="Cambria Math" panose="02040503050406030204" pitchFamily="18" charset="0"/>
                          </a:rPr>
                        </m:ctrlPr>
                      </m:fPr>
                      <m:num>
                        <m:sSub>
                          <m:sSubPr>
                            <m:ctrlPr>
                              <a:rPr lang="es-ES" sz="2400" b="1" i="1" smtClean="0">
                                <a:solidFill>
                                  <a:prstClr val="black"/>
                                </a:solidFill>
                                <a:highlight>
                                  <a:srgbClr val="00FF00"/>
                                </a:highlight>
                                <a:latin typeface="Cambria Math" panose="02040503050406030204" pitchFamily="18" charset="0"/>
                              </a:rPr>
                            </m:ctrlPr>
                          </m:sSubPr>
                          <m:e>
                            <m:r>
                              <a:rPr lang="es-ES" sz="2400" b="1" i="1" smtClean="0">
                                <a:solidFill>
                                  <a:prstClr val="black"/>
                                </a:solidFill>
                                <a:highlight>
                                  <a:srgbClr val="00FF00"/>
                                </a:highlight>
                                <a:latin typeface="Cambria Math" panose="02040503050406030204" pitchFamily="18" charset="0"/>
                              </a:rPr>
                              <m:t>𝑾</m:t>
                            </m:r>
                          </m:e>
                          <m:sub>
                            <m:r>
                              <a:rPr lang="es-ES" sz="2400" b="1" i="1" smtClean="0">
                                <a:solidFill>
                                  <a:prstClr val="black"/>
                                </a:solidFill>
                                <a:highlight>
                                  <a:srgbClr val="00FF00"/>
                                </a:highlight>
                                <a:latin typeface="Cambria Math" panose="02040503050406030204" pitchFamily="18" charset="0"/>
                              </a:rPr>
                              <m:t>𝒊𝒅𝒆𝒂𝒍</m:t>
                            </m:r>
                          </m:sub>
                        </m:sSub>
                      </m:num>
                      <m:den>
                        <m:sSub>
                          <m:sSubPr>
                            <m:ctrlPr>
                              <a:rPr lang="es-ES" sz="2400" b="1" i="1">
                                <a:solidFill>
                                  <a:prstClr val="black"/>
                                </a:solidFill>
                                <a:highlight>
                                  <a:srgbClr val="00FF00"/>
                                </a:highlight>
                                <a:latin typeface="Cambria Math" panose="02040503050406030204" pitchFamily="18" charset="0"/>
                              </a:rPr>
                            </m:ctrlPr>
                          </m:sSubPr>
                          <m:e>
                            <m:r>
                              <a:rPr lang="es-ES" sz="2400" b="1" i="1">
                                <a:solidFill>
                                  <a:prstClr val="black"/>
                                </a:solidFill>
                                <a:highlight>
                                  <a:srgbClr val="00FF00"/>
                                </a:highlight>
                                <a:latin typeface="Cambria Math" panose="02040503050406030204" pitchFamily="18" charset="0"/>
                              </a:rPr>
                              <m:t>𝑾</m:t>
                            </m:r>
                          </m:e>
                          <m:sub>
                            <m:r>
                              <a:rPr lang="es-ES" sz="2400" b="1" i="1" smtClean="0">
                                <a:solidFill>
                                  <a:prstClr val="black"/>
                                </a:solidFill>
                                <a:highlight>
                                  <a:srgbClr val="00FF00"/>
                                </a:highlight>
                                <a:latin typeface="Cambria Math" panose="02040503050406030204" pitchFamily="18" charset="0"/>
                              </a:rPr>
                              <m:t>𝒓𝒆𝒂𝒍</m:t>
                            </m:r>
                          </m:sub>
                        </m:sSub>
                      </m:den>
                    </m:f>
                  </m:oMath>
                </a14:m>
                <a:r>
                  <a:rPr lang="es-ES" sz="2400" dirty="0">
                    <a:solidFill>
                      <a:prstClr val="black"/>
                    </a:solidFill>
                  </a:rPr>
                  <a:t>	</a:t>
                </a:r>
                <a:r>
                  <a:rPr lang="es-ES" sz="2000" dirty="0">
                    <a:solidFill>
                      <a:prstClr val="black"/>
                    </a:solidFill>
                  </a:rPr>
                  <a:t>Valores típicos: 70-80 %</a:t>
                </a:r>
                <a:endParaRPr lang="es-ES" sz="2400" dirty="0">
                  <a:solidFill>
                    <a:prstClr val="black"/>
                  </a:solidFill>
                </a:endParaRPr>
              </a:p>
              <a:p>
                <a:pPr marL="0" indent="0" algn="just">
                  <a:buNone/>
                </a:pPr>
                <a:endParaRPr lang="es-ES" sz="2400" i="1" dirty="0">
                  <a:solidFill>
                    <a:prstClr val="black"/>
                  </a:solidFill>
                  <a:latin typeface="Cambria Math" panose="02040503050406030204" pitchFamily="18" charset="0"/>
                </a:endParaRPr>
              </a:p>
              <a:p>
                <a:pPr marL="0" indent="0" algn="just">
                  <a:buNone/>
                </a:pPr>
                <a:endParaRPr lang="es-ES" sz="2400" i="1" dirty="0">
                  <a:solidFill>
                    <a:prstClr val="black"/>
                  </a:solidFill>
                  <a:latin typeface="Cambria Math" panose="02040503050406030204" pitchFamily="18" charset="0"/>
                </a:endParaRPr>
              </a:p>
              <a:p>
                <a:pPr marL="0" indent="0" algn="just">
                  <a:buNone/>
                </a:pPr>
                <a14:m>
                  <m:oMath xmlns:m="http://schemas.openxmlformats.org/officeDocument/2006/math">
                    <m:sSub>
                      <m:sSubPr>
                        <m:ctrlPr>
                          <a:rPr lang="el-GR" sz="2400" b="1" i="1" smtClean="0">
                            <a:solidFill>
                              <a:prstClr val="black"/>
                            </a:solidFill>
                            <a:highlight>
                              <a:srgbClr val="00FF00"/>
                            </a:highlight>
                            <a:latin typeface="Cambria Math" panose="02040503050406030204" pitchFamily="18" charset="0"/>
                          </a:rPr>
                        </m:ctrlPr>
                      </m:sSubPr>
                      <m:e>
                        <m:r>
                          <a:rPr lang="el-GR" sz="2400" b="1" i="1">
                            <a:solidFill>
                              <a:prstClr val="black"/>
                            </a:solidFill>
                            <a:highlight>
                              <a:srgbClr val="00FF00"/>
                            </a:highlight>
                            <a:latin typeface="Cambria Math" panose="02040503050406030204" pitchFamily="18" charset="0"/>
                          </a:rPr>
                          <m:t>𝜼</m:t>
                        </m:r>
                      </m:e>
                      <m:sub>
                        <m:r>
                          <a:rPr lang="es-ES" sz="2400" b="1" i="1" smtClean="0">
                            <a:solidFill>
                              <a:prstClr val="black"/>
                            </a:solidFill>
                            <a:highlight>
                              <a:srgbClr val="00FF00"/>
                            </a:highlight>
                            <a:latin typeface="Cambria Math" panose="02040503050406030204" pitchFamily="18" charset="0"/>
                          </a:rPr>
                          <m:t>𝒔</m:t>
                        </m:r>
                        <m:r>
                          <a:rPr lang="es-ES" sz="2400" b="1" i="1" smtClean="0">
                            <a:solidFill>
                              <a:prstClr val="black"/>
                            </a:solidFill>
                            <a:highlight>
                              <a:srgbClr val="00FF00"/>
                            </a:highlight>
                            <a:latin typeface="Cambria Math" panose="02040503050406030204" pitchFamily="18" charset="0"/>
                          </a:rPr>
                          <m:t>, </m:t>
                        </m:r>
                        <m:r>
                          <a:rPr lang="es-ES" sz="2400" b="1" i="1" smtClean="0">
                            <a:solidFill>
                              <a:prstClr val="black"/>
                            </a:solidFill>
                            <a:highlight>
                              <a:srgbClr val="00FF00"/>
                            </a:highlight>
                            <a:latin typeface="Cambria Math" panose="02040503050406030204" pitchFamily="18" charset="0"/>
                          </a:rPr>
                          <m:t>𝒕𝒖𝒓𝒃𝒊𝒏𝒂</m:t>
                        </m:r>
                      </m:sub>
                    </m:sSub>
                    <m:r>
                      <a:rPr lang="es-ES" sz="2400" b="1" i="1" smtClean="0">
                        <a:solidFill>
                          <a:prstClr val="black"/>
                        </a:solidFill>
                        <a:highlight>
                          <a:srgbClr val="00FF00"/>
                        </a:highlight>
                        <a:latin typeface="Cambria Math" panose="02040503050406030204" pitchFamily="18" charset="0"/>
                      </a:rPr>
                      <m:t>=</m:t>
                    </m:r>
                    <m:f>
                      <m:fPr>
                        <m:ctrlPr>
                          <a:rPr lang="es-ES" sz="2400" b="1" i="1" smtClean="0">
                            <a:solidFill>
                              <a:prstClr val="black"/>
                            </a:solidFill>
                            <a:highlight>
                              <a:srgbClr val="00FF00"/>
                            </a:highlight>
                            <a:latin typeface="Cambria Math" panose="02040503050406030204" pitchFamily="18" charset="0"/>
                          </a:rPr>
                        </m:ctrlPr>
                      </m:fPr>
                      <m:num>
                        <m:sSub>
                          <m:sSubPr>
                            <m:ctrlPr>
                              <a:rPr lang="es-ES" sz="2400" b="1" i="1" smtClean="0">
                                <a:solidFill>
                                  <a:prstClr val="black"/>
                                </a:solidFill>
                                <a:highlight>
                                  <a:srgbClr val="00FF00"/>
                                </a:highlight>
                                <a:latin typeface="Cambria Math" panose="02040503050406030204" pitchFamily="18" charset="0"/>
                              </a:rPr>
                            </m:ctrlPr>
                          </m:sSubPr>
                          <m:e>
                            <m:r>
                              <a:rPr lang="es-ES" sz="2400" b="1" i="1" smtClean="0">
                                <a:solidFill>
                                  <a:prstClr val="black"/>
                                </a:solidFill>
                                <a:highlight>
                                  <a:srgbClr val="00FF00"/>
                                </a:highlight>
                                <a:latin typeface="Cambria Math" panose="02040503050406030204" pitchFamily="18" charset="0"/>
                              </a:rPr>
                              <m:t>𝑾</m:t>
                            </m:r>
                          </m:e>
                          <m:sub>
                            <m:r>
                              <a:rPr lang="es-ES" sz="2400" b="1" i="1" smtClean="0">
                                <a:solidFill>
                                  <a:prstClr val="black"/>
                                </a:solidFill>
                                <a:highlight>
                                  <a:srgbClr val="00FF00"/>
                                </a:highlight>
                                <a:latin typeface="Cambria Math" panose="02040503050406030204" pitchFamily="18" charset="0"/>
                              </a:rPr>
                              <m:t>𝒓𝒆𝒂𝒍</m:t>
                            </m:r>
                          </m:sub>
                        </m:sSub>
                      </m:num>
                      <m:den>
                        <m:sSub>
                          <m:sSubPr>
                            <m:ctrlPr>
                              <a:rPr lang="es-ES" sz="2400" b="1" i="1">
                                <a:solidFill>
                                  <a:prstClr val="black"/>
                                </a:solidFill>
                                <a:highlight>
                                  <a:srgbClr val="00FF00"/>
                                </a:highlight>
                                <a:latin typeface="Cambria Math" panose="02040503050406030204" pitchFamily="18" charset="0"/>
                              </a:rPr>
                            </m:ctrlPr>
                          </m:sSubPr>
                          <m:e>
                            <m:r>
                              <a:rPr lang="es-ES" sz="2400" b="1" i="1">
                                <a:solidFill>
                                  <a:prstClr val="black"/>
                                </a:solidFill>
                                <a:highlight>
                                  <a:srgbClr val="00FF00"/>
                                </a:highlight>
                                <a:latin typeface="Cambria Math" panose="02040503050406030204" pitchFamily="18" charset="0"/>
                              </a:rPr>
                              <m:t>𝑾</m:t>
                            </m:r>
                          </m:e>
                          <m:sub>
                            <m:r>
                              <a:rPr lang="es-ES" sz="2400" b="1" i="1" smtClean="0">
                                <a:solidFill>
                                  <a:prstClr val="black"/>
                                </a:solidFill>
                                <a:highlight>
                                  <a:srgbClr val="00FF00"/>
                                </a:highlight>
                                <a:latin typeface="Cambria Math" panose="02040503050406030204" pitchFamily="18" charset="0"/>
                              </a:rPr>
                              <m:t>𝒊𝒅𝒆𝒂𝒍</m:t>
                            </m:r>
                          </m:sub>
                        </m:sSub>
                      </m:den>
                    </m:f>
                  </m:oMath>
                </a14:m>
                <a:r>
                  <a:rPr lang="es-ES" sz="2400" dirty="0">
                    <a:solidFill>
                      <a:prstClr val="black"/>
                    </a:solidFill>
                  </a:rPr>
                  <a:t>	 </a:t>
                </a:r>
                <a:r>
                  <a:rPr lang="es-ES" sz="2000" dirty="0">
                    <a:solidFill>
                      <a:prstClr val="black"/>
                    </a:solidFill>
                  </a:rPr>
                  <a:t>Valores típicos: 80-90 %</a:t>
                </a:r>
              </a:p>
              <a:p>
                <a:pPr marL="0" indent="0" algn="ctr">
                  <a:buNone/>
                </a:pPr>
                <a:endParaRPr lang="es-ES" sz="2000" dirty="0">
                  <a:solidFill>
                    <a:prstClr val="black"/>
                  </a:solidFill>
                </a:endParaRPr>
              </a:p>
              <a:p>
                <a:pPr marL="0" indent="0">
                  <a:buNone/>
                </a:pPr>
                <a:endParaRPr lang="es-ES" sz="2400" dirty="0">
                  <a:solidFill>
                    <a:prstClr val="black"/>
                  </a:solidFill>
                </a:endParaRPr>
              </a:p>
            </p:txBody>
          </p:sp>
        </mc:Choice>
        <mc:Fallback>
          <p:sp>
            <p:nvSpPr>
              <p:cNvPr id="24579" name="Rectangle 3">
                <a:extLst>
                  <a:ext uri="{FF2B5EF4-FFF2-40B4-BE49-F238E27FC236}">
                    <a16:creationId xmlns:a16="http://schemas.microsoft.com/office/drawing/2014/main" id="{C137E28D-4563-AC6A-BDA4-DF227F304406}"/>
                  </a:ext>
                </a:extLst>
              </p:cNvPr>
              <p:cNvSpPr>
                <a:spLocks noGrp="1" noRot="1" noChangeAspect="1" noMove="1" noResize="1" noEditPoints="1" noAdjustHandles="1" noChangeArrowheads="1" noChangeShapeType="1" noTextEdit="1"/>
              </p:cNvSpPr>
              <p:nvPr>
                <p:ph idx="1"/>
              </p:nvPr>
            </p:nvSpPr>
            <p:spPr>
              <a:xfrm>
                <a:off x="407368" y="1600200"/>
                <a:ext cx="11449272" cy="5068888"/>
              </a:xfrm>
              <a:blipFill>
                <a:blip r:embed="rId3"/>
                <a:stretch>
                  <a:fillRect l="-852" t="-1685" r="-799"/>
                </a:stretch>
              </a:blipFill>
            </p:spPr>
            <p:txBody>
              <a:bodyPr/>
              <a:lstStyle/>
              <a:p>
                <a:r>
                  <a:rPr lang="es-EC">
                    <a:noFill/>
                  </a:rPr>
                  <a:t> </a:t>
                </a:r>
              </a:p>
            </p:txBody>
          </p:sp>
        </mc:Fallback>
      </mc:AlternateContent>
      <p:sp>
        <p:nvSpPr>
          <p:cNvPr id="6" name="CuadroTexto 5">
            <a:extLst>
              <a:ext uri="{FF2B5EF4-FFF2-40B4-BE49-F238E27FC236}">
                <a16:creationId xmlns:a16="http://schemas.microsoft.com/office/drawing/2014/main" id="{12237E87-8BFC-264A-5146-D9EBB9C7BB97}"/>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3074" name="Picture 2" descr="Compresión isentrópica versus adiabática">
            <a:extLst>
              <a:ext uri="{FF2B5EF4-FFF2-40B4-BE49-F238E27FC236}">
                <a16:creationId xmlns:a16="http://schemas.microsoft.com/office/drawing/2014/main" id="{4A826BF4-D8EE-CF29-555C-6F5B8BF676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708920"/>
            <a:ext cx="3003292" cy="32882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6" name="Picture 4" descr="Expansión isentrópica versus adiabática">
            <a:extLst>
              <a:ext uri="{FF2B5EF4-FFF2-40B4-BE49-F238E27FC236}">
                <a16:creationId xmlns:a16="http://schemas.microsoft.com/office/drawing/2014/main" id="{AE438955-7290-3CFD-D6FA-65FAE461EB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66786" y="2708920"/>
            <a:ext cx="3025214" cy="32882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494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82B4DCE5-3121-6636-93F0-885F6B630EF2}"/>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7147CB96-BBF6-F9BE-5879-76DC6D1799BA}"/>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de aplicación</a:t>
            </a:r>
          </a:p>
        </p:txBody>
      </p:sp>
      <p:sp>
        <p:nvSpPr>
          <p:cNvPr id="24579" name="Rectangle 3">
            <a:extLst>
              <a:ext uri="{FF2B5EF4-FFF2-40B4-BE49-F238E27FC236}">
                <a16:creationId xmlns:a16="http://schemas.microsoft.com/office/drawing/2014/main" id="{4A07FB0D-6150-AAF0-5891-DBAE1962AC9A}"/>
              </a:ext>
            </a:extLst>
          </p:cNvPr>
          <p:cNvSpPr>
            <a:spLocks noGrp="1" noChangeArrowheads="1"/>
          </p:cNvSpPr>
          <p:nvPr>
            <p:ph idx="1"/>
          </p:nvPr>
        </p:nvSpPr>
        <p:spPr>
          <a:xfrm>
            <a:off x="407368" y="1600200"/>
            <a:ext cx="11449272" cy="5068888"/>
          </a:xfrm>
        </p:spPr>
        <p:txBody>
          <a:bodyPr>
            <a:normAutofit/>
          </a:bodyPr>
          <a:lstStyle/>
          <a:p>
            <a:pPr marL="0" indent="0" algn="just">
              <a:buNone/>
            </a:pPr>
            <a:r>
              <a:rPr lang="es-ES" sz="2400" dirty="0">
                <a:solidFill>
                  <a:prstClr val="black"/>
                </a:solidFill>
              </a:rPr>
              <a:t>1) Agua entra a una bomba a 30 </a:t>
            </a:r>
            <a:r>
              <a:rPr lang="es-ES" sz="2400" dirty="0" err="1">
                <a:solidFill>
                  <a:prstClr val="black"/>
                </a:solidFill>
              </a:rPr>
              <a:t>ºC</a:t>
            </a:r>
            <a:r>
              <a:rPr lang="es-ES" sz="2400" dirty="0">
                <a:solidFill>
                  <a:prstClr val="black"/>
                </a:solidFill>
              </a:rPr>
              <a:t>, 100 kPa y sale a 1 MPa.</a:t>
            </a:r>
          </a:p>
          <a:p>
            <a:pPr marL="0" indent="0" algn="just">
              <a:buNone/>
            </a:pPr>
            <a:r>
              <a:rPr lang="es-ES" sz="2400" dirty="0">
                <a:solidFill>
                  <a:prstClr val="black"/>
                </a:solidFill>
              </a:rPr>
              <a:t>	a) Determine el trabajo ideal asumiendo un proceso isentrópico</a:t>
            </a:r>
          </a:p>
          <a:p>
            <a:pPr marL="0" indent="0" algn="just">
              <a:buNone/>
            </a:pPr>
            <a:r>
              <a:rPr lang="es-ES" sz="2400" dirty="0">
                <a:solidFill>
                  <a:prstClr val="black"/>
                </a:solidFill>
              </a:rPr>
              <a:t>	b) Si se considera una eficiencia isentrópica del 80% y un flujo másico de 2 kg/s, 	determine la potencia consumida por la bomba.</a:t>
            </a:r>
          </a:p>
          <a:p>
            <a:pPr marL="0" indent="0" algn="just">
              <a:buNone/>
            </a:pPr>
            <a:endParaRPr lang="es-ES" sz="2400" dirty="0">
              <a:solidFill>
                <a:prstClr val="black"/>
              </a:solidFill>
            </a:endParaRPr>
          </a:p>
          <a:p>
            <a:pPr marL="0" indent="0" algn="just">
              <a:buNone/>
            </a:pPr>
            <a:r>
              <a:rPr lang="es-ES" sz="2400" dirty="0">
                <a:solidFill>
                  <a:prstClr val="black"/>
                </a:solidFill>
              </a:rPr>
              <a:t>2) Se tiene una bomba en la que ingresan idealmente 2 kJ/kg de energía mecánica, si el agua ingresa como líquido saturado a una presión de 100 kPa, determine:</a:t>
            </a:r>
          </a:p>
          <a:p>
            <a:pPr marL="0" indent="0" algn="just">
              <a:buNone/>
            </a:pPr>
            <a:r>
              <a:rPr lang="es-ES" sz="2400" dirty="0">
                <a:solidFill>
                  <a:prstClr val="black"/>
                </a:solidFill>
              </a:rPr>
              <a:t>	a) La entalpía a la salida de la bomba en el proceso isentrópico</a:t>
            </a:r>
          </a:p>
          <a:p>
            <a:pPr marL="0" indent="0" algn="just">
              <a:buNone/>
            </a:pPr>
            <a:r>
              <a:rPr lang="es-ES" sz="2400" dirty="0">
                <a:solidFill>
                  <a:prstClr val="black"/>
                </a:solidFill>
              </a:rPr>
              <a:t>	b) La presión a la salida de la bomba en el proceso isentrópico</a:t>
            </a:r>
          </a:p>
          <a:p>
            <a:pPr marL="0" indent="0" algn="just">
              <a:buNone/>
            </a:pPr>
            <a:r>
              <a:rPr lang="es-ES" sz="2400" dirty="0">
                <a:solidFill>
                  <a:prstClr val="black"/>
                </a:solidFill>
              </a:rPr>
              <a:t>	b) Si el caudal de agua es de 1 l/s y se considera una eficiencia isentrópica en la 	bomba del 85%, determine la potencia consumida por la bomba. </a:t>
            </a:r>
          </a:p>
        </p:txBody>
      </p:sp>
      <p:sp>
        <p:nvSpPr>
          <p:cNvPr id="6" name="CuadroTexto 5">
            <a:extLst>
              <a:ext uri="{FF2B5EF4-FFF2-40B4-BE49-F238E27FC236}">
                <a16:creationId xmlns:a16="http://schemas.microsoft.com/office/drawing/2014/main" id="{F5563E0C-4A80-B666-8C89-946B60B36FEF}"/>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spTree>
    <p:extLst>
      <p:ext uri="{BB962C8B-B14F-4D97-AF65-F5344CB8AC3E}">
        <p14:creationId xmlns:p14="http://schemas.microsoft.com/office/powerpoint/2010/main" val="2797038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830A9073-EB32-2E32-581E-AEB4EBD9443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E843BD7D-78E2-4378-ADCB-A12848AB6473}"/>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de aplicación</a:t>
            </a:r>
          </a:p>
        </p:txBody>
      </p:sp>
      <p:sp>
        <p:nvSpPr>
          <p:cNvPr id="24579" name="Rectangle 3">
            <a:extLst>
              <a:ext uri="{FF2B5EF4-FFF2-40B4-BE49-F238E27FC236}">
                <a16:creationId xmlns:a16="http://schemas.microsoft.com/office/drawing/2014/main" id="{11FFD540-19D5-CCDB-F6FB-2E50193E93AA}"/>
              </a:ext>
            </a:extLst>
          </p:cNvPr>
          <p:cNvSpPr>
            <a:spLocks noGrp="1" noChangeArrowheads="1"/>
          </p:cNvSpPr>
          <p:nvPr>
            <p:ph idx="1"/>
          </p:nvPr>
        </p:nvSpPr>
        <p:spPr>
          <a:xfrm>
            <a:off x="407368" y="1600200"/>
            <a:ext cx="7776864" cy="5068888"/>
          </a:xfrm>
        </p:spPr>
        <p:txBody>
          <a:bodyPr>
            <a:normAutofit/>
          </a:bodyPr>
          <a:lstStyle/>
          <a:p>
            <a:pPr marL="0" indent="0" algn="just">
              <a:buNone/>
            </a:pPr>
            <a:r>
              <a:rPr lang="es-ES" sz="2400" dirty="0">
                <a:solidFill>
                  <a:prstClr val="black"/>
                </a:solidFill>
              </a:rPr>
              <a:t>3) Entra agua líquida a una bomba de 25 kW a una presión de 100 kPa, a razón de 5 kg/s. Determine la presión máxima que puede tener el agua líquida a la salida de la bomba. Desprecie los cambios de energía cinética y potencial del agua, y tome el volumen específico del agua como 0.001 m</a:t>
            </a:r>
            <a:r>
              <a:rPr lang="es-ES" sz="2400" baseline="30000" dirty="0">
                <a:solidFill>
                  <a:prstClr val="black"/>
                </a:solidFill>
              </a:rPr>
              <a:t>3</a:t>
            </a:r>
            <a:r>
              <a:rPr lang="es-ES" sz="2400" dirty="0">
                <a:solidFill>
                  <a:prstClr val="black"/>
                </a:solidFill>
              </a:rPr>
              <a:t>/kg. Respuesta: 5 100 kPa</a:t>
            </a:r>
          </a:p>
          <a:p>
            <a:pPr marL="0" indent="0" algn="just">
              <a:buNone/>
            </a:pPr>
            <a:endParaRPr lang="es-ES" sz="2400" dirty="0">
              <a:solidFill>
                <a:prstClr val="black"/>
              </a:solidFill>
            </a:endParaRPr>
          </a:p>
          <a:p>
            <a:pPr marL="0" indent="0" algn="just">
              <a:buNone/>
            </a:pPr>
            <a:r>
              <a:rPr lang="es-ES" sz="2400" dirty="0">
                <a:solidFill>
                  <a:prstClr val="black"/>
                </a:solidFill>
              </a:rPr>
              <a:t>4) Entra agua líquida a 125 kPa subenfriada en 50 </a:t>
            </a:r>
            <a:r>
              <a:rPr lang="es-ES" sz="2400" dirty="0" err="1">
                <a:solidFill>
                  <a:prstClr val="black"/>
                </a:solidFill>
              </a:rPr>
              <a:t>ºC</a:t>
            </a:r>
            <a:r>
              <a:rPr lang="es-ES" sz="2400" dirty="0">
                <a:solidFill>
                  <a:prstClr val="black"/>
                </a:solidFill>
              </a:rPr>
              <a:t>  a una bomba de 7 kW que eleva su presión a 5 MPa. Determine el flujo másico más alto de agua líquida que puede manejar esta bomba. Desprecie el cambio de energía cinética del agua y tome el volumen específico como 0.001 m</a:t>
            </a:r>
            <a:r>
              <a:rPr lang="es-ES" sz="2400" baseline="30000" dirty="0">
                <a:solidFill>
                  <a:prstClr val="black"/>
                </a:solidFill>
              </a:rPr>
              <a:t>3 </a:t>
            </a:r>
            <a:r>
              <a:rPr lang="es-ES" sz="2400" dirty="0">
                <a:solidFill>
                  <a:prstClr val="black"/>
                </a:solidFill>
              </a:rPr>
              <a:t>/kg.</a:t>
            </a:r>
          </a:p>
        </p:txBody>
      </p:sp>
      <p:sp>
        <p:nvSpPr>
          <p:cNvPr id="6" name="CuadroTexto 5">
            <a:extLst>
              <a:ext uri="{FF2B5EF4-FFF2-40B4-BE49-F238E27FC236}">
                <a16:creationId xmlns:a16="http://schemas.microsoft.com/office/drawing/2014/main" id="{39D8552E-5BC8-05AD-A4E8-65CDF4C7D8D6}"/>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5" name="Imagen 4">
            <a:extLst>
              <a:ext uri="{FF2B5EF4-FFF2-40B4-BE49-F238E27FC236}">
                <a16:creationId xmlns:a16="http://schemas.microsoft.com/office/drawing/2014/main" id="{7DEC396A-0CF9-9F1C-B01C-D23CD7D8372A}"/>
              </a:ext>
            </a:extLst>
          </p:cNvPr>
          <p:cNvPicPr>
            <a:picLocks noChangeAspect="1"/>
          </p:cNvPicPr>
          <p:nvPr/>
        </p:nvPicPr>
        <p:blipFill>
          <a:blip r:embed="rId3"/>
          <a:stretch>
            <a:fillRect/>
          </a:stretch>
        </p:blipFill>
        <p:spPr>
          <a:xfrm>
            <a:off x="8760296" y="1600200"/>
            <a:ext cx="2316681" cy="2187130"/>
          </a:xfrm>
          <a:prstGeom prst="rect">
            <a:avLst/>
          </a:prstGeom>
        </p:spPr>
      </p:pic>
    </p:spTree>
    <p:extLst>
      <p:ext uri="{BB962C8B-B14F-4D97-AF65-F5344CB8AC3E}">
        <p14:creationId xmlns:p14="http://schemas.microsoft.com/office/powerpoint/2010/main" val="3630284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90292815-5D04-6D5B-6027-346DDAC9BC05}"/>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43510E5C-17D5-314A-30CA-FC79BD11FF2B}"/>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de aplicación</a:t>
            </a:r>
          </a:p>
        </p:txBody>
      </p:sp>
      <p:sp>
        <p:nvSpPr>
          <p:cNvPr id="24579" name="Rectangle 3">
            <a:extLst>
              <a:ext uri="{FF2B5EF4-FFF2-40B4-BE49-F238E27FC236}">
                <a16:creationId xmlns:a16="http://schemas.microsoft.com/office/drawing/2014/main" id="{483A0EB7-CD6D-7BD5-A2BA-8C35A9215861}"/>
              </a:ext>
            </a:extLst>
          </p:cNvPr>
          <p:cNvSpPr>
            <a:spLocks noGrp="1" noChangeArrowheads="1"/>
          </p:cNvSpPr>
          <p:nvPr>
            <p:ph idx="1"/>
          </p:nvPr>
        </p:nvSpPr>
        <p:spPr>
          <a:xfrm>
            <a:off x="407368" y="1600200"/>
            <a:ext cx="11449272" cy="1636997"/>
          </a:xfrm>
        </p:spPr>
        <p:txBody>
          <a:bodyPr>
            <a:normAutofit/>
          </a:bodyPr>
          <a:lstStyle/>
          <a:p>
            <a:pPr marL="0" indent="0" algn="just">
              <a:buNone/>
            </a:pPr>
            <a:r>
              <a:rPr lang="es-ES" sz="2400" dirty="0">
                <a:solidFill>
                  <a:prstClr val="black"/>
                </a:solidFill>
              </a:rPr>
              <a:t>5) Considere una turbina adiabática a la que entra vapor de agua a 10 MPa y 500 °C, y sale a 10 kPa, con 90 por ciento de calidad. Despreciando los cambios de energía cinética y potencial, determine el flujo másico necesario para producir idealmente 5 MW de potencia de salida. </a:t>
            </a:r>
            <a:r>
              <a:rPr lang="es-ES" sz="2400" i="1" dirty="0">
                <a:solidFill>
                  <a:prstClr val="black"/>
                </a:solidFill>
              </a:rPr>
              <a:t>Respuesta: 4.852 kg/s</a:t>
            </a:r>
          </a:p>
          <a:p>
            <a:pPr marL="0" indent="0" algn="just">
              <a:buNone/>
            </a:pPr>
            <a:endParaRPr lang="es-ES" sz="2400" dirty="0">
              <a:solidFill>
                <a:prstClr val="black"/>
              </a:solidFill>
            </a:endParaRPr>
          </a:p>
        </p:txBody>
      </p:sp>
      <p:sp>
        <p:nvSpPr>
          <p:cNvPr id="6" name="CuadroTexto 5">
            <a:extLst>
              <a:ext uri="{FF2B5EF4-FFF2-40B4-BE49-F238E27FC236}">
                <a16:creationId xmlns:a16="http://schemas.microsoft.com/office/drawing/2014/main" id="{883FDFDB-F98E-20B2-A0A8-B3882AC3CA4C}"/>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3" name="Imagen 2">
            <a:extLst>
              <a:ext uri="{FF2B5EF4-FFF2-40B4-BE49-F238E27FC236}">
                <a16:creationId xmlns:a16="http://schemas.microsoft.com/office/drawing/2014/main" id="{3C1BC9F7-958A-4521-2B74-B6DBE633AF9E}"/>
              </a:ext>
            </a:extLst>
          </p:cNvPr>
          <p:cNvPicPr>
            <a:picLocks noChangeAspect="1"/>
          </p:cNvPicPr>
          <p:nvPr/>
        </p:nvPicPr>
        <p:blipFill>
          <a:blip r:embed="rId3"/>
          <a:stretch>
            <a:fillRect/>
          </a:stretch>
        </p:blipFill>
        <p:spPr>
          <a:xfrm>
            <a:off x="8414746" y="3361022"/>
            <a:ext cx="3657917" cy="3124471"/>
          </a:xfrm>
          <a:prstGeom prst="rect">
            <a:avLst/>
          </a:prstGeom>
        </p:spPr>
      </p:pic>
      <p:sp>
        <p:nvSpPr>
          <p:cNvPr id="4" name="Rectangle 3">
            <a:extLst>
              <a:ext uri="{FF2B5EF4-FFF2-40B4-BE49-F238E27FC236}">
                <a16:creationId xmlns:a16="http://schemas.microsoft.com/office/drawing/2014/main" id="{312C9C92-AEC5-D61D-AA94-9E4D8A9115D6}"/>
              </a:ext>
            </a:extLst>
          </p:cNvPr>
          <p:cNvSpPr txBox="1">
            <a:spLocks noChangeArrowheads="1"/>
          </p:cNvSpPr>
          <p:nvPr/>
        </p:nvSpPr>
        <p:spPr>
          <a:xfrm>
            <a:off x="407368" y="3140968"/>
            <a:ext cx="7704856" cy="3680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s-ES" sz="2400" dirty="0">
              <a:solidFill>
                <a:prstClr val="black"/>
              </a:solidFill>
            </a:endParaRPr>
          </a:p>
          <a:p>
            <a:pPr marL="0" indent="0" algn="just">
              <a:buFont typeface="Arial" panose="020B0604020202020204" pitchFamily="34" charset="0"/>
              <a:buNone/>
            </a:pPr>
            <a:r>
              <a:rPr lang="es-ES" sz="2400" dirty="0">
                <a:solidFill>
                  <a:prstClr val="black"/>
                </a:solidFill>
              </a:rPr>
              <a:t>6) Entra vapor a una turbina de flujo uniforme con un flujo másico de 20 kg/s a 600 °C, 5 MPa, y una velocidad despreciable. El vapor se expande idealmente en la turbina hasta vapor saturado a 500 kPa, de donde 10 por ciento del vapor se extrae para algún otro uso. El resto del vapor continúa expandiéndose a la salida de la turbina, donde la presión es 10 kPa y la calidad es de 85 por ciento. Si la turbina es adiabática, determine la tasa de trabajo realizado por el vapor durante este proceso. </a:t>
            </a:r>
            <a:r>
              <a:rPr lang="es-ES" sz="2400" i="1" dirty="0">
                <a:solidFill>
                  <a:prstClr val="black"/>
                </a:solidFill>
              </a:rPr>
              <a:t>Respuesta: 27 790 kW</a:t>
            </a:r>
          </a:p>
        </p:txBody>
      </p:sp>
    </p:spTree>
    <p:extLst>
      <p:ext uri="{BB962C8B-B14F-4D97-AF65-F5344CB8AC3E}">
        <p14:creationId xmlns:p14="http://schemas.microsoft.com/office/powerpoint/2010/main" val="1022462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7BC77960-B9B6-2006-FD16-1A955EBFE5DC}"/>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92883BAB-6138-6974-6BEA-777B4D78D4A4}"/>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de aplicación</a:t>
            </a:r>
          </a:p>
        </p:txBody>
      </p:sp>
      <p:sp>
        <p:nvSpPr>
          <p:cNvPr id="24579" name="Rectangle 3">
            <a:extLst>
              <a:ext uri="{FF2B5EF4-FFF2-40B4-BE49-F238E27FC236}">
                <a16:creationId xmlns:a16="http://schemas.microsoft.com/office/drawing/2014/main" id="{19EDC00B-0FB5-1A2E-28FE-C698CEAB0E77}"/>
              </a:ext>
            </a:extLst>
          </p:cNvPr>
          <p:cNvSpPr>
            <a:spLocks noGrp="1" noChangeArrowheads="1"/>
          </p:cNvSpPr>
          <p:nvPr>
            <p:ph idx="1"/>
          </p:nvPr>
        </p:nvSpPr>
        <p:spPr>
          <a:xfrm>
            <a:off x="407368" y="1600200"/>
            <a:ext cx="8640960" cy="4924425"/>
          </a:xfrm>
        </p:spPr>
        <p:txBody>
          <a:bodyPr>
            <a:normAutofit/>
          </a:bodyPr>
          <a:lstStyle/>
          <a:p>
            <a:pPr marL="0" indent="0" algn="just">
              <a:buNone/>
            </a:pPr>
            <a:r>
              <a:rPr lang="es-ES" sz="2400" dirty="0">
                <a:solidFill>
                  <a:prstClr val="black"/>
                </a:solidFill>
              </a:rPr>
              <a:t>7) En una turbina adiabática entra vapor de agua a 5 MPa y 450 °C y sale a una presión de 1.4 MPa. </a:t>
            </a:r>
          </a:p>
          <a:p>
            <a:pPr marL="0" indent="0" algn="just">
              <a:buNone/>
            </a:pPr>
            <a:r>
              <a:rPr lang="es-ES" sz="2400" dirty="0">
                <a:solidFill>
                  <a:prstClr val="black"/>
                </a:solidFill>
              </a:rPr>
              <a:t>	a) Determine el trabajo de salida de la turbina por unidad 	de masa de vapor si el proceso es reversible.</a:t>
            </a:r>
          </a:p>
          <a:p>
            <a:pPr marL="0" indent="0" algn="just">
              <a:buNone/>
            </a:pPr>
            <a:r>
              <a:rPr lang="es-ES" sz="2400" dirty="0">
                <a:solidFill>
                  <a:prstClr val="black"/>
                </a:solidFill>
              </a:rPr>
              <a:t>	b) Si se considera una eficiencia isentrópica del 90%, 	determine la entalpía a la salida.</a:t>
            </a:r>
          </a:p>
          <a:p>
            <a:pPr marL="0" indent="0" algn="just">
              <a:buNone/>
            </a:pPr>
            <a:endParaRPr lang="es-ES" sz="2400" dirty="0">
              <a:solidFill>
                <a:prstClr val="black"/>
              </a:solidFill>
            </a:endParaRPr>
          </a:p>
          <a:p>
            <a:pPr marL="0" indent="0" algn="just">
              <a:buNone/>
            </a:pPr>
            <a:r>
              <a:rPr lang="es-ES" sz="2400" dirty="0">
                <a:solidFill>
                  <a:prstClr val="black"/>
                </a:solidFill>
              </a:rPr>
              <a:t>8) Entra vapor de agua de forma estacionaria a una turbina adiabática a 3 </a:t>
            </a:r>
            <a:r>
              <a:rPr lang="es-ES" sz="2400" dirty="0" err="1">
                <a:solidFill>
                  <a:prstClr val="black"/>
                </a:solidFill>
              </a:rPr>
              <a:t>Mpa</a:t>
            </a:r>
            <a:r>
              <a:rPr lang="es-ES" sz="2400" dirty="0">
                <a:solidFill>
                  <a:prstClr val="black"/>
                </a:solidFill>
              </a:rPr>
              <a:t> y 400 °C, y sale a 50 kPa y 100 °C. Si la potencia de salida de la turbina es 2 MW, determine: </a:t>
            </a:r>
          </a:p>
          <a:p>
            <a:pPr marL="0" indent="0" algn="just">
              <a:buNone/>
            </a:pPr>
            <a:r>
              <a:rPr lang="es-ES" sz="2400" dirty="0">
                <a:solidFill>
                  <a:prstClr val="black"/>
                </a:solidFill>
              </a:rPr>
              <a:t>	a) la eficiencia isentrópica de la turbina</a:t>
            </a:r>
          </a:p>
          <a:p>
            <a:pPr marL="0" indent="0" algn="just">
              <a:buNone/>
            </a:pPr>
            <a:r>
              <a:rPr lang="es-ES" sz="2400" dirty="0">
                <a:solidFill>
                  <a:prstClr val="black"/>
                </a:solidFill>
              </a:rPr>
              <a:t>	b) el flujo másico del vapor que circula a través de la turbina.</a:t>
            </a:r>
          </a:p>
        </p:txBody>
      </p:sp>
      <p:sp>
        <p:nvSpPr>
          <p:cNvPr id="6" name="CuadroTexto 5">
            <a:extLst>
              <a:ext uri="{FF2B5EF4-FFF2-40B4-BE49-F238E27FC236}">
                <a16:creationId xmlns:a16="http://schemas.microsoft.com/office/drawing/2014/main" id="{38D431DB-F23B-7C89-B321-6CF4D645B1D5}"/>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7" name="Imagen 6">
            <a:extLst>
              <a:ext uri="{FF2B5EF4-FFF2-40B4-BE49-F238E27FC236}">
                <a16:creationId xmlns:a16="http://schemas.microsoft.com/office/drawing/2014/main" id="{17B57F8E-33B1-942C-1F0C-B9E67DD7A3BE}"/>
              </a:ext>
            </a:extLst>
          </p:cNvPr>
          <p:cNvPicPr>
            <a:picLocks noChangeAspect="1"/>
          </p:cNvPicPr>
          <p:nvPr/>
        </p:nvPicPr>
        <p:blipFill>
          <a:blip r:embed="rId3"/>
          <a:stretch>
            <a:fillRect/>
          </a:stretch>
        </p:blipFill>
        <p:spPr>
          <a:xfrm>
            <a:off x="9048328" y="1427596"/>
            <a:ext cx="2989275" cy="3011255"/>
          </a:xfrm>
          <a:prstGeom prst="rect">
            <a:avLst/>
          </a:prstGeom>
        </p:spPr>
      </p:pic>
      <p:pic>
        <p:nvPicPr>
          <p:cNvPr id="9" name="Imagen 8">
            <a:extLst>
              <a:ext uri="{FF2B5EF4-FFF2-40B4-BE49-F238E27FC236}">
                <a16:creationId xmlns:a16="http://schemas.microsoft.com/office/drawing/2014/main" id="{EDD736CF-C3EA-4F4C-0E45-63CF8E706B87}"/>
              </a:ext>
            </a:extLst>
          </p:cNvPr>
          <p:cNvPicPr>
            <a:picLocks noChangeAspect="1"/>
          </p:cNvPicPr>
          <p:nvPr/>
        </p:nvPicPr>
        <p:blipFill>
          <a:blip r:embed="rId4"/>
          <a:srcRect l="37518"/>
          <a:stretch/>
        </p:blipFill>
        <p:spPr>
          <a:xfrm>
            <a:off x="9048328" y="4438851"/>
            <a:ext cx="3024336" cy="2259732"/>
          </a:xfrm>
          <a:prstGeom prst="rect">
            <a:avLst/>
          </a:prstGeom>
        </p:spPr>
      </p:pic>
    </p:spTree>
    <p:extLst>
      <p:ext uri="{BB962C8B-B14F-4D97-AF65-F5344CB8AC3E}">
        <p14:creationId xmlns:p14="http://schemas.microsoft.com/office/powerpoint/2010/main" val="3659524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A89653CC-CA56-A4AE-34A1-E837B997B518}"/>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F11580B3-468A-8E6D-B7EE-D244E6C1EAA5}"/>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de aplicación</a:t>
            </a:r>
          </a:p>
        </p:txBody>
      </p:sp>
      <p:sp>
        <p:nvSpPr>
          <p:cNvPr id="24579" name="Rectangle 3">
            <a:extLst>
              <a:ext uri="{FF2B5EF4-FFF2-40B4-BE49-F238E27FC236}">
                <a16:creationId xmlns:a16="http://schemas.microsoft.com/office/drawing/2014/main" id="{DD3F7DC5-9686-0EFE-F3D0-A4266EEA7FF9}"/>
              </a:ext>
            </a:extLst>
          </p:cNvPr>
          <p:cNvSpPr>
            <a:spLocks noGrp="1" noChangeArrowheads="1"/>
          </p:cNvSpPr>
          <p:nvPr>
            <p:ph idx="1"/>
          </p:nvPr>
        </p:nvSpPr>
        <p:spPr>
          <a:xfrm>
            <a:off x="407368" y="1600200"/>
            <a:ext cx="11449272" cy="5068888"/>
          </a:xfrm>
        </p:spPr>
        <p:txBody>
          <a:bodyPr>
            <a:normAutofit/>
          </a:bodyPr>
          <a:lstStyle/>
          <a:p>
            <a:pPr marL="0" indent="0" algn="just">
              <a:buNone/>
            </a:pPr>
            <a:r>
              <a:rPr lang="es-ES" sz="2400" dirty="0">
                <a:solidFill>
                  <a:prstClr val="black"/>
                </a:solidFill>
              </a:rPr>
              <a:t>9) Vapor de agua a 3 MPa y 400 °C se expande a 30 kPa en una turbina adiabática con eficiencia isentrópica de 92 por ciento. Determine la potencia producida por esta turbina, en kW, cuando el flujo másico es 2 kg/s.</a:t>
            </a:r>
          </a:p>
          <a:p>
            <a:pPr marL="0" indent="0" algn="just">
              <a:buNone/>
            </a:pPr>
            <a:endParaRPr lang="es-ES" sz="2400" dirty="0">
              <a:solidFill>
                <a:prstClr val="black"/>
              </a:solidFill>
            </a:endParaRPr>
          </a:p>
          <a:p>
            <a:pPr marL="0" indent="0" algn="just">
              <a:buNone/>
            </a:pPr>
            <a:r>
              <a:rPr lang="es-ES" sz="2400" dirty="0">
                <a:solidFill>
                  <a:prstClr val="black"/>
                </a:solidFill>
              </a:rPr>
              <a:t>10) Vapor a 4 MPa y 350 °C se expande en una turbina</a:t>
            </a:r>
          </a:p>
          <a:p>
            <a:pPr marL="0" indent="0" algn="just">
              <a:buNone/>
            </a:pPr>
            <a:r>
              <a:rPr lang="es-ES" sz="2400" dirty="0">
                <a:solidFill>
                  <a:prstClr val="black"/>
                </a:solidFill>
              </a:rPr>
              <a:t>adiabática a 120 kPa. ¿Cuál es la eficiencia isentrópica de esta</a:t>
            </a:r>
          </a:p>
          <a:p>
            <a:pPr marL="0" indent="0" algn="just">
              <a:buNone/>
            </a:pPr>
            <a:r>
              <a:rPr lang="es-ES" sz="2400" dirty="0">
                <a:solidFill>
                  <a:prstClr val="black"/>
                </a:solidFill>
              </a:rPr>
              <a:t>turbina si el vapor sale como vapor saturado?</a:t>
            </a:r>
          </a:p>
        </p:txBody>
      </p:sp>
      <p:sp>
        <p:nvSpPr>
          <p:cNvPr id="6" name="CuadroTexto 5">
            <a:extLst>
              <a:ext uri="{FF2B5EF4-FFF2-40B4-BE49-F238E27FC236}">
                <a16:creationId xmlns:a16="http://schemas.microsoft.com/office/drawing/2014/main" id="{62A9ABBF-C872-5749-9EAF-3C838300D0DF}"/>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8" name="Imagen 7">
            <a:extLst>
              <a:ext uri="{FF2B5EF4-FFF2-40B4-BE49-F238E27FC236}">
                <a16:creationId xmlns:a16="http://schemas.microsoft.com/office/drawing/2014/main" id="{B913DEEB-D2CA-E6E3-2F27-FFC77B52732F}"/>
              </a:ext>
            </a:extLst>
          </p:cNvPr>
          <p:cNvPicPr>
            <a:picLocks noChangeAspect="1"/>
          </p:cNvPicPr>
          <p:nvPr/>
        </p:nvPicPr>
        <p:blipFill>
          <a:blip r:embed="rId3"/>
          <a:stretch>
            <a:fillRect/>
          </a:stretch>
        </p:blipFill>
        <p:spPr>
          <a:xfrm>
            <a:off x="8688288" y="2780928"/>
            <a:ext cx="2438611" cy="3383573"/>
          </a:xfrm>
          <a:prstGeom prst="rect">
            <a:avLst/>
          </a:prstGeom>
        </p:spPr>
      </p:pic>
    </p:spTree>
    <p:extLst>
      <p:ext uri="{BB962C8B-B14F-4D97-AF65-F5344CB8AC3E}">
        <p14:creationId xmlns:p14="http://schemas.microsoft.com/office/powerpoint/2010/main" val="140295386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4113</TotalTime>
  <Words>1060</Words>
  <Application>Microsoft Office PowerPoint</Application>
  <PresentationFormat>Panorámica</PresentationFormat>
  <Paragraphs>52</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Calibri Light</vt:lpstr>
      <vt:lpstr>Cambria Math</vt:lpstr>
      <vt:lpstr>Tema de Office</vt:lpstr>
      <vt:lpstr>MÁQUINAS TÉRMICAS</vt:lpstr>
      <vt:lpstr>Bombas hidráulicas</vt:lpstr>
      <vt:lpstr>Turbinas de vapor</vt:lpstr>
      <vt:lpstr>Trabajo en bombas y turbinas</vt:lpstr>
      <vt:lpstr>Eficiencia isentrópica</vt:lpstr>
      <vt:lpstr>Ejercicios de aplicación</vt:lpstr>
      <vt:lpstr>Ejercicios de aplicación</vt:lpstr>
      <vt:lpstr>Ejercicios de aplicación</vt:lpstr>
      <vt:lpstr>Ejercicios de aplicación</vt:lpstr>
      <vt:lpstr>Ejercicios de aplicación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Jonathan Loor</dc:creator>
  <cp:lastModifiedBy>JONATHAN GABRIEL LOOR BAUTISTA</cp:lastModifiedBy>
  <cp:revision>58</cp:revision>
  <dcterms:created xsi:type="dcterms:W3CDTF">2009-09-22T20:21:09Z</dcterms:created>
  <dcterms:modified xsi:type="dcterms:W3CDTF">2025-05-26T12:25:33Z</dcterms:modified>
</cp:coreProperties>
</file>