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96" r:id="rId3"/>
    <p:sldId id="297" r:id="rId4"/>
    <p:sldId id="29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029" autoAdjust="0"/>
    <p:restoredTop sz="95847" autoAdjust="0"/>
  </p:normalViewPr>
  <p:slideViewPr>
    <p:cSldViewPr>
      <p:cViewPr varScale="1">
        <p:scale>
          <a:sx n="83" d="100"/>
          <a:sy n="83" d="100"/>
        </p:scale>
        <p:origin x="869" y="77"/>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NATHAN GABRIEL LOOR BAUTISTA" userId="4234489a-f210-4949-b3ca-adca1d814dab" providerId="ADAL" clId="{060DDFA7-0ED1-4434-A690-0E20AEBE99A7}"/>
    <pc:docChg chg="undo custSel addSld delSld modSld sldOrd modMainMaster">
      <pc:chgData name="JONATHAN GABRIEL LOOR BAUTISTA" userId="4234489a-f210-4949-b3ca-adca1d814dab" providerId="ADAL" clId="{060DDFA7-0ED1-4434-A690-0E20AEBE99A7}" dt="2023-10-31T14:15:58.986" v="582" actId="20577"/>
      <pc:docMkLst>
        <pc:docMk/>
      </pc:docMkLst>
      <pc:sldChg chg="modSp mod">
        <pc:chgData name="JONATHAN GABRIEL LOOR BAUTISTA" userId="4234489a-f210-4949-b3ca-adca1d814dab" providerId="ADAL" clId="{060DDFA7-0ED1-4434-A690-0E20AEBE99A7}" dt="2023-10-30T21:09:57.255" v="203" actId="14100"/>
        <pc:sldMkLst>
          <pc:docMk/>
          <pc:sldMk cId="0" sldId="256"/>
        </pc:sldMkLst>
      </pc:sldChg>
      <pc:sldChg chg="del">
        <pc:chgData name="JONATHAN GABRIEL LOOR BAUTISTA" userId="4234489a-f210-4949-b3ca-adca1d814dab" providerId="ADAL" clId="{060DDFA7-0ED1-4434-A690-0E20AEBE99A7}" dt="2023-10-30T21:06:17.258" v="130" actId="47"/>
        <pc:sldMkLst>
          <pc:docMk/>
          <pc:sldMk cId="0" sldId="257"/>
        </pc:sldMkLst>
      </pc:sldChg>
      <pc:sldChg chg="addSp delSp modSp mod setBg">
        <pc:chgData name="JONATHAN GABRIEL LOOR BAUTISTA" userId="4234489a-f210-4949-b3ca-adca1d814dab" providerId="ADAL" clId="{060DDFA7-0ED1-4434-A690-0E20AEBE99A7}" dt="2023-10-31T14:11:53.464" v="513" actId="1076"/>
        <pc:sldMkLst>
          <pc:docMk/>
          <pc:sldMk cId="0" sldId="258"/>
        </pc:sldMkLst>
      </pc:sldChg>
      <pc:sldChg chg="addSp modSp add mod">
        <pc:chgData name="JONATHAN GABRIEL LOOR BAUTISTA" userId="4234489a-f210-4949-b3ca-adca1d814dab" providerId="ADAL" clId="{060DDFA7-0ED1-4434-A690-0E20AEBE99A7}" dt="2023-10-31T14:07:01.113" v="488" actId="20577"/>
        <pc:sldMkLst>
          <pc:docMk/>
          <pc:sldMk cId="365126346" sldId="259"/>
        </pc:sldMkLst>
      </pc:sldChg>
      <pc:sldChg chg="addSp delSp modSp add del mod ord">
        <pc:chgData name="JONATHAN GABRIEL LOOR BAUTISTA" userId="4234489a-f210-4949-b3ca-adca1d814dab" providerId="ADAL" clId="{060DDFA7-0ED1-4434-A690-0E20AEBE99A7}" dt="2023-10-31T14:06:12.179" v="424" actId="20577"/>
        <pc:sldMkLst>
          <pc:docMk/>
          <pc:sldMk cId="2494341450" sldId="260"/>
        </pc:sldMkLst>
      </pc:sldChg>
      <pc:sldChg chg="addSp delSp modSp add mod">
        <pc:chgData name="JONATHAN GABRIEL LOOR BAUTISTA" userId="4234489a-f210-4949-b3ca-adca1d814dab" providerId="ADAL" clId="{060DDFA7-0ED1-4434-A690-0E20AEBE99A7}" dt="2023-10-31T14:15:07.912" v="528" actId="1076"/>
        <pc:sldMkLst>
          <pc:docMk/>
          <pc:sldMk cId="1096243283" sldId="261"/>
        </pc:sldMkLst>
      </pc:sldChg>
      <pc:sldChg chg="addSp delSp modSp add mod">
        <pc:chgData name="JONATHAN GABRIEL LOOR BAUTISTA" userId="4234489a-f210-4949-b3ca-adca1d814dab" providerId="ADAL" clId="{060DDFA7-0ED1-4434-A690-0E20AEBE99A7}" dt="2023-10-31T13:54:07.335" v="388"/>
        <pc:sldMkLst>
          <pc:docMk/>
          <pc:sldMk cId="446297087" sldId="262"/>
        </pc:sldMkLst>
      </pc:sldChg>
      <pc:sldChg chg="addSp delSp modSp add mod">
        <pc:chgData name="JONATHAN GABRIEL LOOR BAUTISTA" userId="4234489a-f210-4949-b3ca-adca1d814dab" providerId="ADAL" clId="{060DDFA7-0ED1-4434-A690-0E20AEBE99A7}" dt="2023-10-31T13:59:41.552" v="399" actId="1076"/>
        <pc:sldMkLst>
          <pc:docMk/>
          <pc:sldMk cId="3749474826" sldId="263"/>
        </pc:sldMkLst>
      </pc:sldChg>
      <pc:sldChg chg="addSp delSp modSp add mod">
        <pc:chgData name="JONATHAN GABRIEL LOOR BAUTISTA" userId="4234489a-f210-4949-b3ca-adca1d814dab" providerId="ADAL" clId="{060DDFA7-0ED1-4434-A690-0E20AEBE99A7}" dt="2023-10-31T14:01:12.512" v="406" actId="1076"/>
        <pc:sldMkLst>
          <pc:docMk/>
          <pc:sldMk cId="1712364955" sldId="264"/>
        </pc:sldMkLst>
      </pc:sldChg>
      <pc:sldChg chg="addSp delSp modSp add mod">
        <pc:chgData name="JONATHAN GABRIEL LOOR BAUTISTA" userId="4234489a-f210-4949-b3ca-adca1d814dab" providerId="ADAL" clId="{060DDFA7-0ED1-4434-A690-0E20AEBE99A7}" dt="2023-10-31T14:02:25.713" v="411" actId="1076"/>
        <pc:sldMkLst>
          <pc:docMk/>
          <pc:sldMk cId="3972352135" sldId="265"/>
        </pc:sldMkLst>
      </pc:sldChg>
      <pc:sldChg chg="modSp add mod">
        <pc:chgData name="JONATHAN GABRIEL LOOR BAUTISTA" userId="4234489a-f210-4949-b3ca-adca1d814dab" providerId="ADAL" clId="{060DDFA7-0ED1-4434-A690-0E20AEBE99A7}" dt="2023-10-31T14:15:58.986" v="582" actId="20577"/>
        <pc:sldMkLst>
          <pc:docMk/>
          <pc:sldMk cId="628235030" sldId="266"/>
        </pc:sldMkLst>
      </pc:sldChg>
      <pc:sldChg chg="del">
        <pc:chgData name="JONATHAN GABRIEL LOOR BAUTISTA" userId="4234489a-f210-4949-b3ca-adca1d814dab" providerId="ADAL" clId="{060DDFA7-0ED1-4434-A690-0E20AEBE99A7}" dt="2023-10-30T21:06:59.256" v="136" actId="47"/>
        <pc:sldMkLst>
          <pc:docMk/>
          <pc:sldMk cId="3148635589" sldId="270"/>
        </pc:sldMkLst>
      </pc:sldChg>
      <pc:sldChg chg="del">
        <pc:chgData name="JONATHAN GABRIEL LOOR BAUTISTA" userId="4234489a-f210-4949-b3ca-adca1d814dab" providerId="ADAL" clId="{060DDFA7-0ED1-4434-A690-0E20AEBE99A7}" dt="2023-10-30T21:06:59.386" v="137" actId="47"/>
        <pc:sldMkLst>
          <pc:docMk/>
          <pc:sldMk cId="2453666722" sldId="271"/>
        </pc:sldMkLst>
      </pc:sldChg>
      <pc:sldChg chg="del">
        <pc:chgData name="JONATHAN GABRIEL LOOR BAUTISTA" userId="4234489a-f210-4949-b3ca-adca1d814dab" providerId="ADAL" clId="{060DDFA7-0ED1-4434-A690-0E20AEBE99A7}" dt="2023-10-30T21:06:59.863" v="140" actId="47"/>
        <pc:sldMkLst>
          <pc:docMk/>
          <pc:sldMk cId="3274624831" sldId="272"/>
        </pc:sldMkLst>
      </pc:sldChg>
      <pc:sldChg chg="del">
        <pc:chgData name="JONATHAN GABRIEL LOOR BAUTISTA" userId="4234489a-f210-4949-b3ca-adca1d814dab" providerId="ADAL" clId="{060DDFA7-0ED1-4434-A690-0E20AEBE99A7}" dt="2023-10-30T21:06:57.871" v="133" actId="47"/>
        <pc:sldMkLst>
          <pc:docMk/>
          <pc:sldMk cId="2752778094" sldId="273"/>
        </pc:sldMkLst>
      </pc:sldChg>
      <pc:sldChg chg="del">
        <pc:chgData name="JONATHAN GABRIEL LOOR BAUTISTA" userId="4234489a-f210-4949-b3ca-adca1d814dab" providerId="ADAL" clId="{060DDFA7-0ED1-4434-A690-0E20AEBE99A7}" dt="2023-10-30T21:06:58.785" v="134" actId="47"/>
        <pc:sldMkLst>
          <pc:docMk/>
          <pc:sldMk cId="1191621404" sldId="274"/>
        </pc:sldMkLst>
      </pc:sldChg>
      <pc:sldChg chg="del">
        <pc:chgData name="JONATHAN GABRIEL LOOR BAUTISTA" userId="4234489a-f210-4949-b3ca-adca1d814dab" providerId="ADAL" clId="{060DDFA7-0ED1-4434-A690-0E20AEBE99A7}" dt="2023-10-30T21:06:59.051" v="135" actId="47"/>
        <pc:sldMkLst>
          <pc:docMk/>
          <pc:sldMk cId="1408870596" sldId="275"/>
        </pc:sldMkLst>
      </pc:sldChg>
      <pc:sldChg chg="del">
        <pc:chgData name="JONATHAN GABRIEL LOOR BAUTISTA" userId="4234489a-f210-4949-b3ca-adca1d814dab" providerId="ADAL" clId="{060DDFA7-0ED1-4434-A690-0E20AEBE99A7}" dt="2023-10-30T21:06:59.568" v="138" actId="47"/>
        <pc:sldMkLst>
          <pc:docMk/>
          <pc:sldMk cId="2004126196" sldId="276"/>
        </pc:sldMkLst>
      </pc:sldChg>
      <pc:sldChg chg="del">
        <pc:chgData name="JONATHAN GABRIEL LOOR BAUTISTA" userId="4234489a-f210-4949-b3ca-adca1d814dab" providerId="ADAL" clId="{060DDFA7-0ED1-4434-A690-0E20AEBE99A7}" dt="2023-10-30T21:06:59.728" v="139" actId="47"/>
        <pc:sldMkLst>
          <pc:docMk/>
          <pc:sldMk cId="2374801582" sldId="277"/>
        </pc:sldMkLst>
      </pc:sldChg>
      <pc:sldChg chg="del">
        <pc:chgData name="JONATHAN GABRIEL LOOR BAUTISTA" userId="4234489a-f210-4949-b3ca-adca1d814dab" providerId="ADAL" clId="{060DDFA7-0ED1-4434-A690-0E20AEBE99A7}" dt="2023-10-30T21:06:59.999" v="141" actId="47"/>
        <pc:sldMkLst>
          <pc:docMk/>
          <pc:sldMk cId="1796450385" sldId="278"/>
        </pc:sldMkLst>
      </pc:sldChg>
      <pc:sldChg chg="del">
        <pc:chgData name="JONATHAN GABRIEL LOOR BAUTISTA" userId="4234489a-f210-4949-b3ca-adca1d814dab" providerId="ADAL" clId="{060DDFA7-0ED1-4434-A690-0E20AEBE99A7}" dt="2023-10-30T21:06:19.264" v="131" actId="47"/>
        <pc:sldMkLst>
          <pc:docMk/>
          <pc:sldMk cId="1137748348" sldId="279"/>
        </pc:sldMkLst>
      </pc:sldChg>
      <pc:sldChg chg="del">
        <pc:chgData name="JONATHAN GABRIEL LOOR BAUTISTA" userId="4234489a-f210-4949-b3ca-adca1d814dab" providerId="ADAL" clId="{060DDFA7-0ED1-4434-A690-0E20AEBE99A7}" dt="2023-10-30T21:07:00.132" v="142" actId="47"/>
        <pc:sldMkLst>
          <pc:docMk/>
          <pc:sldMk cId="1911223544" sldId="280"/>
        </pc:sldMkLst>
      </pc:sldChg>
      <pc:sldChg chg="del">
        <pc:chgData name="JONATHAN GABRIEL LOOR BAUTISTA" userId="4234489a-f210-4949-b3ca-adca1d814dab" providerId="ADAL" clId="{060DDFA7-0ED1-4434-A690-0E20AEBE99A7}" dt="2023-10-30T21:07:00.455" v="143" actId="47"/>
        <pc:sldMkLst>
          <pc:docMk/>
          <pc:sldMk cId="1419791792" sldId="282"/>
        </pc:sldMkLst>
      </pc:sldChg>
      <pc:sldChg chg="del">
        <pc:chgData name="JONATHAN GABRIEL LOOR BAUTISTA" userId="4234489a-f210-4949-b3ca-adca1d814dab" providerId="ADAL" clId="{060DDFA7-0ED1-4434-A690-0E20AEBE99A7}" dt="2023-10-30T21:07:00.550" v="144" actId="47"/>
        <pc:sldMkLst>
          <pc:docMk/>
          <pc:sldMk cId="1650563039" sldId="283"/>
        </pc:sldMkLst>
      </pc:sldChg>
      <pc:sldChg chg="del">
        <pc:chgData name="JONATHAN GABRIEL LOOR BAUTISTA" userId="4234489a-f210-4949-b3ca-adca1d814dab" providerId="ADAL" clId="{060DDFA7-0ED1-4434-A690-0E20AEBE99A7}" dt="2023-10-30T21:07:00.919" v="145" actId="47"/>
        <pc:sldMkLst>
          <pc:docMk/>
          <pc:sldMk cId="347908706" sldId="284"/>
        </pc:sldMkLst>
      </pc:sldChg>
      <pc:sldChg chg="del">
        <pc:chgData name="JONATHAN GABRIEL LOOR BAUTISTA" userId="4234489a-f210-4949-b3ca-adca1d814dab" providerId="ADAL" clId="{060DDFA7-0ED1-4434-A690-0E20AEBE99A7}" dt="2023-10-30T21:07:03.741" v="147" actId="47"/>
        <pc:sldMkLst>
          <pc:docMk/>
          <pc:sldMk cId="3849679617" sldId="285"/>
        </pc:sldMkLst>
      </pc:sldChg>
      <pc:sldChg chg="del">
        <pc:chgData name="JONATHAN GABRIEL LOOR BAUTISTA" userId="4234489a-f210-4949-b3ca-adca1d814dab" providerId="ADAL" clId="{060DDFA7-0ED1-4434-A690-0E20AEBE99A7}" dt="2023-10-30T21:07:01.725" v="146" actId="47"/>
        <pc:sldMkLst>
          <pc:docMk/>
          <pc:sldMk cId="627336759" sldId="286"/>
        </pc:sldMkLst>
      </pc:sldChg>
      <pc:sldChg chg="del">
        <pc:chgData name="JONATHAN GABRIEL LOOR BAUTISTA" userId="4234489a-f210-4949-b3ca-adca1d814dab" providerId="ADAL" clId="{060DDFA7-0ED1-4434-A690-0E20AEBE99A7}" dt="2023-10-30T21:06:51.513" v="132" actId="47"/>
        <pc:sldMkLst>
          <pc:docMk/>
          <pc:sldMk cId="3899911817" sldId="287"/>
        </pc:sldMkLst>
      </pc:sldChg>
      <pc:sldMasterChg chg="modSp modSldLayout">
        <pc:chgData name="JONATHAN GABRIEL LOOR BAUTISTA" userId="4234489a-f210-4949-b3ca-adca1d814dab" providerId="ADAL" clId="{060DDFA7-0ED1-4434-A690-0E20AEBE99A7}" dt="2023-10-30T21:08:33.515" v="186"/>
        <pc:sldMasterMkLst>
          <pc:docMk/>
          <pc:sldMasterMk cId="0" sldId="2147483648"/>
        </pc:sldMasterMkLst>
        <pc:sldLayoutChg chg="modSp">
          <pc:chgData name="JONATHAN GABRIEL LOOR BAUTISTA" userId="4234489a-f210-4949-b3ca-adca1d814dab" providerId="ADAL" clId="{060DDFA7-0ED1-4434-A690-0E20AEBE99A7}" dt="2023-10-30T21:08:33.515" v="186"/>
          <pc:sldLayoutMkLst>
            <pc:docMk/>
            <pc:sldMasterMk cId="0" sldId="2147483648"/>
            <pc:sldLayoutMk cId="3939597044" sldId="2147483649"/>
          </pc:sldLayoutMkLst>
        </pc:sldLayoutChg>
        <pc:sldLayoutChg chg="modSp">
          <pc:chgData name="JONATHAN GABRIEL LOOR BAUTISTA" userId="4234489a-f210-4949-b3ca-adca1d814dab" providerId="ADAL" clId="{060DDFA7-0ED1-4434-A690-0E20AEBE99A7}" dt="2023-10-30T21:08:33.515" v="186"/>
          <pc:sldLayoutMkLst>
            <pc:docMk/>
            <pc:sldMasterMk cId="0" sldId="2147483648"/>
            <pc:sldLayoutMk cId="448047980" sldId="2147483651"/>
          </pc:sldLayoutMkLst>
        </pc:sldLayoutChg>
        <pc:sldLayoutChg chg="modSp">
          <pc:chgData name="JONATHAN GABRIEL LOOR BAUTISTA" userId="4234489a-f210-4949-b3ca-adca1d814dab" providerId="ADAL" clId="{060DDFA7-0ED1-4434-A690-0E20AEBE99A7}" dt="2023-10-30T21:08:33.515" v="186"/>
          <pc:sldLayoutMkLst>
            <pc:docMk/>
            <pc:sldMasterMk cId="0" sldId="2147483648"/>
            <pc:sldLayoutMk cId="2119514795" sldId="2147483652"/>
          </pc:sldLayoutMkLst>
        </pc:sldLayoutChg>
        <pc:sldLayoutChg chg="modSp">
          <pc:chgData name="JONATHAN GABRIEL LOOR BAUTISTA" userId="4234489a-f210-4949-b3ca-adca1d814dab" providerId="ADAL" clId="{060DDFA7-0ED1-4434-A690-0E20AEBE99A7}" dt="2023-10-30T21:08:33.515" v="186"/>
          <pc:sldLayoutMkLst>
            <pc:docMk/>
            <pc:sldMasterMk cId="0" sldId="2147483648"/>
            <pc:sldLayoutMk cId="4050028034" sldId="2147483653"/>
          </pc:sldLayoutMkLst>
        </pc:sldLayoutChg>
        <pc:sldLayoutChg chg="modSp">
          <pc:chgData name="JONATHAN GABRIEL LOOR BAUTISTA" userId="4234489a-f210-4949-b3ca-adca1d814dab" providerId="ADAL" clId="{060DDFA7-0ED1-4434-A690-0E20AEBE99A7}" dt="2023-10-30T21:08:33.515" v="186"/>
          <pc:sldLayoutMkLst>
            <pc:docMk/>
            <pc:sldMasterMk cId="0" sldId="2147483648"/>
            <pc:sldLayoutMk cId="438817288" sldId="2147483656"/>
          </pc:sldLayoutMkLst>
        </pc:sldLayoutChg>
        <pc:sldLayoutChg chg="modSp">
          <pc:chgData name="JONATHAN GABRIEL LOOR BAUTISTA" userId="4234489a-f210-4949-b3ca-adca1d814dab" providerId="ADAL" clId="{060DDFA7-0ED1-4434-A690-0E20AEBE99A7}" dt="2023-10-30T21:08:33.515" v="186"/>
          <pc:sldLayoutMkLst>
            <pc:docMk/>
            <pc:sldMasterMk cId="0" sldId="2147483648"/>
            <pc:sldLayoutMk cId="1447904796" sldId="2147483657"/>
          </pc:sldLayoutMkLst>
        </pc:sldLayoutChg>
        <pc:sldLayoutChg chg="modSp">
          <pc:chgData name="JONATHAN GABRIEL LOOR BAUTISTA" userId="4234489a-f210-4949-b3ca-adca1d814dab" providerId="ADAL" clId="{060DDFA7-0ED1-4434-A690-0E20AEBE99A7}" dt="2023-10-30T21:08:33.515" v="186"/>
          <pc:sldLayoutMkLst>
            <pc:docMk/>
            <pc:sldMasterMk cId="0" sldId="2147483648"/>
            <pc:sldLayoutMk cId="481004487" sldId="2147483659"/>
          </pc:sldLayoutMkLst>
        </pc:sldLayoutChg>
      </pc:sldMasterChg>
    </pc:docChg>
  </pc:docChgLst>
  <pc:docChgLst>
    <pc:chgData name="JONATHAN GABRIEL LOOR BAUTISTA" userId="4234489a-f210-4949-b3ca-adca1d814dab" providerId="ADAL" clId="{03F51541-2227-4C66-877D-186E6B433BCC}"/>
    <pc:docChg chg="undo redo custSel addSld delSld modSld">
      <pc:chgData name="JONATHAN GABRIEL LOOR BAUTISTA" userId="4234489a-f210-4949-b3ca-adca1d814dab" providerId="ADAL" clId="{03F51541-2227-4C66-877D-186E6B433BCC}" dt="2025-01-17T12:37:29.121" v="1168" actId="20577"/>
      <pc:docMkLst>
        <pc:docMk/>
      </pc:docMkLst>
      <pc:sldChg chg="modSp mod">
        <pc:chgData name="JONATHAN GABRIEL LOOR BAUTISTA" userId="4234489a-f210-4949-b3ca-adca1d814dab" providerId="ADAL" clId="{03F51541-2227-4C66-877D-186E6B433BCC}" dt="2025-01-10T13:01:49.829" v="106" actId="20577"/>
        <pc:sldMkLst>
          <pc:docMk/>
          <pc:sldMk cId="0" sldId="256"/>
        </pc:sldMkLst>
      </pc:sldChg>
      <pc:sldChg chg="addSp delSp modSp mod">
        <pc:chgData name="JONATHAN GABRIEL LOOR BAUTISTA" userId="4234489a-f210-4949-b3ca-adca1d814dab" providerId="ADAL" clId="{03F51541-2227-4C66-877D-186E6B433BCC}" dt="2025-01-10T13:05:09.988" v="242" actId="1076"/>
        <pc:sldMkLst>
          <pc:docMk/>
          <pc:sldMk cId="445900017" sldId="272"/>
        </pc:sldMkLst>
      </pc:sldChg>
      <pc:sldChg chg="addSp delSp modSp add mod">
        <pc:chgData name="JONATHAN GABRIEL LOOR BAUTISTA" userId="4234489a-f210-4949-b3ca-adca1d814dab" providerId="ADAL" clId="{03F51541-2227-4C66-877D-186E6B433BCC}" dt="2025-01-10T13:07:10.006" v="274" actId="1076"/>
        <pc:sldMkLst>
          <pc:docMk/>
          <pc:sldMk cId="2459953676" sldId="273"/>
        </pc:sldMkLst>
      </pc:sldChg>
      <pc:sldChg chg="del">
        <pc:chgData name="JONATHAN GABRIEL LOOR BAUTISTA" userId="4234489a-f210-4949-b3ca-adca1d814dab" providerId="ADAL" clId="{03F51541-2227-4C66-877D-186E6B433BCC}" dt="2025-01-10T13:02:04.983" v="120" actId="47"/>
        <pc:sldMkLst>
          <pc:docMk/>
          <pc:sldMk cId="4133258574" sldId="273"/>
        </pc:sldMkLst>
      </pc:sldChg>
      <pc:sldChg chg="addSp delSp modSp add mod">
        <pc:chgData name="JONATHAN GABRIEL LOOR BAUTISTA" userId="4234489a-f210-4949-b3ca-adca1d814dab" providerId="ADAL" clId="{03F51541-2227-4C66-877D-186E6B433BCC}" dt="2025-01-10T14:04:06.734" v="286" actId="1076"/>
        <pc:sldMkLst>
          <pc:docMk/>
          <pc:sldMk cId="416056654" sldId="274"/>
        </pc:sldMkLst>
      </pc:sldChg>
      <pc:sldChg chg="add del setBg">
        <pc:chgData name="JONATHAN GABRIEL LOOR BAUTISTA" userId="4234489a-f210-4949-b3ca-adca1d814dab" providerId="ADAL" clId="{03F51541-2227-4C66-877D-186E6B433BCC}" dt="2025-01-10T14:03:31.177" v="276" actId="47"/>
        <pc:sldMkLst>
          <pc:docMk/>
          <pc:sldMk cId="3764557972" sldId="274"/>
        </pc:sldMkLst>
      </pc:sldChg>
      <pc:sldChg chg="add">
        <pc:chgData name="JONATHAN GABRIEL LOOR BAUTISTA" userId="4234489a-f210-4949-b3ca-adca1d814dab" providerId="ADAL" clId="{03F51541-2227-4C66-877D-186E6B433BCC}" dt="2025-01-10T14:04:12.567" v="287" actId="2890"/>
        <pc:sldMkLst>
          <pc:docMk/>
          <pc:sldMk cId="1498002989" sldId="275"/>
        </pc:sldMkLst>
      </pc:sldChg>
      <pc:sldChg chg="del">
        <pc:chgData name="JONATHAN GABRIEL LOOR BAUTISTA" userId="4234489a-f210-4949-b3ca-adca1d814dab" providerId="ADAL" clId="{03F51541-2227-4C66-877D-186E6B433BCC}" dt="2025-01-10T13:02:01.843" v="119" actId="47"/>
        <pc:sldMkLst>
          <pc:docMk/>
          <pc:sldMk cId="2704981625" sldId="275"/>
        </pc:sldMkLst>
      </pc:sldChg>
      <pc:sldChg chg="del">
        <pc:chgData name="JONATHAN GABRIEL LOOR BAUTISTA" userId="4234489a-f210-4949-b3ca-adca1d814dab" providerId="ADAL" clId="{03F51541-2227-4C66-877D-186E6B433BCC}" dt="2025-01-10T13:02:01.703" v="118" actId="47"/>
        <pc:sldMkLst>
          <pc:docMk/>
          <pc:sldMk cId="1243469074" sldId="276"/>
        </pc:sldMkLst>
      </pc:sldChg>
      <pc:sldChg chg="addSp delSp modSp add mod">
        <pc:chgData name="JONATHAN GABRIEL LOOR BAUTISTA" userId="4234489a-f210-4949-b3ca-adca1d814dab" providerId="ADAL" clId="{03F51541-2227-4C66-877D-186E6B433BCC}" dt="2025-01-10T14:05:09.970" v="301" actId="1076"/>
        <pc:sldMkLst>
          <pc:docMk/>
          <pc:sldMk cId="2030638201" sldId="276"/>
        </pc:sldMkLst>
      </pc:sldChg>
      <pc:sldChg chg="addSp delSp modSp add mod">
        <pc:chgData name="JONATHAN GABRIEL LOOR BAUTISTA" userId="4234489a-f210-4949-b3ca-adca1d814dab" providerId="ADAL" clId="{03F51541-2227-4C66-877D-186E6B433BCC}" dt="2025-01-10T14:06:13.402" v="328" actId="14100"/>
        <pc:sldMkLst>
          <pc:docMk/>
          <pc:sldMk cId="4034665855" sldId="277"/>
        </pc:sldMkLst>
      </pc:sldChg>
      <pc:sldChg chg="del">
        <pc:chgData name="JONATHAN GABRIEL LOOR BAUTISTA" userId="4234489a-f210-4949-b3ca-adca1d814dab" providerId="ADAL" clId="{03F51541-2227-4C66-877D-186E6B433BCC}" dt="2025-01-10T13:02:01.418" v="117" actId="47"/>
        <pc:sldMkLst>
          <pc:docMk/>
          <pc:sldMk cId="4164239669" sldId="277"/>
        </pc:sldMkLst>
      </pc:sldChg>
      <pc:sldChg chg="del">
        <pc:chgData name="JONATHAN GABRIEL LOOR BAUTISTA" userId="4234489a-f210-4949-b3ca-adca1d814dab" providerId="ADAL" clId="{03F51541-2227-4C66-877D-186E6B433BCC}" dt="2025-01-10T13:02:01.279" v="116" actId="47"/>
        <pc:sldMkLst>
          <pc:docMk/>
          <pc:sldMk cId="1902898404" sldId="278"/>
        </pc:sldMkLst>
      </pc:sldChg>
      <pc:sldChg chg="addSp delSp modSp add mod">
        <pc:chgData name="JONATHAN GABRIEL LOOR BAUTISTA" userId="4234489a-f210-4949-b3ca-adca1d814dab" providerId="ADAL" clId="{03F51541-2227-4C66-877D-186E6B433BCC}" dt="2025-01-10T14:26:01.099" v="381" actId="1076"/>
        <pc:sldMkLst>
          <pc:docMk/>
          <pc:sldMk cId="3978225186" sldId="278"/>
        </pc:sldMkLst>
      </pc:sldChg>
      <pc:sldChg chg="delSp modSp add mod">
        <pc:chgData name="JONATHAN GABRIEL LOOR BAUTISTA" userId="4234489a-f210-4949-b3ca-adca1d814dab" providerId="ADAL" clId="{03F51541-2227-4C66-877D-186E6B433BCC}" dt="2025-01-17T12:37:16.857" v="1156" actId="20577"/>
        <pc:sldMkLst>
          <pc:docMk/>
          <pc:sldMk cId="3324638368" sldId="279"/>
        </pc:sldMkLst>
      </pc:sldChg>
      <pc:sldChg chg="del">
        <pc:chgData name="JONATHAN GABRIEL LOOR BAUTISTA" userId="4234489a-f210-4949-b3ca-adca1d814dab" providerId="ADAL" clId="{03F51541-2227-4C66-877D-186E6B433BCC}" dt="2025-01-10T13:02:01.165" v="115" actId="47"/>
        <pc:sldMkLst>
          <pc:docMk/>
          <pc:sldMk cId="3552304945" sldId="279"/>
        </pc:sldMkLst>
      </pc:sldChg>
      <pc:sldChg chg="del">
        <pc:chgData name="JONATHAN GABRIEL LOOR BAUTISTA" userId="4234489a-f210-4949-b3ca-adca1d814dab" providerId="ADAL" clId="{03F51541-2227-4C66-877D-186E6B433BCC}" dt="2025-01-10T13:02:00.968" v="114" actId="47"/>
        <pc:sldMkLst>
          <pc:docMk/>
          <pc:sldMk cId="930664112" sldId="280"/>
        </pc:sldMkLst>
      </pc:sldChg>
      <pc:sldChg chg="modSp add mod">
        <pc:chgData name="JONATHAN GABRIEL LOOR BAUTISTA" userId="4234489a-f210-4949-b3ca-adca1d814dab" providerId="ADAL" clId="{03F51541-2227-4C66-877D-186E6B433BCC}" dt="2025-01-17T12:37:24.164" v="1164" actId="20577"/>
        <pc:sldMkLst>
          <pc:docMk/>
          <pc:sldMk cId="4165485877" sldId="280"/>
        </pc:sldMkLst>
      </pc:sldChg>
      <pc:sldChg chg="del">
        <pc:chgData name="JONATHAN GABRIEL LOOR BAUTISTA" userId="4234489a-f210-4949-b3ca-adca1d814dab" providerId="ADAL" clId="{03F51541-2227-4C66-877D-186E6B433BCC}" dt="2025-01-10T13:02:00.533" v="113" actId="47"/>
        <pc:sldMkLst>
          <pc:docMk/>
          <pc:sldMk cId="118533800" sldId="281"/>
        </pc:sldMkLst>
      </pc:sldChg>
      <pc:sldChg chg="modSp add mod">
        <pc:chgData name="JONATHAN GABRIEL LOOR BAUTISTA" userId="4234489a-f210-4949-b3ca-adca1d814dab" providerId="ADAL" clId="{03F51541-2227-4C66-877D-186E6B433BCC}" dt="2025-01-17T12:37:29.121" v="1168" actId="20577"/>
        <pc:sldMkLst>
          <pc:docMk/>
          <pc:sldMk cId="1147876043" sldId="281"/>
        </pc:sldMkLst>
      </pc:sldChg>
      <pc:sldChg chg="del">
        <pc:chgData name="JONATHAN GABRIEL LOOR BAUTISTA" userId="4234489a-f210-4949-b3ca-adca1d814dab" providerId="ADAL" clId="{03F51541-2227-4C66-877D-186E6B433BCC}" dt="2025-01-10T13:02:00.403" v="112" actId="47"/>
        <pc:sldMkLst>
          <pc:docMk/>
          <pc:sldMk cId="3860355998" sldId="282"/>
        </pc:sldMkLst>
      </pc:sldChg>
      <pc:sldChg chg="del">
        <pc:chgData name="JONATHAN GABRIEL LOOR BAUTISTA" userId="4234489a-f210-4949-b3ca-adca1d814dab" providerId="ADAL" clId="{03F51541-2227-4C66-877D-186E6B433BCC}" dt="2025-01-10T13:02:00.305" v="111" actId="47"/>
        <pc:sldMkLst>
          <pc:docMk/>
          <pc:sldMk cId="3758386642" sldId="283"/>
        </pc:sldMkLst>
      </pc:sldChg>
      <pc:sldChg chg="del">
        <pc:chgData name="JONATHAN GABRIEL LOOR BAUTISTA" userId="4234489a-f210-4949-b3ca-adca1d814dab" providerId="ADAL" clId="{03F51541-2227-4C66-877D-186E6B433BCC}" dt="2025-01-10T13:02:00.165" v="110" actId="47"/>
        <pc:sldMkLst>
          <pc:docMk/>
          <pc:sldMk cId="3796690466" sldId="285"/>
        </pc:sldMkLst>
      </pc:sldChg>
      <pc:sldChg chg="del">
        <pc:chgData name="JONATHAN GABRIEL LOOR BAUTISTA" userId="4234489a-f210-4949-b3ca-adca1d814dab" providerId="ADAL" clId="{03F51541-2227-4C66-877D-186E6B433BCC}" dt="2025-01-10T13:02:00.025" v="109" actId="47"/>
        <pc:sldMkLst>
          <pc:docMk/>
          <pc:sldMk cId="3119478525" sldId="286"/>
        </pc:sldMkLst>
      </pc:sldChg>
      <pc:sldChg chg="del">
        <pc:chgData name="JONATHAN GABRIEL LOOR BAUTISTA" userId="4234489a-f210-4949-b3ca-adca1d814dab" providerId="ADAL" clId="{03F51541-2227-4C66-877D-186E6B433BCC}" dt="2025-01-10T13:01:59.741" v="107" actId="47"/>
        <pc:sldMkLst>
          <pc:docMk/>
          <pc:sldMk cId="1109680319" sldId="288"/>
        </pc:sldMkLst>
      </pc:sldChg>
      <pc:sldChg chg="del">
        <pc:chgData name="JONATHAN GABRIEL LOOR BAUTISTA" userId="4234489a-f210-4949-b3ca-adca1d814dab" providerId="ADAL" clId="{03F51541-2227-4C66-877D-186E6B433BCC}" dt="2025-01-10T13:01:59.901" v="108" actId="47"/>
        <pc:sldMkLst>
          <pc:docMk/>
          <pc:sldMk cId="1431093033" sldId="289"/>
        </pc:sldMkLst>
      </pc:sldChg>
    </pc:docChg>
  </pc:docChgLst>
  <pc:docChgLst>
    <pc:chgData name="JONATHAN GABRIEL LOOR BAUTISTA" userId="4234489a-f210-4949-b3ca-adca1d814dab" providerId="ADAL" clId="{331DE3F3-B272-46BB-BC05-336C21B73F45}"/>
    <pc:docChg chg="delSld">
      <pc:chgData name="JONATHAN GABRIEL LOOR BAUTISTA" userId="4234489a-f210-4949-b3ca-adca1d814dab" providerId="ADAL" clId="{331DE3F3-B272-46BB-BC05-336C21B73F45}" dt="2024-06-21T16:59:27.027" v="0" actId="47"/>
      <pc:docMkLst>
        <pc:docMk/>
      </pc:docMkLst>
      <pc:sldChg chg="del">
        <pc:chgData name="JONATHAN GABRIEL LOOR BAUTISTA" userId="4234489a-f210-4949-b3ca-adca1d814dab" providerId="ADAL" clId="{331DE3F3-B272-46BB-BC05-336C21B73F45}" dt="2024-06-21T16:59:27.027" v="0" actId="47"/>
        <pc:sldMkLst>
          <pc:docMk/>
          <pc:sldMk cId="1579677953" sldId="274"/>
        </pc:sldMkLst>
      </pc:sldChg>
    </pc:docChg>
  </pc:docChgLst>
  <pc:docChgLst>
    <pc:chgData name="JONATHAN GABRIEL LOOR BAUTISTA" userId="4234489a-f210-4949-b3ca-adca1d814dab" providerId="ADAL" clId="{04822459-6DF3-4311-8DFB-DA30866346C2}"/>
    <pc:docChg chg="undo redo custSel addSld delSld modSld">
      <pc:chgData name="JONATHAN GABRIEL LOOR BAUTISTA" userId="4234489a-f210-4949-b3ca-adca1d814dab" providerId="ADAL" clId="{04822459-6DF3-4311-8DFB-DA30866346C2}" dt="2025-04-21T14:26:27.741" v="3565" actId="1076"/>
      <pc:docMkLst>
        <pc:docMk/>
      </pc:docMkLst>
      <pc:sldChg chg="modSp mod">
        <pc:chgData name="JONATHAN GABRIEL LOOR BAUTISTA" userId="4234489a-f210-4949-b3ca-adca1d814dab" providerId="ADAL" clId="{04822459-6DF3-4311-8DFB-DA30866346C2}" dt="2025-04-21T12:50:55.771" v="48" actId="20577"/>
        <pc:sldMkLst>
          <pc:docMk/>
          <pc:sldMk cId="0" sldId="256"/>
        </pc:sldMkLst>
      </pc:sldChg>
      <pc:sldChg chg="del">
        <pc:chgData name="JONATHAN GABRIEL LOOR BAUTISTA" userId="4234489a-f210-4949-b3ca-adca1d814dab" providerId="ADAL" clId="{04822459-6DF3-4311-8DFB-DA30866346C2}" dt="2025-04-21T12:51:10.562" v="49" actId="47"/>
        <pc:sldMkLst>
          <pc:docMk/>
          <pc:sldMk cId="445900017" sldId="272"/>
        </pc:sldMkLst>
      </pc:sldChg>
      <pc:sldChg chg="del">
        <pc:chgData name="JONATHAN GABRIEL LOOR BAUTISTA" userId="4234489a-f210-4949-b3ca-adca1d814dab" providerId="ADAL" clId="{04822459-6DF3-4311-8DFB-DA30866346C2}" dt="2025-04-21T12:51:11.183" v="50" actId="47"/>
        <pc:sldMkLst>
          <pc:docMk/>
          <pc:sldMk cId="2459953676" sldId="273"/>
        </pc:sldMkLst>
      </pc:sldChg>
      <pc:sldChg chg="del">
        <pc:chgData name="JONATHAN GABRIEL LOOR BAUTISTA" userId="4234489a-f210-4949-b3ca-adca1d814dab" providerId="ADAL" clId="{04822459-6DF3-4311-8DFB-DA30866346C2}" dt="2025-04-21T12:51:12.151" v="51" actId="47"/>
        <pc:sldMkLst>
          <pc:docMk/>
          <pc:sldMk cId="416056654" sldId="274"/>
        </pc:sldMkLst>
      </pc:sldChg>
      <pc:sldChg chg="del">
        <pc:chgData name="JONATHAN GABRIEL LOOR BAUTISTA" userId="4234489a-f210-4949-b3ca-adca1d814dab" providerId="ADAL" clId="{04822459-6DF3-4311-8DFB-DA30866346C2}" dt="2025-04-21T12:51:12.659" v="52" actId="47"/>
        <pc:sldMkLst>
          <pc:docMk/>
          <pc:sldMk cId="1498002989" sldId="275"/>
        </pc:sldMkLst>
      </pc:sldChg>
      <pc:sldChg chg="del">
        <pc:chgData name="JONATHAN GABRIEL LOOR BAUTISTA" userId="4234489a-f210-4949-b3ca-adca1d814dab" providerId="ADAL" clId="{04822459-6DF3-4311-8DFB-DA30866346C2}" dt="2025-04-21T12:51:13.114" v="53" actId="47"/>
        <pc:sldMkLst>
          <pc:docMk/>
          <pc:sldMk cId="2030638201" sldId="276"/>
        </pc:sldMkLst>
      </pc:sldChg>
      <pc:sldChg chg="del">
        <pc:chgData name="JONATHAN GABRIEL LOOR BAUTISTA" userId="4234489a-f210-4949-b3ca-adca1d814dab" providerId="ADAL" clId="{04822459-6DF3-4311-8DFB-DA30866346C2}" dt="2025-04-21T12:51:13.451" v="54" actId="47"/>
        <pc:sldMkLst>
          <pc:docMk/>
          <pc:sldMk cId="4034665855" sldId="277"/>
        </pc:sldMkLst>
      </pc:sldChg>
      <pc:sldChg chg="del">
        <pc:chgData name="JONATHAN GABRIEL LOOR BAUTISTA" userId="4234489a-f210-4949-b3ca-adca1d814dab" providerId="ADAL" clId="{04822459-6DF3-4311-8DFB-DA30866346C2}" dt="2025-04-21T12:51:14.033" v="55" actId="47"/>
        <pc:sldMkLst>
          <pc:docMk/>
          <pc:sldMk cId="3978225186" sldId="278"/>
        </pc:sldMkLst>
      </pc:sldChg>
      <pc:sldChg chg="del">
        <pc:chgData name="JONATHAN GABRIEL LOOR BAUTISTA" userId="4234489a-f210-4949-b3ca-adca1d814dab" providerId="ADAL" clId="{04822459-6DF3-4311-8DFB-DA30866346C2}" dt="2025-04-21T12:51:15.272" v="56" actId="47"/>
        <pc:sldMkLst>
          <pc:docMk/>
          <pc:sldMk cId="3324638368" sldId="279"/>
        </pc:sldMkLst>
      </pc:sldChg>
      <pc:sldChg chg="addSp modSp mod">
        <pc:chgData name="JONATHAN GABRIEL LOOR BAUTISTA" userId="4234489a-f210-4949-b3ca-adca1d814dab" providerId="ADAL" clId="{04822459-6DF3-4311-8DFB-DA30866346C2}" dt="2025-04-21T12:57:02.804" v="343" actId="1076"/>
        <pc:sldMkLst>
          <pc:docMk/>
          <pc:sldMk cId="4165485877" sldId="280"/>
        </pc:sldMkLst>
      </pc:sldChg>
      <pc:sldChg chg="addSp modSp mod">
        <pc:chgData name="JONATHAN GABRIEL LOOR BAUTISTA" userId="4234489a-f210-4949-b3ca-adca1d814dab" providerId="ADAL" clId="{04822459-6DF3-4311-8DFB-DA30866346C2}" dt="2025-04-21T13:18:14.159" v="1301" actId="113"/>
        <pc:sldMkLst>
          <pc:docMk/>
          <pc:sldMk cId="1147876043" sldId="281"/>
        </pc:sldMkLst>
      </pc:sldChg>
      <pc:sldChg chg="addSp delSp modSp add mod">
        <pc:chgData name="JONATHAN GABRIEL LOOR BAUTISTA" userId="4234489a-f210-4949-b3ca-adca1d814dab" providerId="ADAL" clId="{04822459-6DF3-4311-8DFB-DA30866346C2}" dt="2025-04-21T13:09:19.136" v="1155" actId="20577"/>
        <pc:sldMkLst>
          <pc:docMk/>
          <pc:sldMk cId="1481732886" sldId="282"/>
        </pc:sldMkLst>
      </pc:sldChg>
      <pc:sldChg chg="addSp delSp modSp add mod">
        <pc:chgData name="JONATHAN GABRIEL LOOR BAUTISTA" userId="4234489a-f210-4949-b3ca-adca1d814dab" providerId="ADAL" clId="{04822459-6DF3-4311-8DFB-DA30866346C2}" dt="2025-04-21T13:17:19.086" v="1258" actId="13926"/>
        <pc:sldMkLst>
          <pc:docMk/>
          <pc:sldMk cId="2227686819" sldId="283"/>
        </pc:sldMkLst>
      </pc:sldChg>
      <pc:sldChg chg="addSp delSp modSp add mod">
        <pc:chgData name="JONATHAN GABRIEL LOOR BAUTISTA" userId="4234489a-f210-4949-b3ca-adca1d814dab" providerId="ADAL" clId="{04822459-6DF3-4311-8DFB-DA30866346C2}" dt="2025-04-21T13:27:03.598" v="1919" actId="1076"/>
        <pc:sldMkLst>
          <pc:docMk/>
          <pc:sldMk cId="3192749992" sldId="284"/>
        </pc:sldMkLst>
      </pc:sldChg>
      <pc:sldChg chg="delSp modSp add mod">
        <pc:chgData name="JONATHAN GABRIEL LOOR BAUTISTA" userId="4234489a-f210-4949-b3ca-adca1d814dab" providerId="ADAL" clId="{04822459-6DF3-4311-8DFB-DA30866346C2}" dt="2025-04-21T13:35:15.167" v="2388" actId="20577"/>
        <pc:sldMkLst>
          <pc:docMk/>
          <pc:sldMk cId="3922002190" sldId="285"/>
        </pc:sldMkLst>
      </pc:sldChg>
      <pc:sldChg chg="addSp modSp add mod">
        <pc:chgData name="JONATHAN GABRIEL LOOR BAUTISTA" userId="4234489a-f210-4949-b3ca-adca1d814dab" providerId="ADAL" clId="{04822459-6DF3-4311-8DFB-DA30866346C2}" dt="2025-04-21T13:49:59.314" v="2717" actId="14100"/>
        <pc:sldMkLst>
          <pc:docMk/>
          <pc:sldMk cId="684473735" sldId="286"/>
        </pc:sldMkLst>
      </pc:sldChg>
      <pc:sldChg chg="addSp delSp modSp add mod">
        <pc:chgData name="JONATHAN GABRIEL LOOR BAUTISTA" userId="4234489a-f210-4949-b3ca-adca1d814dab" providerId="ADAL" clId="{04822459-6DF3-4311-8DFB-DA30866346C2}" dt="2025-04-21T13:57:11.790" v="2805" actId="113"/>
        <pc:sldMkLst>
          <pc:docMk/>
          <pc:sldMk cId="1030578679" sldId="287"/>
        </pc:sldMkLst>
      </pc:sldChg>
      <pc:sldChg chg="addSp delSp modSp add mod">
        <pc:chgData name="JONATHAN GABRIEL LOOR BAUTISTA" userId="4234489a-f210-4949-b3ca-adca1d814dab" providerId="ADAL" clId="{04822459-6DF3-4311-8DFB-DA30866346C2}" dt="2025-04-21T14:07:06.595" v="2886" actId="1076"/>
        <pc:sldMkLst>
          <pc:docMk/>
          <pc:sldMk cId="3681866873" sldId="288"/>
        </pc:sldMkLst>
      </pc:sldChg>
      <pc:sldChg chg="addSp delSp modSp add mod">
        <pc:chgData name="JONATHAN GABRIEL LOOR BAUTISTA" userId="4234489a-f210-4949-b3ca-adca1d814dab" providerId="ADAL" clId="{04822459-6DF3-4311-8DFB-DA30866346C2}" dt="2025-04-21T14:17:34.142" v="2917" actId="1076"/>
        <pc:sldMkLst>
          <pc:docMk/>
          <pc:sldMk cId="3440852824" sldId="289"/>
        </pc:sldMkLst>
      </pc:sldChg>
      <pc:sldChg chg="addSp delSp modSp add mod">
        <pc:chgData name="JONATHAN GABRIEL LOOR BAUTISTA" userId="4234489a-f210-4949-b3ca-adca1d814dab" providerId="ADAL" clId="{04822459-6DF3-4311-8DFB-DA30866346C2}" dt="2025-04-21T14:26:27.741" v="3565" actId="1076"/>
        <pc:sldMkLst>
          <pc:docMk/>
          <pc:sldMk cId="705843136" sldId="290"/>
        </pc:sldMkLst>
      </pc:sldChg>
    </pc:docChg>
  </pc:docChgLst>
  <pc:docChgLst>
    <pc:chgData name="JONATHAN GABRIEL LOOR BAUTISTA" userId="4234489a-f210-4949-b3ca-adca1d814dab" providerId="ADAL" clId="{766FDE8E-06EF-4E21-BC7E-D53B8367F1D7}"/>
    <pc:docChg chg="custSel delSld modSld">
      <pc:chgData name="JONATHAN GABRIEL LOOR BAUTISTA" userId="4234489a-f210-4949-b3ca-adca1d814dab" providerId="ADAL" clId="{766FDE8E-06EF-4E21-BC7E-D53B8367F1D7}" dt="2025-10-13T14:27:39.651" v="17" actId="20577"/>
      <pc:docMkLst>
        <pc:docMk/>
      </pc:docMkLst>
      <pc:sldChg chg="del">
        <pc:chgData name="JONATHAN GABRIEL LOOR BAUTISTA" userId="4234489a-f210-4949-b3ca-adca1d814dab" providerId="ADAL" clId="{766FDE8E-06EF-4E21-BC7E-D53B8367F1D7}" dt="2025-10-13T14:27:21.490" v="0" actId="47"/>
        <pc:sldMkLst>
          <pc:docMk/>
          <pc:sldMk cId="1712436894" sldId="298"/>
        </pc:sldMkLst>
      </pc:sldChg>
      <pc:sldChg chg="modSp mod">
        <pc:chgData name="JONATHAN GABRIEL LOOR BAUTISTA" userId="4234489a-f210-4949-b3ca-adca1d814dab" providerId="ADAL" clId="{766FDE8E-06EF-4E21-BC7E-D53B8367F1D7}" dt="2025-10-13T14:27:39.651" v="17" actId="20577"/>
        <pc:sldMkLst>
          <pc:docMk/>
          <pc:sldMk cId="919229235" sldId="299"/>
        </pc:sldMkLst>
        <pc:spChg chg="mod">
          <ac:chgData name="JONATHAN GABRIEL LOOR BAUTISTA" userId="4234489a-f210-4949-b3ca-adca1d814dab" providerId="ADAL" clId="{766FDE8E-06EF-4E21-BC7E-D53B8367F1D7}" dt="2025-10-13T14:27:39.651" v="17" actId="20577"/>
          <ac:spMkLst>
            <pc:docMk/>
            <pc:sldMk cId="919229235" sldId="299"/>
            <ac:spMk id="2" creationId="{1D955F89-70DF-6100-43E0-B9E398DDDD9C}"/>
          </ac:spMkLst>
        </pc:spChg>
      </pc:sldChg>
    </pc:docChg>
  </pc:docChgLst>
  <pc:docChgLst>
    <pc:chgData name="JONATHAN GABRIEL LOOR BAUTISTA" userId="4234489a-f210-4949-b3ca-adca1d814dab" providerId="ADAL" clId="{BA8EB4E2-FDE7-4337-9248-AAF736D812BE}"/>
    <pc:docChg chg="undo redo custSel addSld delSld modSld sldOrd">
      <pc:chgData name="JONATHAN GABRIEL LOOR BAUTISTA" userId="4234489a-f210-4949-b3ca-adca1d814dab" providerId="ADAL" clId="{BA8EB4E2-FDE7-4337-9248-AAF736D812BE}" dt="2024-01-10T21:09:39.560" v="1076" actId="9405"/>
      <pc:docMkLst>
        <pc:docMk/>
      </pc:docMkLst>
      <pc:sldChg chg="modSp mod">
        <pc:chgData name="JONATHAN GABRIEL LOOR BAUTISTA" userId="4234489a-f210-4949-b3ca-adca1d814dab" providerId="ADAL" clId="{BA8EB4E2-FDE7-4337-9248-AAF736D812BE}" dt="2024-01-10T19:27:20.241" v="70" actId="20577"/>
        <pc:sldMkLst>
          <pc:docMk/>
          <pc:sldMk cId="0" sldId="256"/>
        </pc:sldMkLst>
      </pc:sldChg>
      <pc:sldChg chg="addSp delSp modSp mod">
        <pc:chgData name="JONATHAN GABRIEL LOOR BAUTISTA" userId="4234489a-f210-4949-b3ca-adca1d814dab" providerId="ADAL" clId="{BA8EB4E2-FDE7-4337-9248-AAF736D812BE}" dt="2024-01-10T19:35:28.991" v="159" actId="732"/>
        <pc:sldMkLst>
          <pc:docMk/>
          <pc:sldMk cId="445900017" sldId="272"/>
        </pc:sldMkLst>
      </pc:sldChg>
      <pc:sldChg chg="del">
        <pc:chgData name="JONATHAN GABRIEL LOOR BAUTISTA" userId="4234489a-f210-4949-b3ca-adca1d814dab" providerId="ADAL" clId="{BA8EB4E2-FDE7-4337-9248-AAF736D812BE}" dt="2024-01-10T19:27:25.954" v="82" actId="47"/>
        <pc:sldMkLst>
          <pc:docMk/>
          <pc:sldMk cId="3479178164" sldId="273"/>
        </pc:sldMkLst>
      </pc:sldChg>
      <pc:sldChg chg="delSp modSp add mod ord">
        <pc:chgData name="JONATHAN GABRIEL LOOR BAUTISTA" userId="4234489a-f210-4949-b3ca-adca1d814dab" providerId="ADAL" clId="{BA8EB4E2-FDE7-4337-9248-AAF736D812BE}" dt="2024-01-10T19:30:47.392" v="121"/>
        <pc:sldMkLst>
          <pc:docMk/>
          <pc:sldMk cId="4133258574" sldId="273"/>
        </pc:sldMkLst>
      </pc:sldChg>
      <pc:sldChg chg="del">
        <pc:chgData name="JONATHAN GABRIEL LOOR BAUTISTA" userId="4234489a-f210-4949-b3ca-adca1d814dab" providerId="ADAL" clId="{BA8EB4E2-FDE7-4337-9248-AAF736D812BE}" dt="2024-01-10T19:27:25.450" v="81" actId="47"/>
        <pc:sldMkLst>
          <pc:docMk/>
          <pc:sldMk cId="329500094" sldId="274"/>
        </pc:sldMkLst>
      </pc:sldChg>
      <pc:sldChg chg="add">
        <pc:chgData name="JONATHAN GABRIEL LOOR BAUTISTA" userId="4234489a-f210-4949-b3ca-adca1d814dab" providerId="ADAL" clId="{BA8EB4E2-FDE7-4337-9248-AAF736D812BE}" dt="2024-01-10T19:35:33.088" v="160" actId="2890"/>
        <pc:sldMkLst>
          <pc:docMk/>
          <pc:sldMk cId="1579677953" sldId="274"/>
        </pc:sldMkLst>
      </pc:sldChg>
      <pc:sldChg chg="del">
        <pc:chgData name="JONATHAN GABRIEL LOOR BAUTISTA" userId="4234489a-f210-4949-b3ca-adca1d814dab" providerId="ADAL" clId="{BA8EB4E2-FDE7-4337-9248-AAF736D812BE}" dt="2024-01-10T19:27:24.977" v="79" actId="47"/>
        <pc:sldMkLst>
          <pc:docMk/>
          <pc:sldMk cId="1990230209" sldId="275"/>
        </pc:sldMkLst>
      </pc:sldChg>
      <pc:sldChg chg="addSp delSp modSp add mod">
        <pc:chgData name="JONATHAN GABRIEL LOOR BAUTISTA" userId="4234489a-f210-4949-b3ca-adca1d814dab" providerId="ADAL" clId="{BA8EB4E2-FDE7-4337-9248-AAF736D812BE}" dt="2024-01-10T19:40:35.722" v="205" actId="20577"/>
        <pc:sldMkLst>
          <pc:docMk/>
          <pc:sldMk cId="2704981625" sldId="275"/>
        </pc:sldMkLst>
      </pc:sldChg>
      <pc:sldChg chg="delSp modSp add mod">
        <pc:chgData name="JONATHAN GABRIEL LOOR BAUTISTA" userId="4234489a-f210-4949-b3ca-adca1d814dab" providerId="ADAL" clId="{BA8EB4E2-FDE7-4337-9248-AAF736D812BE}" dt="2024-01-10T19:41:21.100" v="225"/>
        <pc:sldMkLst>
          <pc:docMk/>
          <pc:sldMk cId="1243469074" sldId="276"/>
        </pc:sldMkLst>
      </pc:sldChg>
      <pc:sldChg chg="del">
        <pc:chgData name="JONATHAN GABRIEL LOOR BAUTISTA" userId="4234489a-f210-4949-b3ca-adca1d814dab" providerId="ADAL" clId="{BA8EB4E2-FDE7-4337-9248-AAF736D812BE}" dt="2024-01-10T19:27:24.845" v="78" actId="47"/>
        <pc:sldMkLst>
          <pc:docMk/>
          <pc:sldMk cId="3116047295" sldId="276"/>
        </pc:sldMkLst>
      </pc:sldChg>
      <pc:sldChg chg="del">
        <pc:chgData name="JONATHAN GABRIEL LOOR BAUTISTA" userId="4234489a-f210-4949-b3ca-adca1d814dab" providerId="ADAL" clId="{BA8EB4E2-FDE7-4337-9248-AAF736D812BE}" dt="2024-01-10T19:27:24.341" v="74" actId="47"/>
        <pc:sldMkLst>
          <pc:docMk/>
          <pc:sldMk cId="283829873" sldId="277"/>
        </pc:sldMkLst>
      </pc:sldChg>
      <pc:sldChg chg="addSp modSp add mod">
        <pc:chgData name="JONATHAN GABRIEL LOOR BAUTISTA" userId="4234489a-f210-4949-b3ca-adca1d814dab" providerId="ADAL" clId="{BA8EB4E2-FDE7-4337-9248-AAF736D812BE}" dt="2024-01-10T19:41:58.374" v="231" actId="1076"/>
        <pc:sldMkLst>
          <pc:docMk/>
          <pc:sldMk cId="4164239669" sldId="277"/>
        </pc:sldMkLst>
      </pc:sldChg>
      <pc:sldChg chg="delSp modSp add mod">
        <pc:chgData name="JONATHAN GABRIEL LOOR BAUTISTA" userId="4234489a-f210-4949-b3ca-adca1d814dab" providerId="ADAL" clId="{BA8EB4E2-FDE7-4337-9248-AAF736D812BE}" dt="2024-01-10T19:45:07.634" v="256" actId="20577"/>
        <pc:sldMkLst>
          <pc:docMk/>
          <pc:sldMk cId="1902898404" sldId="278"/>
        </pc:sldMkLst>
      </pc:sldChg>
      <pc:sldChg chg="del">
        <pc:chgData name="JONATHAN GABRIEL LOOR BAUTISTA" userId="4234489a-f210-4949-b3ca-adca1d814dab" providerId="ADAL" clId="{BA8EB4E2-FDE7-4337-9248-AAF736D812BE}" dt="2024-01-10T19:27:24.232" v="73" actId="47"/>
        <pc:sldMkLst>
          <pc:docMk/>
          <pc:sldMk cId="2812217883" sldId="278"/>
        </pc:sldMkLst>
      </pc:sldChg>
      <pc:sldChg chg="modSp add mod">
        <pc:chgData name="JONATHAN GABRIEL LOOR BAUTISTA" userId="4234489a-f210-4949-b3ca-adca1d814dab" providerId="ADAL" clId="{BA8EB4E2-FDE7-4337-9248-AAF736D812BE}" dt="2024-01-10T19:48:04.958" v="278" actId="113"/>
        <pc:sldMkLst>
          <pc:docMk/>
          <pc:sldMk cId="3552304945" sldId="279"/>
        </pc:sldMkLst>
      </pc:sldChg>
      <pc:sldChg chg="del">
        <pc:chgData name="JONATHAN GABRIEL LOOR BAUTISTA" userId="4234489a-f210-4949-b3ca-adca1d814dab" providerId="ADAL" clId="{BA8EB4E2-FDE7-4337-9248-AAF736D812BE}" dt="2024-01-10T19:27:24.090" v="72" actId="47"/>
        <pc:sldMkLst>
          <pc:docMk/>
          <pc:sldMk cId="3800849061" sldId="279"/>
        </pc:sldMkLst>
      </pc:sldChg>
      <pc:sldChg chg="addSp modSp add mod">
        <pc:chgData name="JONATHAN GABRIEL LOOR BAUTISTA" userId="4234489a-f210-4949-b3ca-adca1d814dab" providerId="ADAL" clId="{BA8EB4E2-FDE7-4337-9248-AAF736D812BE}" dt="2024-01-10T19:52:27.485" v="372" actId="1076"/>
        <pc:sldMkLst>
          <pc:docMk/>
          <pc:sldMk cId="930664112" sldId="280"/>
        </pc:sldMkLst>
      </pc:sldChg>
      <pc:sldChg chg="del">
        <pc:chgData name="JONATHAN GABRIEL LOOR BAUTISTA" userId="4234489a-f210-4949-b3ca-adca1d814dab" providerId="ADAL" clId="{BA8EB4E2-FDE7-4337-9248-AAF736D812BE}" dt="2024-01-10T19:27:24.014" v="71" actId="47"/>
        <pc:sldMkLst>
          <pc:docMk/>
          <pc:sldMk cId="1522707480" sldId="280"/>
        </pc:sldMkLst>
      </pc:sldChg>
      <pc:sldChg chg="addSp delSp modSp add mod">
        <pc:chgData name="JONATHAN GABRIEL LOOR BAUTISTA" userId="4234489a-f210-4949-b3ca-adca1d814dab" providerId="ADAL" clId="{BA8EB4E2-FDE7-4337-9248-AAF736D812BE}" dt="2024-01-10T19:55:14.901" v="415" actId="20577"/>
        <pc:sldMkLst>
          <pc:docMk/>
          <pc:sldMk cId="118533800" sldId="281"/>
        </pc:sldMkLst>
      </pc:sldChg>
      <pc:sldChg chg="del">
        <pc:chgData name="JONATHAN GABRIEL LOOR BAUTISTA" userId="4234489a-f210-4949-b3ca-adca1d814dab" providerId="ADAL" clId="{BA8EB4E2-FDE7-4337-9248-AAF736D812BE}" dt="2024-01-10T19:27:25.122" v="80" actId="47"/>
        <pc:sldMkLst>
          <pc:docMk/>
          <pc:sldMk cId="2421653994" sldId="281"/>
        </pc:sldMkLst>
      </pc:sldChg>
      <pc:sldChg chg="del">
        <pc:chgData name="JONATHAN GABRIEL LOOR BAUTISTA" userId="4234489a-f210-4949-b3ca-adca1d814dab" providerId="ADAL" clId="{BA8EB4E2-FDE7-4337-9248-AAF736D812BE}" dt="2024-01-10T19:27:24.714" v="77" actId="47"/>
        <pc:sldMkLst>
          <pc:docMk/>
          <pc:sldMk cId="354079946" sldId="282"/>
        </pc:sldMkLst>
      </pc:sldChg>
      <pc:sldChg chg="delSp modSp add mod">
        <pc:chgData name="JONATHAN GABRIEL LOOR BAUTISTA" userId="4234489a-f210-4949-b3ca-adca1d814dab" providerId="ADAL" clId="{BA8EB4E2-FDE7-4337-9248-AAF736D812BE}" dt="2024-01-10T19:55:46.051" v="449" actId="20577"/>
        <pc:sldMkLst>
          <pc:docMk/>
          <pc:sldMk cId="3860355998" sldId="282"/>
        </pc:sldMkLst>
      </pc:sldChg>
      <pc:sldChg chg="addSp delSp modSp add mod">
        <pc:chgData name="JONATHAN GABRIEL LOOR BAUTISTA" userId="4234489a-f210-4949-b3ca-adca1d814dab" providerId="ADAL" clId="{BA8EB4E2-FDE7-4337-9248-AAF736D812BE}" dt="2024-01-10T19:58:21.437" v="459" actId="1076"/>
        <pc:sldMkLst>
          <pc:docMk/>
          <pc:sldMk cId="3758386642" sldId="283"/>
        </pc:sldMkLst>
      </pc:sldChg>
      <pc:sldChg chg="del">
        <pc:chgData name="JONATHAN GABRIEL LOOR BAUTISTA" userId="4234489a-f210-4949-b3ca-adca1d814dab" providerId="ADAL" clId="{BA8EB4E2-FDE7-4337-9248-AAF736D812BE}" dt="2024-01-10T19:27:24.586" v="76" actId="47"/>
        <pc:sldMkLst>
          <pc:docMk/>
          <pc:sldMk cId="3965466414" sldId="283"/>
        </pc:sldMkLst>
      </pc:sldChg>
      <pc:sldChg chg="add del ord">
        <pc:chgData name="JONATHAN GABRIEL LOOR BAUTISTA" userId="4234489a-f210-4949-b3ca-adca1d814dab" providerId="ADAL" clId="{BA8EB4E2-FDE7-4337-9248-AAF736D812BE}" dt="2024-01-10T20:03:15.290" v="464" actId="47"/>
        <pc:sldMkLst>
          <pc:docMk/>
          <pc:sldMk cId="1401367529" sldId="284"/>
        </pc:sldMkLst>
      </pc:sldChg>
      <pc:sldChg chg="del">
        <pc:chgData name="JONATHAN GABRIEL LOOR BAUTISTA" userId="4234489a-f210-4949-b3ca-adca1d814dab" providerId="ADAL" clId="{BA8EB4E2-FDE7-4337-9248-AAF736D812BE}" dt="2024-01-10T19:27:24.455" v="75" actId="47"/>
        <pc:sldMkLst>
          <pc:docMk/>
          <pc:sldMk cId="1900853572" sldId="284"/>
        </pc:sldMkLst>
      </pc:sldChg>
      <pc:sldChg chg="addSp delSp modSp add mod">
        <pc:chgData name="JONATHAN GABRIEL LOOR BAUTISTA" userId="4234489a-f210-4949-b3ca-adca1d814dab" providerId="ADAL" clId="{BA8EB4E2-FDE7-4337-9248-AAF736D812BE}" dt="2024-01-10T20:42:49.959" v="783" actId="20577"/>
        <pc:sldMkLst>
          <pc:docMk/>
          <pc:sldMk cId="3796690466" sldId="285"/>
        </pc:sldMkLst>
      </pc:sldChg>
      <pc:sldChg chg="addSp delSp modSp add mod ord">
        <pc:chgData name="JONATHAN GABRIEL LOOR BAUTISTA" userId="4234489a-f210-4949-b3ca-adca1d814dab" providerId="ADAL" clId="{BA8EB4E2-FDE7-4337-9248-AAF736D812BE}" dt="2024-01-10T20:58:13.448" v="881" actId="20577"/>
        <pc:sldMkLst>
          <pc:docMk/>
          <pc:sldMk cId="3119478525" sldId="286"/>
        </pc:sldMkLst>
      </pc:sldChg>
      <pc:sldChg chg="delSp modSp add del mod">
        <pc:chgData name="JONATHAN GABRIEL LOOR BAUTISTA" userId="4234489a-f210-4949-b3ca-adca1d814dab" providerId="ADAL" clId="{BA8EB4E2-FDE7-4337-9248-AAF736D812BE}" dt="2024-01-10T20:51:31.595" v="787" actId="47"/>
        <pc:sldMkLst>
          <pc:docMk/>
          <pc:sldMk cId="1942945093" sldId="287"/>
        </pc:sldMkLst>
      </pc:sldChg>
      <pc:sldChg chg="addSp delSp modSp add mod">
        <pc:chgData name="JONATHAN GABRIEL LOOR BAUTISTA" userId="4234489a-f210-4949-b3ca-adca1d814dab" providerId="ADAL" clId="{BA8EB4E2-FDE7-4337-9248-AAF736D812BE}" dt="2024-01-10T21:09:39.560" v="1076" actId="9405"/>
        <pc:sldMkLst>
          <pc:docMk/>
          <pc:sldMk cId="1109680319" sldId="288"/>
        </pc:sldMkLst>
      </pc:sldChg>
      <pc:sldChg chg="addSp modSp add mod">
        <pc:chgData name="JONATHAN GABRIEL LOOR BAUTISTA" userId="4234489a-f210-4949-b3ca-adca1d814dab" providerId="ADAL" clId="{BA8EB4E2-FDE7-4337-9248-AAF736D812BE}" dt="2024-01-10T21:00:41.657" v="889" actId="1076"/>
        <pc:sldMkLst>
          <pc:docMk/>
          <pc:sldMk cId="1431093033" sldId="289"/>
        </pc:sldMkLst>
      </pc:sldChg>
    </pc:docChg>
  </pc:docChgLst>
  <pc:docChgLst>
    <pc:chgData name="JONATHAN GABRIEL LOOR BAUTISTA" userId="4234489a-f210-4949-b3ca-adca1d814dab" providerId="ADAL" clId="{BA8BBFC0-3D22-442E-9892-B114FDF3CFAC}"/>
    <pc:docChg chg="undo custSel addSld delSld modSld">
      <pc:chgData name="JONATHAN GABRIEL LOOR BAUTISTA" userId="4234489a-f210-4949-b3ca-adca1d814dab" providerId="ADAL" clId="{BA8BBFC0-3D22-442E-9892-B114FDF3CFAC}" dt="2025-05-09T17:55:07.757" v="417" actId="27636"/>
      <pc:docMkLst>
        <pc:docMk/>
      </pc:docMkLst>
      <pc:sldChg chg="modSp mod">
        <pc:chgData name="JONATHAN GABRIEL LOOR BAUTISTA" userId="4234489a-f210-4949-b3ca-adca1d814dab" providerId="ADAL" clId="{BA8BBFC0-3D22-442E-9892-B114FDF3CFAC}" dt="2025-05-05T13:10:56.991" v="0" actId="20577"/>
        <pc:sldMkLst>
          <pc:docMk/>
          <pc:sldMk cId="0" sldId="256"/>
        </pc:sldMkLst>
      </pc:sldChg>
      <pc:sldChg chg="del">
        <pc:chgData name="JONATHAN GABRIEL LOOR BAUTISTA" userId="4234489a-f210-4949-b3ca-adca1d814dab" providerId="ADAL" clId="{BA8BBFC0-3D22-442E-9892-B114FDF3CFAC}" dt="2025-05-05T13:11:03.838" v="1" actId="47"/>
        <pc:sldMkLst>
          <pc:docMk/>
          <pc:sldMk cId="1030578679" sldId="287"/>
        </pc:sldMkLst>
      </pc:sldChg>
      <pc:sldChg chg="del">
        <pc:chgData name="JONATHAN GABRIEL LOOR BAUTISTA" userId="4234489a-f210-4949-b3ca-adca1d814dab" providerId="ADAL" clId="{BA8BBFC0-3D22-442E-9892-B114FDF3CFAC}" dt="2025-05-05T13:11:04.020" v="2" actId="47"/>
        <pc:sldMkLst>
          <pc:docMk/>
          <pc:sldMk cId="4262102034" sldId="290"/>
        </pc:sldMkLst>
      </pc:sldChg>
      <pc:sldChg chg="del">
        <pc:chgData name="JONATHAN GABRIEL LOOR BAUTISTA" userId="4234489a-f210-4949-b3ca-adca1d814dab" providerId="ADAL" clId="{BA8BBFC0-3D22-442E-9892-B114FDF3CFAC}" dt="2025-05-05T13:11:04.283" v="3" actId="47"/>
        <pc:sldMkLst>
          <pc:docMk/>
          <pc:sldMk cId="3917552893" sldId="291"/>
        </pc:sldMkLst>
      </pc:sldChg>
      <pc:sldChg chg="del">
        <pc:chgData name="JONATHAN GABRIEL LOOR BAUTISTA" userId="4234489a-f210-4949-b3ca-adca1d814dab" providerId="ADAL" clId="{BA8BBFC0-3D22-442E-9892-B114FDF3CFAC}" dt="2025-05-05T13:11:04.636" v="4" actId="47"/>
        <pc:sldMkLst>
          <pc:docMk/>
          <pc:sldMk cId="3838651608" sldId="292"/>
        </pc:sldMkLst>
      </pc:sldChg>
      <pc:sldChg chg="del">
        <pc:chgData name="JONATHAN GABRIEL LOOR BAUTISTA" userId="4234489a-f210-4949-b3ca-adca1d814dab" providerId="ADAL" clId="{BA8BBFC0-3D22-442E-9892-B114FDF3CFAC}" dt="2025-05-05T13:11:04.947" v="5" actId="47"/>
        <pc:sldMkLst>
          <pc:docMk/>
          <pc:sldMk cId="1660400904" sldId="293"/>
        </pc:sldMkLst>
      </pc:sldChg>
      <pc:sldChg chg="del">
        <pc:chgData name="JONATHAN GABRIEL LOOR BAUTISTA" userId="4234489a-f210-4949-b3ca-adca1d814dab" providerId="ADAL" clId="{BA8BBFC0-3D22-442E-9892-B114FDF3CFAC}" dt="2025-05-05T13:11:05.201" v="6" actId="47"/>
        <pc:sldMkLst>
          <pc:docMk/>
          <pc:sldMk cId="675903930" sldId="294"/>
        </pc:sldMkLst>
      </pc:sldChg>
      <pc:sldChg chg="del">
        <pc:chgData name="JONATHAN GABRIEL LOOR BAUTISTA" userId="4234489a-f210-4949-b3ca-adca1d814dab" providerId="ADAL" clId="{BA8BBFC0-3D22-442E-9892-B114FDF3CFAC}" dt="2025-05-05T13:11:05.764" v="7" actId="47"/>
        <pc:sldMkLst>
          <pc:docMk/>
          <pc:sldMk cId="3784401589" sldId="295"/>
        </pc:sldMkLst>
      </pc:sldChg>
      <pc:sldChg chg="addSp modSp mod">
        <pc:chgData name="JONATHAN GABRIEL LOOR BAUTISTA" userId="4234489a-f210-4949-b3ca-adca1d814dab" providerId="ADAL" clId="{BA8BBFC0-3D22-442E-9892-B114FDF3CFAC}" dt="2025-05-09T17:50:18.197" v="349" actId="947"/>
        <pc:sldMkLst>
          <pc:docMk/>
          <pc:sldMk cId="3907512282" sldId="296"/>
        </pc:sldMkLst>
      </pc:sldChg>
      <pc:sldChg chg="addSp modSp mod">
        <pc:chgData name="JONATHAN GABRIEL LOOR BAUTISTA" userId="4234489a-f210-4949-b3ca-adca1d814dab" providerId="ADAL" clId="{BA8BBFC0-3D22-442E-9892-B114FDF3CFAC}" dt="2025-05-09T17:50:31.897" v="351" actId="113"/>
        <pc:sldMkLst>
          <pc:docMk/>
          <pc:sldMk cId="2463088549" sldId="297"/>
        </pc:sldMkLst>
      </pc:sldChg>
      <pc:sldChg chg="addSp delSp modSp add mod">
        <pc:chgData name="JONATHAN GABRIEL LOOR BAUTISTA" userId="4234489a-f210-4949-b3ca-adca1d814dab" providerId="ADAL" clId="{BA8BBFC0-3D22-442E-9892-B114FDF3CFAC}" dt="2025-05-09T17:53:45.910" v="354" actId="14100"/>
        <pc:sldMkLst>
          <pc:docMk/>
          <pc:sldMk cId="1712436894" sldId="298"/>
        </pc:sldMkLst>
      </pc:sldChg>
      <pc:sldChg chg="del">
        <pc:chgData name="JONATHAN GABRIEL LOOR BAUTISTA" userId="4234489a-f210-4949-b3ca-adca1d814dab" providerId="ADAL" clId="{BA8BBFC0-3D22-442E-9892-B114FDF3CFAC}" dt="2025-05-05T13:14:45.657" v="220" actId="47"/>
        <pc:sldMkLst>
          <pc:docMk/>
          <pc:sldMk cId="2176370239" sldId="298"/>
        </pc:sldMkLst>
      </pc:sldChg>
      <pc:sldChg chg="addSp modSp add del mod">
        <pc:chgData name="JONATHAN GABRIEL LOOR BAUTISTA" userId="4234489a-f210-4949-b3ca-adca1d814dab" providerId="ADAL" clId="{BA8BBFC0-3D22-442E-9892-B114FDF3CFAC}" dt="2025-05-05T13:21:41.892" v="347" actId="2696"/>
        <pc:sldMkLst>
          <pc:docMk/>
          <pc:sldMk cId="167108118" sldId="299"/>
        </pc:sldMkLst>
      </pc:sldChg>
      <pc:sldChg chg="addSp modSp add mod">
        <pc:chgData name="JONATHAN GABRIEL LOOR BAUTISTA" userId="4234489a-f210-4949-b3ca-adca1d814dab" providerId="ADAL" clId="{BA8BBFC0-3D22-442E-9892-B114FDF3CFAC}" dt="2025-05-09T17:55:07.757" v="417" actId="27636"/>
        <pc:sldMkLst>
          <pc:docMk/>
          <pc:sldMk cId="919229235" sldId="299"/>
        </pc:sldMkLst>
      </pc:sldChg>
      <pc:sldChg chg="del">
        <pc:chgData name="JONATHAN GABRIEL LOOR BAUTISTA" userId="4234489a-f210-4949-b3ca-adca1d814dab" providerId="ADAL" clId="{BA8BBFC0-3D22-442E-9892-B114FDF3CFAC}" dt="2025-05-05T13:14:45.222" v="219" actId="47"/>
        <pc:sldMkLst>
          <pc:docMk/>
          <pc:sldMk cId="3227574610" sldId="299"/>
        </pc:sldMkLst>
      </pc:sldChg>
      <pc:sldChg chg="del">
        <pc:chgData name="JONATHAN GABRIEL LOOR BAUTISTA" userId="4234489a-f210-4949-b3ca-adca1d814dab" providerId="ADAL" clId="{BA8BBFC0-3D22-442E-9892-B114FDF3CFAC}" dt="2025-05-05T13:14:44.959" v="218" actId="47"/>
        <pc:sldMkLst>
          <pc:docMk/>
          <pc:sldMk cId="122779942" sldId="300"/>
        </pc:sldMkLst>
      </pc:sldChg>
    </pc:docChg>
  </pc:docChgLst>
  <pc:docChgLst>
    <pc:chgData name="JONATHAN GABRIEL LOOR BAUTISTA" userId="4234489a-f210-4949-b3ca-adca1d814dab" providerId="ADAL" clId="{CA9E5BA9-EB2F-4B98-BE29-D96613308550}"/>
    <pc:docChg chg="undo custSel addSld delSld modSld sldOrd">
      <pc:chgData name="JONATHAN GABRIEL LOOR BAUTISTA" userId="4234489a-f210-4949-b3ca-adca1d814dab" providerId="ADAL" clId="{CA9E5BA9-EB2F-4B98-BE29-D96613308550}" dt="2025-04-28T13:36:52.748" v="1019" actId="14100"/>
      <pc:docMkLst>
        <pc:docMk/>
      </pc:docMkLst>
      <pc:sldChg chg="modSp mod">
        <pc:chgData name="JONATHAN GABRIEL LOOR BAUTISTA" userId="4234489a-f210-4949-b3ca-adca1d814dab" providerId="ADAL" clId="{CA9E5BA9-EB2F-4B98-BE29-D96613308550}" dt="2025-04-27T23:15:05.440" v="62" actId="20577"/>
        <pc:sldMkLst>
          <pc:docMk/>
          <pc:sldMk cId="0" sldId="256"/>
        </pc:sldMkLst>
      </pc:sldChg>
      <pc:sldChg chg="del">
        <pc:chgData name="JONATHAN GABRIEL LOOR BAUTISTA" userId="4234489a-f210-4949-b3ca-adca1d814dab" providerId="ADAL" clId="{CA9E5BA9-EB2F-4B98-BE29-D96613308550}" dt="2025-04-27T23:15:26.712" v="64" actId="47"/>
        <pc:sldMkLst>
          <pc:docMk/>
          <pc:sldMk cId="4165485877" sldId="280"/>
        </pc:sldMkLst>
      </pc:sldChg>
      <pc:sldChg chg="del">
        <pc:chgData name="JONATHAN GABRIEL LOOR BAUTISTA" userId="4234489a-f210-4949-b3ca-adca1d814dab" providerId="ADAL" clId="{CA9E5BA9-EB2F-4B98-BE29-D96613308550}" dt="2025-04-27T23:15:28.204" v="65" actId="47"/>
        <pc:sldMkLst>
          <pc:docMk/>
          <pc:sldMk cId="1147876043" sldId="281"/>
        </pc:sldMkLst>
      </pc:sldChg>
      <pc:sldChg chg="del">
        <pc:chgData name="JONATHAN GABRIEL LOOR BAUTISTA" userId="4234489a-f210-4949-b3ca-adca1d814dab" providerId="ADAL" clId="{CA9E5BA9-EB2F-4B98-BE29-D96613308550}" dt="2025-04-27T23:15:28.629" v="66" actId="47"/>
        <pc:sldMkLst>
          <pc:docMk/>
          <pc:sldMk cId="1481732886" sldId="282"/>
        </pc:sldMkLst>
      </pc:sldChg>
      <pc:sldChg chg="del">
        <pc:chgData name="JONATHAN GABRIEL LOOR BAUTISTA" userId="4234489a-f210-4949-b3ca-adca1d814dab" providerId="ADAL" clId="{CA9E5BA9-EB2F-4B98-BE29-D96613308550}" dt="2025-04-27T23:15:29.096" v="67" actId="47"/>
        <pc:sldMkLst>
          <pc:docMk/>
          <pc:sldMk cId="2227686819" sldId="283"/>
        </pc:sldMkLst>
      </pc:sldChg>
      <pc:sldChg chg="del">
        <pc:chgData name="JONATHAN GABRIEL LOOR BAUTISTA" userId="4234489a-f210-4949-b3ca-adca1d814dab" providerId="ADAL" clId="{CA9E5BA9-EB2F-4B98-BE29-D96613308550}" dt="2025-04-27T23:15:29.530" v="68" actId="47"/>
        <pc:sldMkLst>
          <pc:docMk/>
          <pc:sldMk cId="3192749992" sldId="284"/>
        </pc:sldMkLst>
      </pc:sldChg>
      <pc:sldChg chg="del">
        <pc:chgData name="JONATHAN GABRIEL LOOR BAUTISTA" userId="4234489a-f210-4949-b3ca-adca1d814dab" providerId="ADAL" clId="{CA9E5BA9-EB2F-4B98-BE29-D96613308550}" dt="2025-04-27T23:15:36.943" v="69" actId="47"/>
        <pc:sldMkLst>
          <pc:docMk/>
          <pc:sldMk cId="3922002190" sldId="285"/>
        </pc:sldMkLst>
      </pc:sldChg>
      <pc:sldChg chg="del">
        <pc:chgData name="JONATHAN GABRIEL LOOR BAUTISTA" userId="4234489a-f210-4949-b3ca-adca1d814dab" providerId="ADAL" clId="{CA9E5BA9-EB2F-4B98-BE29-D96613308550}" dt="2025-04-27T23:15:39.243" v="70" actId="47"/>
        <pc:sldMkLst>
          <pc:docMk/>
          <pc:sldMk cId="684473735" sldId="286"/>
        </pc:sldMkLst>
      </pc:sldChg>
      <pc:sldChg chg="addSp delSp modSp mod">
        <pc:chgData name="JONATHAN GABRIEL LOOR BAUTISTA" userId="4234489a-f210-4949-b3ca-adca1d814dab" providerId="ADAL" clId="{CA9E5BA9-EB2F-4B98-BE29-D96613308550}" dt="2025-04-27T23:32:33.413" v="145" actId="14100"/>
        <pc:sldMkLst>
          <pc:docMk/>
          <pc:sldMk cId="1030578679" sldId="287"/>
        </pc:sldMkLst>
      </pc:sldChg>
      <pc:sldChg chg="del">
        <pc:chgData name="JONATHAN GABRIEL LOOR BAUTISTA" userId="4234489a-f210-4949-b3ca-adca1d814dab" providerId="ADAL" clId="{CA9E5BA9-EB2F-4B98-BE29-D96613308550}" dt="2025-04-27T23:36:59.234" v="189" actId="47"/>
        <pc:sldMkLst>
          <pc:docMk/>
          <pc:sldMk cId="3681866873" sldId="288"/>
        </pc:sldMkLst>
      </pc:sldChg>
      <pc:sldChg chg="del">
        <pc:chgData name="JONATHAN GABRIEL LOOR BAUTISTA" userId="4234489a-f210-4949-b3ca-adca1d814dab" providerId="ADAL" clId="{CA9E5BA9-EB2F-4B98-BE29-D96613308550}" dt="2025-04-27T23:36:58.964" v="188" actId="47"/>
        <pc:sldMkLst>
          <pc:docMk/>
          <pc:sldMk cId="3440852824" sldId="289"/>
        </pc:sldMkLst>
      </pc:sldChg>
      <pc:sldChg chg="del">
        <pc:chgData name="JONATHAN GABRIEL LOOR BAUTISTA" userId="4234489a-f210-4949-b3ca-adca1d814dab" providerId="ADAL" clId="{CA9E5BA9-EB2F-4B98-BE29-D96613308550}" dt="2025-04-27T23:15:16.313" v="63" actId="47"/>
        <pc:sldMkLst>
          <pc:docMk/>
          <pc:sldMk cId="705843136" sldId="290"/>
        </pc:sldMkLst>
      </pc:sldChg>
      <pc:sldChg chg="addSp delSp modSp add mod">
        <pc:chgData name="JONATHAN GABRIEL LOOR BAUTISTA" userId="4234489a-f210-4949-b3ca-adca1d814dab" providerId="ADAL" clId="{CA9E5BA9-EB2F-4B98-BE29-D96613308550}" dt="2025-04-27T23:36:31.372" v="187" actId="20577"/>
        <pc:sldMkLst>
          <pc:docMk/>
          <pc:sldMk cId="4262102034" sldId="290"/>
        </pc:sldMkLst>
      </pc:sldChg>
      <pc:sldChg chg="addSp delSp modSp add mod">
        <pc:chgData name="JONATHAN GABRIEL LOOR BAUTISTA" userId="4234489a-f210-4949-b3ca-adca1d814dab" providerId="ADAL" clId="{CA9E5BA9-EB2F-4B98-BE29-D96613308550}" dt="2025-04-27T23:47:28.476" v="330" actId="14100"/>
        <pc:sldMkLst>
          <pc:docMk/>
          <pc:sldMk cId="3917552893" sldId="291"/>
        </pc:sldMkLst>
      </pc:sldChg>
      <pc:sldChg chg="addSp delSp modSp add mod">
        <pc:chgData name="JONATHAN GABRIEL LOOR BAUTISTA" userId="4234489a-f210-4949-b3ca-adca1d814dab" providerId="ADAL" clId="{CA9E5BA9-EB2F-4B98-BE29-D96613308550}" dt="2025-04-28T00:55:01.767" v="401" actId="14100"/>
        <pc:sldMkLst>
          <pc:docMk/>
          <pc:sldMk cId="3838651608" sldId="292"/>
        </pc:sldMkLst>
      </pc:sldChg>
      <pc:sldChg chg="addSp delSp modSp add mod">
        <pc:chgData name="JONATHAN GABRIEL LOOR BAUTISTA" userId="4234489a-f210-4949-b3ca-adca1d814dab" providerId="ADAL" clId="{CA9E5BA9-EB2F-4B98-BE29-D96613308550}" dt="2025-04-28T01:05:50.427" v="449"/>
        <pc:sldMkLst>
          <pc:docMk/>
          <pc:sldMk cId="1660400904" sldId="293"/>
        </pc:sldMkLst>
      </pc:sldChg>
      <pc:sldChg chg="addSp delSp modSp add mod ord">
        <pc:chgData name="JONATHAN GABRIEL LOOR BAUTISTA" userId="4234489a-f210-4949-b3ca-adca1d814dab" providerId="ADAL" clId="{CA9E5BA9-EB2F-4B98-BE29-D96613308550}" dt="2025-04-28T12:28:40.659" v="600" actId="113"/>
        <pc:sldMkLst>
          <pc:docMk/>
          <pc:sldMk cId="675903930" sldId="294"/>
        </pc:sldMkLst>
      </pc:sldChg>
      <pc:sldChg chg="addSp delSp modSp add mod ord">
        <pc:chgData name="JONATHAN GABRIEL LOOR BAUTISTA" userId="4234489a-f210-4949-b3ca-adca1d814dab" providerId="ADAL" clId="{CA9E5BA9-EB2F-4B98-BE29-D96613308550}" dt="2025-04-28T12:50:39.251" v="799" actId="1076"/>
        <pc:sldMkLst>
          <pc:docMk/>
          <pc:sldMk cId="3784401589" sldId="295"/>
        </pc:sldMkLst>
      </pc:sldChg>
      <pc:sldChg chg="delSp modSp add mod">
        <pc:chgData name="JONATHAN GABRIEL LOOR BAUTISTA" userId="4234489a-f210-4949-b3ca-adca1d814dab" providerId="ADAL" clId="{CA9E5BA9-EB2F-4B98-BE29-D96613308550}" dt="2025-04-28T13:01:05.260" v="872" actId="20577"/>
        <pc:sldMkLst>
          <pc:docMk/>
          <pc:sldMk cId="3907512282" sldId="296"/>
        </pc:sldMkLst>
      </pc:sldChg>
      <pc:sldChg chg="modSp add mod">
        <pc:chgData name="JONATHAN GABRIEL LOOR BAUTISTA" userId="4234489a-f210-4949-b3ca-adca1d814dab" providerId="ADAL" clId="{CA9E5BA9-EB2F-4B98-BE29-D96613308550}" dt="2025-04-28T13:29:13.884" v="951" actId="20577"/>
        <pc:sldMkLst>
          <pc:docMk/>
          <pc:sldMk cId="2463088549" sldId="297"/>
        </pc:sldMkLst>
      </pc:sldChg>
      <pc:sldChg chg="addSp modSp add mod">
        <pc:chgData name="JONATHAN GABRIEL LOOR BAUTISTA" userId="4234489a-f210-4949-b3ca-adca1d814dab" providerId="ADAL" clId="{CA9E5BA9-EB2F-4B98-BE29-D96613308550}" dt="2025-04-28T13:34:31.051" v="990" actId="11"/>
        <pc:sldMkLst>
          <pc:docMk/>
          <pc:sldMk cId="2176370239" sldId="298"/>
        </pc:sldMkLst>
      </pc:sldChg>
      <pc:sldChg chg="addSp delSp modSp add mod">
        <pc:chgData name="JONATHAN GABRIEL LOOR BAUTISTA" userId="4234489a-f210-4949-b3ca-adca1d814dab" providerId="ADAL" clId="{CA9E5BA9-EB2F-4B98-BE29-D96613308550}" dt="2025-04-28T13:35:09.414" v="1006" actId="1076"/>
        <pc:sldMkLst>
          <pc:docMk/>
          <pc:sldMk cId="3227574610" sldId="299"/>
        </pc:sldMkLst>
      </pc:sldChg>
      <pc:sldChg chg="addSp delSp modSp add mod">
        <pc:chgData name="JONATHAN GABRIEL LOOR BAUTISTA" userId="4234489a-f210-4949-b3ca-adca1d814dab" providerId="ADAL" clId="{CA9E5BA9-EB2F-4B98-BE29-D96613308550}" dt="2025-04-28T13:36:52.748" v="1019" actId="14100"/>
        <pc:sldMkLst>
          <pc:docMk/>
          <pc:sldMk cId="122779942" sldId="300"/>
        </pc:sldMkLst>
      </pc:sldChg>
    </pc:docChg>
  </pc:docChgLst>
  <pc:docChgLst>
    <pc:chgData name="JONATHAN GABRIEL LOOR BAUTISTA" userId="4234489a-f210-4949-b3ca-adca1d814dab" providerId="ADAL" clId="{60CD1451-DAD3-4FF9-A968-D022F46CA1C2}"/>
    <pc:docChg chg="modSld">
      <pc:chgData name="JONATHAN GABRIEL LOOR BAUTISTA" userId="4234489a-f210-4949-b3ca-adca1d814dab" providerId="ADAL" clId="{60CD1451-DAD3-4FF9-A968-D022F46CA1C2}" dt="2022-11-11T20:16:04.902" v="15" actId="1076"/>
      <pc:docMkLst>
        <pc:docMk/>
      </pc:docMkLst>
      <pc:sldChg chg="modSp mod">
        <pc:chgData name="JONATHAN GABRIEL LOOR BAUTISTA" userId="4234489a-f210-4949-b3ca-adca1d814dab" providerId="ADAL" clId="{60CD1451-DAD3-4FF9-A968-D022F46CA1C2}" dt="2022-11-11T18:42:02.287" v="2" actId="114"/>
        <pc:sldMkLst>
          <pc:docMk/>
          <pc:sldMk cId="2453666722" sldId="271"/>
        </pc:sldMkLst>
      </pc:sldChg>
      <pc:sldChg chg="modSp mod">
        <pc:chgData name="JONATHAN GABRIEL LOOR BAUTISTA" userId="4234489a-f210-4949-b3ca-adca1d814dab" providerId="ADAL" clId="{60CD1451-DAD3-4FF9-A968-D022F46CA1C2}" dt="2022-11-11T18:48:14.907" v="12" actId="1076"/>
        <pc:sldMkLst>
          <pc:docMk/>
          <pc:sldMk cId="1911223544" sldId="280"/>
        </pc:sldMkLst>
      </pc:sldChg>
      <pc:sldChg chg="modSp mod">
        <pc:chgData name="JONATHAN GABRIEL LOOR BAUTISTA" userId="4234489a-f210-4949-b3ca-adca1d814dab" providerId="ADAL" clId="{60CD1451-DAD3-4FF9-A968-D022F46CA1C2}" dt="2022-11-11T20:16:04.902" v="15" actId="1076"/>
        <pc:sldMkLst>
          <pc:docMk/>
          <pc:sldMk cId="627336759" sldId="286"/>
        </pc:sldMkLst>
      </pc:sldChg>
    </pc:docChg>
  </pc:docChgLst>
  <pc:docChgLst>
    <pc:chgData name="JONATHAN GABRIEL LOOR BAUTISTA" userId="4234489a-f210-4949-b3ca-adca1d814dab" providerId="ADAL" clId="{32AE7896-BB73-4C81-9FBA-33FB8A1AB101}"/>
    <pc:docChg chg="undo custSel addSld delSld modSld sldOrd">
      <pc:chgData name="JONATHAN GABRIEL LOOR BAUTISTA" userId="4234489a-f210-4949-b3ca-adca1d814dab" providerId="ADAL" clId="{32AE7896-BB73-4C81-9FBA-33FB8A1AB101}" dt="2023-11-23T14:28:13.946" v="1621" actId="478"/>
      <pc:docMkLst>
        <pc:docMk/>
      </pc:docMkLst>
      <pc:sldChg chg="modSp mod">
        <pc:chgData name="JONATHAN GABRIEL LOOR BAUTISTA" userId="4234489a-f210-4949-b3ca-adca1d814dab" providerId="ADAL" clId="{32AE7896-BB73-4C81-9FBA-33FB8A1AB101}" dt="2023-11-16T10:26:31.716" v="4" actId="20577"/>
        <pc:sldMkLst>
          <pc:docMk/>
          <pc:sldMk cId="0" sldId="256"/>
        </pc:sldMkLst>
      </pc:sldChg>
      <pc:sldChg chg="addSp delSp modSp mod">
        <pc:chgData name="JONATHAN GABRIEL LOOR BAUTISTA" userId="4234489a-f210-4949-b3ca-adca1d814dab" providerId="ADAL" clId="{32AE7896-BB73-4C81-9FBA-33FB8A1AB101}" dt="2023-11-16T10:43:40.636" v="45" actId="11529"/>
        <pc:sldMkLst>
          <pc:docMk/>
          <pc:sldMk cId="0" sldId="258"/>
        </pc:sldMkLst>
      </pc:sldChg>
      <pc:sldChg chg="addSp delSp modSp add mod">
        <pc:chgData name="JONATHAN GABRIEL LOOR BAUTISTA" userId="4234489a-f210-4949-b3ca-adca1d814dab" providerId="ADAL" clId="{32AE7896-BB73-4C81-9FBA-33FB8A1AB101}" dt="2023-11-16T13:11:07.901" v="56" actId="1076"/>
        <pc:sldMkLst>
          <pc:docMk/>
          <pc:sldMk cId="1227780459" sldId="259"/>
        </pc:sldMkLst>
      </pc:sldChg>
      <pc:sldChg chg="del">
        <pc:chgData name="JONATHAN GABRIEL LOOR BAUTISTA" userId="4234489a-f210-4949-b3ca-adca1d814dab" providerId="ADAL" clId="{32AE7896-BB73-4C81-9FBA-33FB8A1AB101}" dt="2023-11-16T10:37:06.676" v="28" actId="47"/>
        <pc:sldMkLst>
          <pc:docMk/>
          <pc:sldMk cId="1413283838" sldId="259"/>
        </pc:sldMkLst>
      </pc:sldChg>
      <pc:sldChg chg="del">
        <pc:chgData name="JONATHAN GABRIEL LOOR BAUTISTA" userId="4234489a-f210-4949-b3ca-adca1d814dab" providerId="ADAL" clId="{32AE7896-BB73-4C81-9FBA-33FB8A1AB101}" dt="2023-11-16T10:37:06.676" v="28" actId="47"/>
        <pc:sldMkLst>
          <pc:docMk/>
          <pc:sldMk cId="2169708303" sldId="260"/>
        </pc:sldMkLst>
      </pc:sldChg>
      <pc:sldChg chg="addSp delSp modSp add mod ord">
        <pc:chgData name="JONATHAN GABRIEL LOOR BAUTISTA" userId="4234489a-f210-4949-b3ca-adca1d814dab" providerId="ADAL" clId="{32AE7896-BB73-4C81-9FBA-33FB8A1AB101}" dt="2023-11-16T13:45:27.169" v="553"/>
        <pc:sldMkLst>
          <pc:docMk/>
          <pc:sldMk cId="2412575459" sldId="260"/>
        </pc:sldMkLst>
      </pc:sldChg>
      <pc:sldChg chg="addSp delSp modSp add mod">
        <pc:chgData name="JONATHAN GABRIEL LOOR BAUTISTA" userId="4234489a-f210-4949-b3ca-adca1d814dab" providerId="ADAL" clId="{32AE7896-BB73-4C81-9FBA-33FB8A1AB101}" dt="2023-11-16T13:45:33.742" v="554"/>
        <pc:sldMkLst>
          <pc:docMk/>
          <pc:sldMk cId="1332033609" sldId="261"/>
        </pc:sldMkLst>
      </pc:sldChg>
      <pc:sldChg chg="del">
        <pc:chgData name="JONATHAN GABRIEL LOOR BAUTISTA" userId="4234489a-f210-4949-b3ca-adca1d814dab" providerId="ADAL" clId="{32AE7896-BB73-4C81-9FBA-33FB8A1AB101}" dt="2023-11-16T10:37:06.676" v="28" actId="47"/>
        <pc:sldMkLst>
          <pc:docMk/>
          <pc:sldMk cId="2036800423" sldId="261"/>
        </pc:sldMkLst>
      </pc:sldChg>
      <pc:sldChg chg="del">
        <pc:chgData name="JONATHAN GABRIEL LOOR BAUTISTA" userId="4234489a-f210-4949-b3ca-adca1d814dab" providerId="ADAL" clId="{32AE7896-BB73-4C81-9FBA-33FB8A1AB101}" dt="2023-11-16T10:37:06.676" v="28" actId="47"/>
        <pc:sldMkLst>
          <pc:docMk/>
          <pc:sldMk cId="3749745879" sldId="262"/>
        </pc:sldMkLst>
      </pc:sldChg>
      <pc:sldChg chg="addSp delSp modSp add mod">
        <pc:chgData name="JONATHAN GABRIEL LOOR BAUTISTA" userId="4234489a-f210-4949-b3ca-adca1d814dab" providerId="ADAL" clId="{32AE7896-BB73-4C81-9FBA-33FB8A1AB101}" dt="2023-11-16T13:45:38.973" v="555"/>
        <pc:sldMkLst>
          <pc:docMk/>
          <pc:sldMk cId="4174583105" sldId="262"/>
        </pc:sldMkLst>
      </pc:sldChg>
      <pc:sldChg chg="del">
        <pc:chgData name="JONATHAN GABRIEL LOOR BAUTISTA" userId="4234489a-f210-4949-b3ca-adca1d814dab" providerId="ADAL" clId="{32AE7896-BB73-4C81-9FBA-33FB8A1AB101}" dt="2023-11-16T10:37:06.676" v="28" actId="47"/>
        <pc:sldMkLst>
          <pc:docMk/>
          <pc:sldMk cId="26735523" sldId="263"/>
        </pc:sldMkLst>
      </pc:sldChg>
      <pc:sldChg chg="addSp delSp modSp add mod">
        <pc:chgData name="JONATHAN GABRIEL LOOR BAUTISTA" userId="4234489a-f210-4949-b3ca-adca1d814dab" providerId="ADAL" clId="{32AE7896-BB73-4C81-9FBA-33FB8A1AB101}" dt="2023-11-16T13:45:44.973" v="556"/>
        <pc:sldMkLst>
          <pc:docMk/>
          <pc:sldMk cId="315044553" sldId="263"/>
        </pc:sldMkLst>
      </pc:sldChg>
      <pc:sldChg chg="delSp modSp add mod">
        <pc:chgData name="JONATHAN GABRIEL LOOR BAUTISTA" userId="4234489a-f210-4949-b3ca-adca1d814dab" providerId="ADAL" clId="{32AE7896-BB73-4C81-9FBA-33FB8A1AB101}" dt="2023-11-16T13:45:50.078" v="557"/>
        <pc:sldMkLst>
          <pc:docMk/>
          <pc:sldMk cId="928763728" sldId="264"/>
        </pc:sldMkLst>
      </pc:sldChg>
      <pc:sldChg chg="del">
        <pc:chgData name="JONATHAN GABRIEL LOOR BAUTISTA" userId="4234489a-f210-4949-b3ca-adca1d814dab" providerId="ADAL" clId="{32AE7896-BB73-4C81-9FBA-33FB8A1AB101}" dt="2023-11-16T10:37:06.676" v="28" actId="47"/>
        <pc:sldMkLst>
          <pc:docMk/>
          <pc:sldMk cId="3349323718" sldId="264"/>
        </pc:sldMkLst>
      </pc:sldChg>
      <pc:sldChg chg="addSp delSp modSp add mod ord">
        <pc:chgData name="JONATHAN GABRIEL LOOR BAUTISTA" userId="4234489a-f210-4949-b3ca-adca1d814dab" providerId="ADAL" clId="{32AE7896-BB73-4C81-9FBA-33FB8A1AB101}" dt="2023-11-16T13:50:47.574" v="611" actId="1076"/>
        <pc:sldMkLst>
          <pc:docMk/>
          <pc:sldMk cId="1592637203" sldId="265"/>
        </pc:sldMkLst>
      </pc:sldChg>
      <pc:sldChg chg="del">
        <pc:chgData name="JONATHAN GABRIEL LOOR BAUTISTA" userId="4234489a-f210-4949-b3ca-adca1d814dab" providerId="ADAL" clId="{32AE7896-BB73-4C81-9FBA-33FB8A1AB101}" dt="2023-11-16T10:37:06.676" v="28" actId="47"/>
        <pc:sldMkLst>
          <pc:docMk/>
          <pc:sldMk cId="3215622691" sldId="265"/>
        </pc:sldMkLst>
      </pc:sldChg>
      <pc:sldChg chg="add del">
        <pc:chgData name="JONATHAN GABRIEL LOOR BAUTISTA" userId="4234489a-f210-4949-b3ca-adca1d814dab" providerId="ADAL" clId="{32AE7896-BB73-4C81-9FBA-33FB8A1AB101}" dt="2023-11-16T13:51:28.138" v="613" actId="47"/>
        <pc:sldMkLst>
          <pc:docMk/>
          <pc:sldMk cId="1730970373" sldId="266"/>
        </pc:sldMkLst>
      </pc:sldChg>
      <pc:sldChg chg="del">
        <pc:chgData name="JONATHAN GABRIEL LOOR BAUTISTA" userId="4234489a-f210-4949-b3ca-adca1d814dab" providerId="ADAL" clId="{32AE7896-BB73-4C81-9FBA-33FB8A1AB101}" dt="2023-11-16T10:37:06.676" v="28" actId="47"/>
        <pc:sldMkLst>
          <pc:docMk/>
          <pc:sldMk cId="2374877937" sldId="266"/>
        </pc:sldMkLst>
      </pc:sldChg>
      <pc:sldChg chg="addSp delSp modSp add mod ord">
        <pc:chgData name="JONATHAN GABRIEL LOOR BAUTISTA" userId="4234489a-f210-4949-b3ca-adca1d814dab" providerId="ADAL" clId="{32AE7896-BB73-4C81-9FBA-33FB8A1AB101}" dt="2023-11-23T13:31:34.192" v="1368" actId="20577"/>
        <pc:sldMkLst>
          <pc:docMk/>
          <pc:sldMk cId="4287966700" sldId="266"/>
        </pc:sldMkLst>
      </pc:sldChg>
      <pc:sldChg chg="addSp delSp modSp add mod">
        <pc:chgData name="JONATHAN GABRIEL LOOR BAUTISTA" userId="4234489a-f210-4949-b3ca-adca1d814dab" providerId="ADAL" clId="{32AE7896-BB73-4C81-9FBA-33FB8A1AB101}" dt="2023-11-23T14:28:13.946" v="1621" actId="478"/>
        <pc:sldMkLst>
          <pc:docMk/>
          <pc:sldMk cId="814129114" sldId="267"/>
        </pc:sldMkLst>
      </pc:sldChg>
      <pc:sldChg chg="del">
        <pc:chgData name="JONATHAN GABRIEL LOOR BAUTISTA" userId="4234489a-f210-4949-b3ca-adca1d814dab" providerId="ADAL" clId="{32AE7896-BB73-4C81-9FBA-33FB8A1AB101}" dt="2023-11-16T10:37:06.676" v="28" actId="47"/>
        <pc:sldMkLst>
          <pc:docMk/>
          <pc:sldMk cId="938569621" sldId="267"/>
        </pc:sldMkLst>
      </pc:sldChg>
      <pc:sldChg chg="addSp delSp modSp add mod">
        <pc:chgData name="JONATHAN GABRIEL LOOR BAUTISTA" userId="4234489a-f210-4949-b3ca-adca1d814dab" providerId="ADAL" clId="{32AE7896-BB73-4C81-9FBA-33FB8A1AB101}" dt="2023-11-23T13:21:59.423" v="1146" actId="2085"/>
        <pc:sldMkLst>
          <pc:docMk/>
          <pc:sldMk cId="318255523" sldId="268"/>
        </pc:sldMkLst>
      </pc:sldChg>
      <pc:sldChg chg="del">
        <pc:chgData name="JONATHAN GABRIEL LOOR BAUTISTA" userId="4234489a-f210-4949-b3ca-adca1d814dab" providerId="ADAL" clId="{32AE7896-BB73-4C81-9FBA-33FB8A1AB101}" dt="2023-11-16T10:37:06.676" v="28" actId="47"/>
        <pc:sldMkLst>
          <pc:docMk/>
          <pc:sldMk cId="4009423192" sldId="268"/>
        </pc:sldMkLst>
      </pc:sldChg>
      <pc:sldChg chg="del">
        <pc:chgData name="JONATHAN GABRIEL LOOR BAUTISTA" userId="4234489a-f210-4949-b3ca-adca1d814dab" providerId="ADAL" clId="{32AE7896-BB73-4C81-9FBA-33FB8A1AB101}" dt="2023-11-16T10:37:06.676" v="28" actId="47"/>
        <pc:sldMkLst>
          <pc:docMk/>
          <pc:sldMk cId="1381898115" sldId="269"/>
        </pc:sldMkLst>
      </pc:sldChg>
      <pc:sldChg chg="addSp delSp modSp add mod ord">
        <pc:chgData name="JONATHAN GABRIEL LOOR BAUTISTA" userId="4234489a-f210-4949-b3ca-adca1d814dab" providerId="ADAL" clId="{32AE7896-BB73-4C81-9FBA-33FB8A1AB101}" dt="2023-11-23T13:24:15.758" v="1175" actId="2085"/>
        <pc:sldMkLst>
          <pc:docMk/>
          <pc:sldMk cId="2736320437" sldId="269"/>
        </pc:sldMkLst>
      </pc:sldChg>
      <pc:sldChg chg="addSp delSp modSp add del mod">
        <pc:chgData name="JONATHAN GABRIEL LOOR BAUTISTA" userId="4234489a-f210-4949-b3ca-adca1d814dab" providerId="ADAL" clId="{32AE7896-BB73-4C81-9FBA-33FB8A1AB101}" dt="2023-11-23T13:29:28.964" v="1302" actId="47"/>
        <pc:sldMkLst>
          <pc:docMk/>
          <pc:sldMk cId="1780785426" sldId="270"/>
        </pc:sldMkLst>
      </pc:sldChg>
      <pc:sldChg chg="del">
        <pc:chgData name="JONATHAN GABRIEL LOOR BAUTISTA" userId="4234489a-f210-4949-b3ca-adca1d814dab" providerId="ADAL" clId="{32AE7896-BB73-4C81-9FBA-33FB8A1AB101}" dt="2023-11-16T10:37:06.676" v="28" actId="47"/>
        <pc:sldMkLst>
          <pc:docMk/>
          <pc:sldMk cId="3018725871" sldId="270"/>
        </pc:sldMkLst>
      </pc:sldChg>
      <pc:sldChg chg="del">
        <pc:chgData name="JONATHAN GABRIEL LOOR BAUTISTA" userId="4234489a-f210-4949-b3ca-adca1d814dab" providerId="ADAL" clId="{32AE7896-BB73-4C81-9FBA-33FB8A1AB101}" dt="2023-11-16T10:37:06.676" v="28" actId="47"/>
        <pc:sldMkLst>
          <pc:docMk/>
          <pc:sldMk cId="570756419" sldId="271"/>
        </pc:sldMkLst>
      </pc:sldChg>
      <pc:sldChg chg="addSp modSp add mod">
        <pc:chgData name="JONATHAN GABRIEL LOOR BAUTISTA" userId="4234489a-f210-4949-b3ca-adca1d814dab" providerId="ADAL" clId="{32AE7896-BB73-4C81-9FBA-33FB8A1AB101}" dt="2023-11-23T13:29:16.559" v="1301" actId="2085"/>
        <pc:sldMkLst>
          <pc:docMk/>
          <pc:sldMk cId="1881090054" sldId="271"/>
        </pc:sldMkLst>
      </pc:sldChg>
      <pc:sldChg chg="del">
        <pc:chgData name="JONATHAN GABRIEL LOOR BAUTISTA" userId="4234489a-f210-4949-b3ca-adca1d814dab" providerId="ADAL" clId="{32AE7896-BB73-4C81-9FBA-33FB8A1AB101}" dt="2023-11-16T10:37:06.676" v="28" actId="47"/>
        <pc:sldMkLst>
          <pc:docMk/>
          <pc:sldMk cId="2044139457" sldId="272"/>
        </pc:sldMkLst>
      </pc:sldChg>
      <pc:sldChg chg="addSp delSp modSp add mod">
        <pc:chgData name="JONATHAN GABRIEL LOOR BAUTISTA" userId="4234489a-f210-4949-b3ca-adca1d814dab" providerId="ADAL" clId="{32AE7896-BB73-4C81-9FBA-33FB8A1AB101}" dt="2023-11-23T13:31:19.656" v="1353" actId="14100"/>
        <pc:sldMkLst>
          <pc:docMk/>
          <pc:sldMk cId="3429618453" sldId="272"/>
        </pc:sldMkLst>
      </pc:sldChg>
      <pc:sldChg chg="del">
        <pc:chgData name="JONATHAN GABRIEL LOOR BAUTISTA" userId="4234489a-f210-4949-b3ca-adca1d814dab" providerId="ADAL" clId="{32AE7896-BB73-4C81-9FBA-33FB8A1AB101}" dt="2023-11-16T10:37:06.676" v="28" actId="47"/>
        <pc:sldMkLst>
          <pc:docMk/>
          <pc:sldMk cId="1697908801" sldId="273"/>
        </pc:sldMkLst>
      </pc:sldChg>
      <pc:sldChg chg="addSp delSp modSp add mod ord">
        <pc:chgData name="JONATHAN GABRIEL LOOR BAUTISTA" userId="4234489a-f210-4949-b3ca-adca1d814dab" providerId="ADAL" clId="{32AE7896-BB73-4C81-9FBA-33FB8A1AB101}" dt="2023-11-23T13:35:23.430" v="1465" actId="478"/>
        <pc:sldMkLst>
          <pc:docMk/>
          <pc:sldMk cId="4092677898" sldId="273"/>
        </pc:sldMkLst>
      </pc:sldChg>
      <pc:sldChg chg="addSp delSp modSp add mod">
        <pc:chgData name="JONATHAN GABRIEL LOOR BAUTISTA" userId="4234489a-f210-4949-b3ca-adca1d814dab" providerId="ADAL" clId="{32AE7896-BB73-4C81-9FBA-33FB8A1AB101}" dt="2023-11-23T13:37:48.930" v="1501" actId="1076"/>
        <pc:sldMkLst>
          <pc:docMk/>
          <pc:sldMk cId="1612052355" sldId="274"/>
        </pc:sldMkLst>
      </pc:sldChg>
      <pc:sldChg chg="del">
        <pc:chgData name="JONATHAN GABRIEL LOOR BAUTISTA" userId="4234489a-f210-4949-b3ca-adca1d814dab" providerId="ADAL" clId="{32AE7896-BB73-4C81-9FBA-33FB8A1AB101}" dt="2023-11-16T10:37:06.676" v="28" actId="47"/>
        <pc:sldMkLst>
          <pc:docMk/>
          <pc:sldMk cId="1705900212" sldId="274"/>
        </pc:sldMkLst>
      </pc:sldChg>
      <pc:sldChg chg="del">
        <pc:chgData name="JONATHAN GABRIEL LOOR BAUTISTA" userId="4234489a-f210-4949-b3ca-adca1d814dab" providerId="ADAL" clId="{32AE7896-BB73-4C81-9FBA-33FB8A1AB101}" dt="2023-11-16T10:37:06.676" v="28" actId="47"/>
        <pc:sldMkLst>
          <pc:docMk/>
          <pc:sldMk cId="1814231336" sldId="275"/>
        </pc:sldMkLst>
      </pc:sldChg>
      <pc:sldChg chg="addSp delSp modSp add mod ord">
        <pc:chgData name="JONATHAN GABRIEL LOOR BAUTISTA" userId="4234489a-f210-4949-b3ca-adca1d814dab" providerId="ADAL" clId="{32AE7896-BB73-4C81-9FBA-33FB8A1AB101}" dt="2023-11-23T13:39:14.209" v="1592" actId="1076"/>
        <pc:sldMkLst>
          <pc:docMk/>
          <pc:sldMk cId="4282241318" sldId="275"/>
        </pc:sldMkLst>
      </pc:sldChg>
      <pc:sldChg chg="addSp delSp modSp add mod ord">
        <pc:chgData name="JONATHAN GABRIEL LOOR BAUTISTA" userId="4234489a-f210-4949-b3ca-adca1d814dab" providerId="ADAL" clId="{32AE7896-BB73-4C81-9FBA-33FB8A1AB101}" dt="2023-11-23T13:41:13.474" v="1620" actId="1076"/>
        <pc:sldMkLst>
          <pc:docMk/>
          <pc:sldMk cId="1303374823" sldId="276"/>
        </pc:sldMkLst>
      </pc:sldChg>
      <pc:sldChg chg="del">
        <pc:chgData name="JONATHAN GABRIEL LOOR BAUTISTA" userId="4234489a-f210-4949-b3ca-adca1d814dab" providerId="ADAL" clId="{32AE7896-BB73-4C81-9FBA-33FB8A1AB101}" dt="2023-11-16T10:37:06.676" v="28" actId="47"/>
        <pc:sldMkLst>
          <pc:docMk/>
          <pc:sldMk cId="3601994577" sldId="276"/>
        </pc:sldMkLst>
      </pc:sldChg>
      <pc:sldChg chg="del">
        <pc:chgData name="JONATHAN GABRIEL LOOR BAUTISTA" userId="4234489a-f210-4949-b3ca-adca1d814dab" providerId="ADAL" clId="{32AE7896-BB73-4C81-9FBA-33FB8A1AB101}" dt="2023-11-16T10:37:06.676" v="28" actId="47"/>
        <pc:sldMkLst>
          <pc:docMk/>
          <pc:sldMk cId="12759230" sldId="277"/>
        </pc:sldMkLst>
      </pc:sldChg>
      <pc:sldChg chg="del">
        <pc:chgData name="JONATHAN GABRIEL LOOR BAUTISTA" userId="4234489a-f210-4949-b3ca-adca1d814dab" providerId="ADAL" clId="{32AE7896-BB73-4C81-9FBA-33FB8A1AB101}" dt="2023-11-16T10:37:06.676" v="28" actId="47"/>
        <pc:sldMkLst>
          <pc:docMk/>
          <pc:sldMk cId="793826596" sldId="278"/>
        </pc:sldMkLst>
      </pc:sldChg>
      <pc:sldChg chg="del">
        <pc:chgData name="JONATHAN GABRIEL LOOR BAUTISTA" userId="4234489a-f210-4949-b3ca-adca1d814dab" providerId="ADAL" clId="{32AE7896-BB73-4C81-9FBA-33FB8A1AB101}" dt="2023-11-16T10:37:06.676" v="28" actId="47"/>
        <pc:sldMkLst>
          <pc:docMk/>
          <pc:sldMk cId="2356721952" sldId="279"/>
        </pc:sldMkLst>
      </pc:sldChg>
      <pc:sldChg chg="del">
        <pc:chgData name="JONATHAN GABRIEL LOOR BAUTISTA" userId="4234489a-f210-4949-b3ca-adca1d814dab" providerId="ADAL" clId="{32AE7896-BB73-4C81-9FBA-33FB8A1AB101}" dt="2023-11-16T10:37:06.676" v="28" actId="47"/>
        <pc:sldMkLst>
          <pc:docMk/>
          <pc:sldMk cId="3436423708" sldId="280"/>
        </pc:sldMkLst>
      </pc:sldChg>
      <pc:sldChg chg="del">
        <pc:chgData name="JONATHAN GABRIEL LOOR BAUTISTA" userId="4234489a-f210-4949-b3ca-adca1d814dab" providerId="ADAL" clId="{32AE7896-BB73-4C81-9FBA-33FB8A1AB101}" dt="2023-11-16T10:37:06.676" v="28" actId="47"/>
        <pc:sldMkLst>
          <pc:docMk/>
          <pc:sldMk cId="3781675788" sldId="281"/>
        </pc:sldMkLst>
      </pc:sldChg>
      <pc:sldChg chg="del">
        <pc:chgData name="JONATHAN GABRIEL LOOR BAUTISTA" userId="4234489a-f210-4949-b3ca-adca1d814dab" providerId="ADAL" clId="{32AE7896-BB73-4C81-9FBA-33FB8A1AB101}" dt="2023-11-16T10:37:06.676" v="28" actId="47"/>
        <pc:sldMkLst>
          <pc:docMk/>
          <pc:sldMk cId="2603404091" sldId="282"/>
        </pc:sldMkLst>
      </pc:sldChg>
      <pc:sldChg chg="del">
        <pc:chgData name="JONATHAN GABRIEL LOOR BAUTISTA" userId="4234489a-f210-4949-b3ca-adca1d814dab" providerId="ADAL" clId="{32AE7896-BB73-4C81-9FBA-33FB8A1AB101}" dt="2023-11-16T10:37:06.676" v="28" actId="47"/>
        <pc:sldMkLst>
          <pc:docMk/>
          <pc:sldMk cId="2789636396" sldId="283"/>
        </pc:sldMkLst>
      </pc:sldChg>
      <pc:sldChg chg="del">
        <pc:chgData name="JONATHAN GABRIEL LOOR BAUTISTA" userId="4234489a-f210-4949-b3ca-adca1d814dab" providerId="ADAL" clId="{32AE7896-BB73-4C81-9FBA-33FB8A1AB101}" dt="2023-11-16T10:37:06.676" v="28" actId="47"/>
        <pc:sldMkLst>
          <pc:docMk/>
          <pc:sldMk cId="2687166112" sldId="284"/>
        </pc:sldMkLst>
      </pc:sldChg>
    </pc:docChg>
  </pc:docChgLst>
  <pc:docChgLst>
    <pc:chgData name="JONATHAN GABRIEL LOOR BAUTISTA" userId="4234489a-f210-4949-b3ca-adca1d814dab" providerId="ADAL" clId="{F28D2AB1-228F-4DEB-9B4E-61AC32A2299B}"/>
    <pc:docChg chg="undo custSel addSld delSld modSld sldOrd">
      <pc:chgData name="JONATHAN GABRIEL LOOR BAUTISTA" userId="4234489a-f210-4949-b3ca-adca1d814dab" providerId="ADAL" clId="{F28D2AB1-228F-4DEB-9B4E-61AC32A2299B}" dt="2023-12-14T15:15:37.573" v="645" actId="20577"/>
      <pc:docMkLst>
        <pc:docMk/>
      </pc:docMkLst>
      <pc:sldChg chg="modSp mod">
        <pc:chgData name="JONATHAN GABRIEL LOOR BAUTISTA" userId="4234489a-f210-4949-b3ca-adca1d814dab" providerId="ADAL" clId="{F28D2AB1-228F-4DEB-9B4E-61AC32A2299B}" dt="2023-12-07T00:23:22.136" v="76" actId="20577"/>
        <pc:sldMkLst>
          <pc:docMk/>
          <pc:sldMk cId="0" sldId="256"/>
        </pc:sldMkLst>
      </pc:sldChg>
      <pc:sldChg chg="del">
        <pc:chgData name="JONATHAN GABRIEL LOOR BAUTISTA" userId="4234489a-f210-4949-b3ca-adca1d814dab" providerId="ADAL" clId="{F28D2AB1-228F-4DEB-9B4E-61AC32A2299B}" dt="2023-12-06T23:39:08.356" v="0" actId="47"/>
        <pc:sldMkLst>
          <pc:docMk/>
          <pc:sldMk cId="0" sldId="258"/>
        </pc:sldMkLst>
      </pc:sldChg>
      <pc:sldChg chg="del">
        <pc:chgData name="JONATHAN GABRIEL LOOR BAUTISTA" userId="4234489a-f210-4949-b3ca-adca1d814dab" providerId="ADAL" clId="{F28D2AB1-228F-4DEB-9B4E-61AC32A2299B}" dt="2023-12-06T23:39:08.537" v="1" actId="47"/>
        <pc:sldMkLst>
          <pc:docMk/>
          <pc:sldMk cId="1227780459" sldId="259"/>
        </pc:sldMkLst>
      </pc:sldChg>
      <pc:sldChg chg="del">
        <pc:chgData name="JONATHAN GABRIEL LOOR BAUTISTA" userId="4234489a-f210-4949-b3ca-adca1d814dab" providerId="ADAL" clId="{F28D2AB1-228F-4DEB-9B4E-61AC32A2299B}" dt="2023-12-06T23:39:08.640" v="2" actId="47"/>
        <pc:sldMkLst>
          <pc:docMk/>
          <pc:sldMk cId="2412575459" sldId="260"/>
        </pc:sldMkLst>
      </pc:sldChg>
      <pc:sldChg chg="del">
        <pc:chgData name="JONATHAN GABRIEL LOOR BAUTISTA" userId="4234489a-f210-4949-b3ca-adca1d814dab" providerId="ADAL" clId="{F28D2AB1-228F-4DEB-9B4E-61AC32A2299B}" dt="2023-12-06T23:39:08.824" v="3" actId="47"/>
        <pc:sldMkLst>
          <pc:docMk/>
          <pc:sldMk cId="1332033609" sldId="261"/>
        </pc:sldMkLst>
      </pc:sldChg>
      <pc:sldChg chg="del">
        <pc:chgData name="JONATHAN GABRIEL LOOR BAUTISTA" userId="4234489a-f210-4949-b3ca-adca1d814dab" providerId="ADAL" clId="{F28D2AB1-228F-4DEB-9B4E-61AC32A2299B}" dt="2023-12-06T23:39:08.962" v="4" actId="47"/>
        <pc:sldMkLst>
          <pc:docMk/>
          <pc:sldMk cId="4174583105" sldId="262"/>
        </pc:sldMkLst>
      </pc:sldChg>
      <pc:sldChg chg="del">
        <pc:chgData name="JONATHAN GABRIEL LOOR BAUTISTA" userId="4234489a-f210-4949-b3ca-adca1d814dab" providerId="ADAL" clId="{F28D2AB1-228F-4DEB-9B4E-61AC32A2299B}" dt="2023-12-06T23:39:09.155" v="5" actId="47"/>
        <pc:sldMkLst>
          <pc:docMk/>
          <pc:sldMk cId="315044553" sldId="263"/>
        </pc:sldMkLst>
      </pc:sldChg>
      <pc:sldChg chg="del">
        <pc:chgData name="JONATHAN GABRIEL LOOR BAUTISTA" userId="4234489a-f210-4949-b3ca-adca1d814dab" providerId="ADAL" clId="{F28D2AB1-228F-4DEB-9B4E-61AC32A2299B}" dt="2023-12-06T23:39:09.296" v="6" actId="47"/>
        <pc:sldMkLst>
          <pc:docMk/>
          <pc:sldMk cId="928763728" sldId="264"/>
        </pc:sldMkLst>
      </pc:sldChg>
      <pc:sldChg chg="del">
        <pc:chgData name="JONATHAN GABRIEL LOOR BAUTISTA" userId="4234489a-f210-4949-b3ca-adca1d814dab" providerId="ADAL" clId="{F28D2AB1-228F-4DEB-9B4E-61AC32A2299B}" dt="2023-12-06T23:39:10.602" v="7" actId="47"/>
        <pc:sldMkLst>
          <pc:docMk/>
          <pc:sldMk cId="1592637203" sldId="265"/>
        </pc:sldMkLst>
      </pc:sldChg>
      <pc:sldChg chg="del">
        <pc:chgData name="JONATHAN GABRIEL LOOR BAUTISTA" userId="4234489a-f210-4949-b3ca-adca1d814dab" providerId="ADAL" clId="{F28D2AB1-228F-4DEB-9B4E-61AC32A2299B}" dt="2023-12-06T23:39:10.855" v="8" actId="47"/>
        <pc:sldMkLst>
          <pc:docMk/>
          <pc:sldMk cId="4287966700" sldId="266"/>
        </pc:sldMkLst>
      </pc:sldChg>
      <pc:sldChg chg="del">
        <pc:chgData name="JONATHAN GABRIEL LOOR BAUTISTA" userId="4234489a-f210-4949-b3ca-adca1d814dab" providerId="ADAL" clId="{F28D2AB1-228F-4DEB-9B4E-61AC32A2299B}" dt="2023-12-06T23:39:11.336" v="9" actId="47"/>
        <pc:sldMkLst>
          <pc:docMk/>
          <pc:sldMk cId="814129114" sldId="267"/>
        </pc:sldMkLst>
      </pc:sldChg>
      <pc:sldChg chg="modSp del mod">
        <pc:chgData name="JONATHAN GABRIEL LOOR BAUTISTA" userId="4234489a-f210-4949-b3ca-adca1d814dab" providerId="ADAL" clId="{F28D2AB1-228F-4DEB-9B4E-61AC32A2299B}" dt="2023-12-14T13:02:00.093" v="233" actId="47"/>
        <pc:sldMkLst>
          <pc:docMk/>
          <pc:sldMk cId="318255523" sldId="268"/>
        </pc:sldMkLst>
      </pc:sldChg>
      <pc:sldChg chg="del">
        <pc:chgData name="JONATHAN GABRIEL LOOR BAUTISTA" userId="4234489a-f210-4949-b3ca-adca1d814dab" providerId="ADAL" clId="{F28D2AB1-228F-4DEB-9B4E-61AC32A2299B}" dt="2023-12-14T13:02:00.668" v="234" actId="47"/>
        <pc:sldMkLst>
          <pc:docMk/>
          <pc:sldMk cId="2736320437" sldId="269"/>
        </pc:sldMkLst>
      </pc:sldChg>
      <pc:sldChg chg="del">
        <pc:chgData name="JONATHAN GABRIEL LOOR BAUTISTA" userId="4234489a-f210-4949-b3ca-adca1d814dab" providerId="ADAL" clId="{F28D2AB1-228F-4DEB-9B4E-61AC32A2299B}" dt="2023-12-14T13:02:01.097" v="235" actId="47"/>
        <pc:sldMkLst>
          <pc:docMk/>
          <pc:sldMk cId="1881090054" sldId="271"/>
        </pc:sldMkLst>
      </pc:sldChg>
      <pc:sldChg chg="addSp delSp modSp add mod">
        <pc:chgData name="JONATHAN GABRIEL LOOR BAUTISTA" userId="4234489a-f210-4949-b3ca-adca1d814dab" providerId="ADAL" clId="{F28D2AB1-228F-4DEB-9B4E-61AC32A2299B}" dt="2023-12-07T00:24:36.822" v="122" actId="20577"/>
        <pc:sldMkLst>
          <pc:docMk/>
          <pc:sldMk cId="445900017" sldId="272"/>
        </pc:sldMkLst>
      </pc:sldChg>
      <pc:sldChg chg="del">
        <pc:chgData name="JONATHAN GABRIEL LOOR BAUTISTA" userId="4234489a-f210-4949-b3ca-adca1d814dab" providerId="ADAL" clId="{F28D2AB1-228F-4DEB-9B4E-61AC32A2299B}" dt="2023-12-06T23:39:14.533" v="10" actId="47"/>
        <pc:sldMkLst>
          <pc:docMk/>
          <pc:sldMk cId="3429618453" sldId="272"/>
        </pc:sldMkLst>
      </pc:sldChg>
      <pc:sldChg chg="addSp delSp modSp add mod">
        <pc:chgData name="JONATHAN GABRIEL LOOR BAUTISTA" userId="4234489a-f210-4949-b3ca-adca1d814dab" providerId="ADAL" clId="{F28D2AB1-228F-4DEB-9B4E-61AC32A2299B}" dt="2023-12-07T00:25:22.830" v="132" actId="14100"/>
        <pc:sldMkLst>
          <pc:docMk/>
          <pc:sldMk cId="3479178164" sldId="273"/>
        </pc:sldMkLst>
      </pc:sldChg>
      <pc:sldChg chg="del">
        <pc:chgData name="JONATHAN GABRIEL LOOR BAUTISTA" userId="4234489a-f210-4949-b3ca-adca1d814dab" providerId="ADAL" clId="{F28D2AB1-228F-4DEB-9B4E-61AC32A2299B}" dt="2023-12-06T23:39:15.628" v="11" actId="47"/>
        <pc:sldMkLst>
          <pc:docMk/>
          <pc:sldMk cId="4092677898" sldId="273"/>
        </pc:sldMkLst>
      </pc:sldChg>
      <pc:sldChg chg="addSp delSp modSp add mod">
        <pc:chgData name="JONATHAN GABRIEL LOOR BAUTISTA" userId="4234489a-f210-4949-b3ca-adca1d814dab" providerId="ADAL" clId="{F28D2AB1-228F-4DEB-9B4E-61AC32A2299B}" dt="2023-12-14T13:13:35.472" v="297" actId="1076"/>
        <pc:sldMkLst>
          <pc:docMk/>
          <pc:sldMk cId="329500094" sldId="274"/>
        </pc:sldMkLst>
      </pc:sldChg>
      <pc:sldChg chg="del">
        <pc:chgData name="JONATHAN GABRIEL LOOR BAUTISTA" userId="4234489a-f210-4949-b3ca-adca1d814dab" providerId="ADAL" clId="{F28D2AB1-228F-4DEB-9B4E-61AC32A2299B}" dt="2023-12-06T23:39:16.341" v="12" actId="47"/>
        <pc:sldMkLst>
          <pc:docMk/>
          <pc:sldMk cId="1612052355" sldId="274"/>
        </pc:sldMkLst>
      </pc:sldChg>
      <pc:sldChg chg="addSp delSp modSp add mod">
        <pc:chgData name="JONATHAN GABRIEL LOOR BAUTISTA" userId="4234489a-f210-4949-b3ca-adca1d814dab" providerId="ADAL" clId="{F28D2AB1-228F-4DEB-9B4E-61AC32A2299B}" dt="2023-12-14T13:40:00.497" v="520" actId="20577"/>
        <pc:sldMkLst>
          <pc:docMk/>
          <pc:sldMk cId="1990230209" sldId="275"/>
        </pc:sldMkLst>
      </pc:sldChg>
      <pc:sldChg chg="del">
        <pc:chgData name="JONATHAN GABRIEL LOOR BAUTISTA" userId="4234489a-f210-4949-b3ca-adca1d814dab" providerId="ADAL" clId="{F28D2AB1-228F-4DEB-9B4E-61AC32A2299B}" dt="2023-12-06T23:39:16.693" v="13" actId="47"/>
        <pc:sldMkLst>
          <pc:docMk/>
          <pc:sldMk cId="4282241318" sldId="275"/>
        </pc:sldMkLst>
      </pc:sldChg>
      <pc:sldChg chg="del">
        <pc:chgData name="JONATHAN GABRIEL LOOR BAUTISTA" userId="4234489a-f210-4949-b3ca-adca1d814dab" providerId="ADAL" clId="{F28D2AB1-228F-4DEB-9B4E-61AC32A2299B}" dt="2023-12-06T23:39:17.319" v="14" actId="47"/>
        <pc:sldMkLst>
          <pc:docMk/>
          <pc:sldMk cId="1303374823" sldId="276"/>
        </pc:sldMkLst>
      </pc:sldChg>
      <pc:sldChg chg="addSp delSp modSp add mod">
        <pc:chgData name="JONATHAN GABRIEL LOOR BAUTISTA" userId="4234489a-f210-4949-b3ca-adca1d814dab" providerId="ADAL" clId="{F28D2AB1-228F-4DEB-9B4E-61AC32A2299B}" dt="2023-12-14T13:22:47.240" v="381" actId="1076"/>
        <pc:sldMkLst>
          <pc:docMk/>
          <pc:sldMk cId="3116047295" sldId="276"/>
        </pc:sldMkLst>
      </pc:sldChg>
      <pc:sldChg chg="addSp delSp modSp add mod">
        <pc:chgData name="JONATHAN GABRIEL LOOR BAUTISTA" userId="4234489a-f210-4949-b3ca-adca1d814dab" providerId="ADAL" clId="{F28D2AB1-228F-4DEB-9B4E-61AC32A2299B}" dt="2023-12-07T01:07:27.537" v="211" actId="1076"/>
        <pc:sldMkLst>
          <pc:docMk/>
          <pc:sldMk cId="283829873" sldId="277"/>
        </pc:sldMkLst>
      </pc:sldChg>
      <pc:sldChg chg="addSp delSp modSp add mod">
        <pc:chgData name="JONATHAN GABRIEL LOOR BAUTISTA" userId="4234489a-f210-4949-b3ca-adca1d814dab" providerId="ADAL" clId="{F28D2AB1-228F-4DEB-9B4E-61AC32A2299B}" dt="2023-12-07T01:07:42.488" v="215" actId="1076"/>
        <pc:sldMkLst>
          <pc:docMk/>
          <pc:sldMk cId="2812217883" sldId="278"/>
        </pc:sldMkLst>
      </pc:sldChg>
      <pc:sldChg chg="addSp delSp modSp add mod">
        <pc:chgData name="JONATHAN GABRIEL LOOR BAUTISTA" userId="4234489a-f210-4949-b3ca-adca1d814dab" providerId="ADAL" clId="{F28D2AB1-228F-4DEB-9B4E-61AC32A2299B}" dt="2023-12-07T01:08:33.249" v="223" actId="1076"/>
        <pc:sldMkLst>
          <pc:docMk/>
          <pc:sldMk cId="3800849061" sldId="279"/>
        </pc:sldMkLst>
      </pc:sldChg>
      <pc:sldChg chg="addSp delSp modSp add mod">
        <pc:chgData name="JONATHAN GABRIEL LOOR BAUTISTA" userId="4234489a-f210-4949-b3ca-adca1d814dab" providerId="ADAL" clId="{F28D2AB1-228F-4DEB-9B4E-61AC32A2299B}" dt="2023-12-07T01:11:44.853" v="232" actId="1076"/>
        <pc:sldMkLst>
          <pc:docMk/>
          <pc:sldMk cId="1522707480" sldId="280"/>
        </pc:sldMkLst>
      </pc:sldChg>
      <pc:sldChg chg="add ord">
        <pc:chgData name="JONATHAN GABRIEL LOOR BAUTISTA" userId="4234489a-f210-4949-b3ca-adca1d814dab" providerId="ADAL" clId="{F28D2AB1-228F-4DEB-9B4E-61AC32A2299B}" dt="2023-12-14T13:28:49.888" v="429"/>
        <pc:sldMkLst>
          <pc:docMk/>
          <pc:sldMk cId="2421653994" sldId="281"/>
        </pc:sldMkLst>
      </pc:sldChg>
      <pc:sldChg chg="delSp modSp add mod">
        <pc:chgData name="JONATHAN GABRIEL LOOR BAUTISTA" userId="4234489a-f210-4949-b3ca-adca1d814dab" providerId="ADAL" clId="{F28D2AB1-228F-4DEB-9B4E-61AC32A2299B}" dt="2023-12-14T15:15:29.623" v="641" actId="20577"/>
        <pc:sldMkLst>
          <pc:docMk/>
          <pc:sldMk cId="354079946" sldId="282"/>
        </pc:sldMkLst>
      </pc:sldChg>
      <pc:sldChg chg="addSp modSp add mod">
        <pc:chgData name="JONATHAN GABRIEL LOOR BAUTISTA" userId="4234489a-f210-4949-b3ca-adca1d814dab" providerId="ADAL" clId="{F28D2AB1-228F-4DEB-9B4E-61AC32A2299B}" dt="2023-12-14T15:15:33.184" v="643" actId="20577"/>
        <pc:sldMkLst>
          <pc:docMk/>
          <pc:sldMk cId="3965466414" sldId="283"/>
        </pc:sldMkLst>
      </pc:sldChg>
      <pc:sldChg chg="addSp delSp modSp add mod">
        <pc:chgData name="JONATHAN GABRIEL LOOR BAUTISTA" userId="4234489a-f210-4949-b3ca-adca1d814dab" providerId="ADAL" clId="{F28D2AB1-228F-4DEB-9B4E-61AC32A2299B}" dt="2023-12-14T15:15:37.573" v="645" actId="20577"/>
        <pc:sldMkLst>
          <pc:docMk/>
          <pc:sldMk cId="1900853572" sldId="284"/>
        </pc:sldMkLst>
      </pc:sldChg>
    </pc:docChg>
  </pc:docChgLst>
  <pc:docChgLst>
    <pc:chgData name="JONATHAN GABRIEL LOOR BAUTISTA" userId="4234489a-f210-4949-b3ca-adca1d814dab" providerId="ADAL" clId="{4BF10871-1B9E-410E-8846-978CDECD46ED}"/>
    <pc:docChg chg="undo custSel addSld delSld modSld">
      <pc:chgData name="JONATHAN GABRIEL LOOR BAUTISTA" userId="4234489a-f210-4949-b3ca-adca1d814dab" providerId="ADAL" clId="{4BF10871-1B9E-410E-8846-978CDECD46ED}" dt="2023-11-09T14:38:02.575" v="1036" actId="20577"/>
      <pc:docMkLst>
        <pc:docMk/>
      </pc:docMkLst>
      <pc:sldChg chg="modSp mod">
        <pc:chgData name="JONATHAN GABRIEL LOOR BAUTISTA" userId="4234489a-f210-4949-b3ca-adca1d814dab" providerId="ADAL" clId="{4BF10871-1B9E-410E-8846-978CDECD46ED}" dt="2023-11-09T13:03:53.545" v="25" actId="20577"/>
        <pc:sldMkLst>
          <pc:docMk/>
          <pc:sldMk cId="0" sldId="256"/>
        </pc:sldMkLst>
      </pc:sldChg>
      <pc:sldChg chg="addSp delSp modSp mod">
        <pc:chgData name="JONATHAN GABRIEL LOOR BAUTISTA" userId="4234489a-f210-4949-b3ca-adca1d814dab" providerId="ADAL" clId="{4BF10871-1B9E-410E-8846-978CDECD46ED}" dt="2023-11-09T13:09:17.259" v="68" actId="20577"/>
        <pc:sldMkLst>
          <pc:docMk/>
          <pc:sldMk cId="0" sldId="258"/>
        </pc:sldMkLst>
      </pc:sldChg>
      <pc:sldChg chg="del">
        <pc:chgData name="JONATHAN GABRIEL LOOR BAUTISTA" userId="4234489a-f210-4949-b3ca-adca1d814dab" providerId="ADAL" clId="{4BF10871-1B9E-410E-8846-978CDECD46ED}" dt="2023-11-09T13:09:08.466" v="66" actId="47"/>
        <pc:sldMkLst>
          <pc:docMk/>
          <pc:sldMk cId="365126346" sldId="259"/>
        </pc:sldMkLst>
      </pc:sldChg>
      <pc:sldChg chg="addSp delSp modSp add mod">
        <pc:chgData name="JONATHAN GABRIEL LOOR BAUTISTA" userId="4234489a-f210-4949-b3ca-adca1d814dab" providerId="ADAL" clId="{4BF10871-1B9E-410E-8846-978CDECD46ED}" dt="2023-11-09T13:11:37.608" v="123" actId="1076"/>
        <pc:sldMkLst>
          <pc:docMk/>
          <pc:sldMk cId="1413283838" sldId="259"/>
        </pc:sldMkLst>
      </pc:sldChg>
      <pc:sldChg chg="addSp delSp modSp add mod">
        <pc:chgData name="JONATHAN GABRIEL LOOR BAUTISTA" userId="4234489a-f210-4949-b3ca-adca1d814dab" providerId="ADAL" clId="{4BF10871-1B9E-410E-8846-978CDECD46ED}" dt="2023-11-09T14:38:02.575" v="1036" actId="20577"/>
        <pc:sldMkLst>
          <pc:docMk/>
          <pc:sldMk cId="2169708303" sldId="260"/>
        </pc:sldMkLst>
      </pc:sldChg>
      <pc:sldChg chg="del">
        <pc:chgData name="JONATHAN GABRIEL LOOR BAUTISTA" userId="4234489a-f210-4949-b3ca-adca1d814dab" providerId="ADAL" clId="{4BF10871-1B9E-410E-8846-978CDECD46ED}" dt="2023-11-09T13:09:10.005" v="67" actId="47"/>
        <pc:sldMkLst>
          <pc:docMk/>
          <pc:sldMk cId="2494341450" sldId="260"/>
        </pc:sldMkLst>
      </pc:sldChg>
      <pc:sldChg chg="del">
        <pc:chgData name="JONATHAN GABRIEL LOOR BAUTISTA" userId="4234489a-f210-4949-b3ca-adca1d814dab" providerId="ADAL" clId="{4BF10871-1B9E-410E-8846-978CDECD46ED}" dt="2023-11-09T13:09:08.169" v="65" actId="47"/>
        <pc:sldMkLst>
          <pc:docMk/>
          <pc:sldMk cId="1096243283" sldId="261"/>
        </pc:sldMkLst>
      </pc:sldChg>
      <pc:sldChg chg="addSp delSp modSp add mod">
        <pc:chgData name="JONATHAN GABRIEL LOOR BAUTISTA" userId="4234489a-f210-4949-b3ca-adca1d814dab" providerId="ADAL" clId="{4BF10871-1B9E-410E-8846-978CDECD46ED}" dt="2023-11-09T13:18:32.576" v="234" actId="1076"/>
        <pc:sldMkLst>
          <pc:docMk/>
          <pc:sldMk cId="2036800423" sldId="261"/>
        </pc:sldMkLst>
      </pc:sldChg>
      <pc:sldChg chg="del">
        <pc:chgData name="JONATHAN GABRIEL LOOR BAUTISTA" userId="4234489a-f210-4949-b3ca-adca1d814dab" providerId="ADAL" clId="{4BF10871-1B9E-410E-8846-978CDECD46ED}" dt="2023-11-09T13:09:07.699" v="63" actId="47"/>
        <pc:sldMkLst>
          <pc:docMk/>
          <pc:sldMk cId="446297087" sldId="262"/>
        </pc:sldMkLst>
      </pc:sldChg>
      <pc:sldChg chg="addSp delSp modSp add mod">
        <pc:chgData name="JONATHAN GABRIEL LOOR BAUTISTA" userId="4234489a-f210-4949-b3ca-adca1d814dab" providerId="ADAL" clId="{4BF10871-1B9E-410E-8846-978CDECD46ED}" dt="2023-11-09T13:19:20" v="268" actId="1076"/>
        <pc:sldMkLst>
          <pc:docMk/>
          <pc:sldMk cId="3749745879" sldId="262"/>
        </pc:sldMkLst>
      </pc:sldChg>
      <pc:sldChg chg="addSp delSp modSp add mod">
        <pc:chgData name="JONATHAN GABRIEL LOOR BAUTISTA" userId="4234489a-f210-4949-b3ca-adca1d814dab" providerId="ADAL" clId="{4BF10871-1B9E-410E-8846-978CDECD46ED}" dt="2023-11-09T13:21:16.968" v="299" actId="1076"/>
        <pc:sldMkLst>
          <pc:docMk/>
          <pc:sldMk cId="26735523" sldId="263"/>
        </pc:sldMkLst>
      </pc:sldChg>
      <pc:sldChg chg="del">
        <pc:chgData name="JONATHAN GABRIEL LOOR BAUTISTA" userId="4234489a-f210-4949-b3ca-adca1d814dab" providerId="ADAL" clId="{4BF10871-1B9E-410E-8846-978CDECD46ED}" dt="2023-11-09T13:09:07.560" v="62" actId="47"/>
        <pc:sldMkLst>
          <pc:docMk/>
          <pc:sldMk cId="3749474826" sldId="263"/>
        </pc:sldMkLst>
      </pc:sldChg>
      <pc:sldChg chg="del">
        <pc:chgData name="JONATHAN GABRIEL LOOR BAUTISTA" userId="4234489a-f210-4949-b3ca-adca1d814dab" providerId="ADAL" clId="{4BF10871-1B9E-410E-8846-978CDECD46ED}" dt="2023-11-09T13:09:07.357" v="61" actId="47"/>
        <pc:sldMkLst>
          <pc:docMk/>
          <pc:sldMk cId="1712364955" sldId="264"/>
        </pc:sldMkLst>
      </pc:sldChg>
      <pc:sldChg chg="addSp delSp modSp add mod">
        <pc:chgData name="JONATHAN GABRIEL LOOR BAUTISTA" userId="4234489a-f210-4949-b3ca-adca1d814dab" providerId="ADAL" clId="{4BF10871-1B9E-410E-8846-978CDECD46ED}" dt="2023-11-09T13:22:24.608" v="318" actId="313"/>
        <pc:sldMkLst>
          <pc:docMk/>
          <pc:sldMk cId="3349323718" sldId="264"/>
        </pc:sldMkLst>
      </pc:sldChg>
      <pc:sldChg chg="addSp delSp modSp add mod">
        <pc:chgData name="JONATHAN GABRIEL LOOR BAUTISTA" userId="4234489a-f210-4949-b3ca-adca1d814dab" providerId="ADAL" clId="{4BF10871-1B9E-410E-8846-978CDECD46ED}" dt="2023-11-09T13:24:57.808" v="346" actId="1076"/>
        <pc:sldMkLst>
          <pc:docMk/>
          <pc:sldMk cId="3215622691" sldId="265"/>
        </pc:sldMkLst>
      </pc:sldChg>
      <pc:sldChg chg="del">
        <pc:chgData name="JONATHAN GABRIEL LOOR BAUTISTA" userId="4234489a-f210-4949-b3ca-adca1d814dab" providerId="ADAL" clId="{4BF10871-1B9E-410E-8846-978CDECD46ED}" dt="2023-11-09T13:09:07.213" v="60" actId="47"/>
        <pc:sldMkLst>
          <pc:docMk/>
          <pc:sldMk cId="3972352135" sldId="265"/>
        </pc:sldMkLst>
      </pc:sldChg>
      <pc:sldChg chg="del">
        <pc:chgData name="JONATHAN GABRIEL LOOR BAUTISTA" userId="4234489a-f210-4949-b3ca-adca1d814dab" providerId="ADAL" clId="{4BF10871-1B9E-410E-8846-978CDECD46ED}" dt="2023-11-09T13:09:07.932" v="64" actId="47"/>
        <pc:sldMkLst>
          <pc:docMk/>
          <pc:sldMk cId="628235030" sldId="266"/>
        </pc:sldMkLst>
      </pc:sldChg>
      <pc:sldChg chg="addSp delSp modSp add mod">
        <pc:chgData name="JONATHAN GABRIEL LOOR BAUTISTA" userId="4234489a-f210-4949-b3ca-adca1d814dab" providerId="ADAL" clId="{4BF10871-1B9E-410E-8846-978CDECD46ED}" dt="2023-11-09T13:27:54.463" v="409" actId="1076"/>
        <pc:sldMkLst>
          <pc:docMk/>
          <pc:sldMk cId="2374877937" sldId="266"/>
        </pc:sldMkLst>
      </pc:sldChg>
      <pc:sldChg chg="addSp modSp add mod">
        <pc:chgData name="JONATHAN GABRIEL LOOR BAUTISTA" userId="4234489a-f210-4949-b3ca-adca1d814dab" providerId="ADAL" clId="{4BF10871-1B9E-410E-8846-978CDECD46ED}" dt="2023-11-09T13:35:13.993" v="432"/>
        <pc:sldMkLst>
          <pc:docMk/>
          <pc:sldMk cId="938569621" sldId="267"/>
        </pc:sldMkLst>
      </pc:sldChg>
      <pc:sldChg chg="addSp delSp modSp add">
        <pc:chgData name="JONATHAN GABRIEL LOOR BAUTISTA" userId="4234489a-f210-4949-b3ca-adca1d814dab" providerId="ADAL" clId="{4BF10871-1B9E-410E-8846-978CDECD46ED}" dt="2023-11-09T13:29:06.032" v="417" actId="1076"/>
        <pc:sldMkLst>
          <pc:docMk/>
          <pc:sldMk cId="4009423192" sldId="268"/>
        </pc:sldMkLst>
      </pc:sldChg>
      <pc:sldChg chg="addSp delSp modSp add mod modAnim">
        <pc:chgData name="JONATHAN GABRIEL LOOR BAUTISTA" userId="4234489a-f210-4949-b3ca-adca1d814dab" providerId="ADAL" clId="{4BF10871-1B9E-410E-8846-978CDECD46ED}" dt="2023-11-09T13:33:07.073" v="428" actId="1076"/>
        <pc:sldMkLst>
          <pc:docMk/>
          <pc:sldMk cId="1381898115" sldId="269"/>
        </pc:sldMkLst>
      </pc:sldChg>
      <pc:sldChg chg="addSp delSp modSp add mod">
        <pc:chgData name="JONATHAN GABRIEL LOOR BAUTISTA" userId="4234489a-f210-4949-b3ca-adca1d814dab" providerId="ADAL" clId="{4BF10871-1B9E-410E-8846-978CDECD46ED}" dt="2023-11-09T13:38:41.216" v="474" actId="1076"/>
        <pc:sldMkLst>
          <pc:docMk/>
          <pc:sldMk cId="3018725871" sldId="270"/>
        </pc:sldMkLst>
      </pc:sldChg>
      <pc:sldChg chg="addSp delSp modSp add mod">
        <pc:chgData name="JONATHAN GABRIEL LOOR BAUTISTA" userId="4234489a-f210-4949-b3ca-adca1d814dab" providerId="ADAL" clId="{4BF10871-1B9E-410E-8846-978CDECD46ED}" dt="2023-11-09T13:39:37.152" v="484" actId="1076"/>
        <pc:sldMkLst>
          <pc:docMk/>
          <pc:sldMk cId="570756419" sldId="271"/>
        </pc:sldMkLst>
      </pc:sldChg>
      <pc:sldChg chg="addSp delSp modSp add mod">
        <pc:chgData name="JONATHAN GABRIEL LOOR BAUTISTA" userId="4234489a-f210-4949-b3ca-adca1d814dab" providerId="ADAL" clId="{4BF10871-1B9E-410E-8846-978CDECD46ED}" dt="2023-11-09T13:42:19.360" v="508" actId="1076"/>
        <pc:sldMkLst>
          <pc:docMk/>
          <pc:sldMk cId="2044139457" sldId="272"/>
        </pc:sldMkLst>
      </pc:sldChg>
      <pc:sldChg chg="add">
        <pc:chgData name="JONATHAN GABRIEL LOOR BAUTISTA" userId="4234489a-f210-4949-b3ca-adca1d814dab" providerId="ADAL" clId="{4BF10871-1B9E-410E-8846-978CDECD46ED}" dt="2023-11-09T13:41:53.680" v="500" actId="2890"/>
        <pc:sldMkLst>
          <pc:docMk/>
          <pc:sldMk cId="1697908801" sldId="273"/>
        </pc:sldMkLst>
      </pc:sldChg>
      <pc:sldChg chg="addSp delSp modSp add mod">
        <pc:chgData name="JONATHAN GABRIEL LOOR BAUTISTA" userId="4234489a-f210-4949-b3ca-adca1d814dab" providerId="ADAL" clId="{4BF10871-1B9E-410E-8846-978CDECD46ED}" dt="2023-11-09T13:42:46.048" v="514" actId="1076"/>
        <pc:sldMkLst>
          <pc:docMk/>
          <pc:sldMk cId="1705900212" sldId="274"/>
        </pc:sldMkLst>
      </pc:sldChg>
      <pc:sldChg chg="addSp delSp modSp add mod">
        <pc:chgData name="JONATHAN GABRIEL LOOR BAUTISTA" userId="4234489a-f210-4949-b3ca-adca1d814dab" providerId="ADAL" clId="{4BF10871-1B9E-410E-8846-978CDECD46ED}" dt="2023-11-09T13:48:07.038" v="579" actId="20577"/>
        <pc:sldMkLst>
          <pc:docMk/>
          <pc:sldMk cId="1814231336" sldId="275"/>
        </pc:sldMkLst>
      </pc:sldChg>
      <pc:sldChg chg="addSp delSp modSp add mod">
        <pc:chgData name="JONATHAN GABRIEL LOOR BAUTISTA" userId="4234489a-f210-4949-b3ca-adca1d814dab" providerId="ADAL" clId="{4BF10871-1B9E-410E-8846-978CDECD46ED}" dt="2023-11-09T13:50:32.270" v="644" actId="478"/>
        <pc:sldMkLst>
          <pc:docMk/>
          <pc:sldMk cId="3601994577" sldId="276"/>
        </pc:sldMkLst>
      </pc:sldChg>
      <pc:sldChg chg="addSp delSp modSp add mod">
        <pc:chgData name="JONATHAN GABRIEL LOOR BAUTISTA" userId="4234489a-f210-4949-b3ca-adca1d814dab" providerId="ADAL" clId="{4BF10871-1B9E-410E-8846-978CDECD46ED}" dt="2023-11-09T13:52:18.264" v="681" actId="313"/>
        <pc:sldMkLst>
          <pc:docMk/>
          <pc:sldMk cId="12759230" sldId="277"/>
        </pc:sldMkLst>
      </pc:sldChg>
      <pc:sldChg chg="add del setBg">
        <pc:chgData name="JONATHAN GABRIEL LOOR BAUTISTA" userId="4234489a-f210-4949-b3ca-adca1d814dab" providerId="ADAL" clId="{4BF10871-1B9E-410E-8846-978CDECD46ED}" dt="2023-11-09T13:45:35.400" v="526"/>
        <pc:sldMkLst>
          <pc:docMk/>
          <pc:sldMk cId="2374801582" sldId="277"/>
        </pc:sldMkLst>
      </pc:sldChg>
      <pc:sldChg chg="addSp delSp modSp add mod">
        <pc:chgData name="JONATHAN GABRIEL LOOR BAUTISTA" userId="4234489a-f210-4949-b3ca-adca1d814dab" providerId="ADAL" clId="{4BF10871-1B9E-410E-8846-978CDECD46ED}" dt="2023-11-09T13:55:32.453" v="896" actId="20577"/>
        <pc:sldMkLst>
          <pc:docMk/>
          <pc:sldMk cId="793826596" sldId="278"/>
        </pc:sldMkLst>
      </pc:sldChg>
      <pc:sldChg chg="add del setBg">
        <pc:chgData name="JONATHAN GABRIEL LOOR BAUTISTA" userId="4234489a-f210-4949-b3ca-adca1d814dab" providerId="ADAL" clId="{4BF10871-1B9E-410E-8846-978CDECD46ED}" dt="2023-11-09T13:45:35.400" v="526"/>
        <pc:sldMkLst>
          <pc:docMk/>
          <pc:sldMk cId="3274624831" sldId="278"/>
        </pc:sldMkLst>
      </pc:sldChg>
      <pc:sldChg chg="add del setBg">
        <pc:chgData name="JONATHAN GABRIEL LOOR BAUTISTA" userId="4234489a-f210-4949-b3ca-adca1d814dab" providerId="ADAL" clId="{4BF10871-1B9E-410E-8846-978CDECD46ED}" dt="2023-11-09T13:45:35.400" v="526"/>
        <pc:sldMkLst>
          <pc:docMk/>
          <pc:sldMk cId="1796450385" sldId="279"/>
        </pc:sldMkLst>
      </pc:sldChg>
      <pc:sldChg chg="addSp delSp modSp add mod">
        <pc:chgData name="JONATHAN GABRIEL LOOR BAUTISTA" userId="4234489a-f210-4949-b3ca-adca1d814dab" providerId="ADAL" clId="{4BF10871-1B9E-410E-8846-978CDECD46ED}" dt="2023-11-09T13:56:49.904" v="961" actId="1076"/>
        <pc:sldMkLst>
          <pc:docMk/>
          <pc:sldMk cId="2356721952" sldId="279"/>
        </pc:sldMkLst>
      </pc:sldChg>
      <pc:sldChg chg="add del setBg">
        <pc:chgData name="JONATHAN GABRIEL LOOR BAUTISTA" userId="4234489a-f210-4949-b3ca-adca1d814dab" providerId="ADAL" clId="{4BF10871-1B9E-410E-8846-978CDECD46ED}" dt="2023-11-09T13:45:35.400" v="526"/>
        <pc:sldMkLst>
          <pc:docMk/>
          <pc:sldMk cId="1911223544" sldId="280"/>
        </pc:sldMkLst>
      </pc:sldChg>
      <pc:sldChg chg="addSp delSp modSp add mod">
        <pc:chgData name="JONATHAN GABRIEL LOOR BAUTISTA" userId="4234489a-f210-4949-b3ca-adca1d814dab" providerId="ADAL" clId="{4BF10871-1B9E-410E-8846-978CDECD46ED}" dt="2023-11-09T14:05:31.363" v="973" actId="1076"/>
        <pc:sldMkLst>
          <pc:docMk/>
          <pc:sldMk cId="3436423708" sldId="280"/>
        </pc:sldMkLst>
      </pc:sldChg>
      <pc:sldChg chg="addSp delSp modSp add mod">
        <pc:chgData name="JONATHAN GABRIEL LOOR BAUTISTA" userId="4234489a-f210-4949-b3ca-adca1d814dab" providerId="ADAL" clId="{4BF10871-1B9E-410E-8846-978CDECD46ED}" dt="2023-11-09T14:05:47.667" v="977" actId="1076"/>
        <pc:sldMkLst>
          <pc:docMk/>
          <pc:sldMk cId="3781675788" sldId="281"/>
        </pc:sldMkLst>
      </pc:sldChg>
      <pc:sldChg chg="add del setBg">
        <pc:chgData name="JONATHAN GABRIEL LOOR BAUTISTA" userId="4234489a-f210-4949-b3ca-adca1d814dab" providerId="ADAL" clId="{4BF10871-1B9E-410E-8846-978CDECD46ED}" dt="2023-11-09T13:45:35.400" v="526"/>
        <pc:sldMkLst>
          <pc:docMk/>
          <pc:sldMk cId="1419791792" sldId="282"/>
        </pc:sldMkLst>
      </pc:sldChg>
      <pc:sldChg chg="addSp delSp modSp add mod">
        <pc:chgData name="JONATHAN GABRIEL LOOR BAUTISTA" userId="4234489a-f210-4949-b3ca-adca1d814dab" providerId="ADAL" clId="{4BF10871-1B9E-410E-8846-978CDECD46ED}" dt="2023-11-09T14:06:47.321" v="987" actId="1076"/>
        <pc:sldMkLst>
          <pc:docMk/>
          <pc:sldMk cId="2603404091" sldId="282"/>
        </pc:sldMkLst>
      </pc:sldChg>
      <pc:sldChg chg="add del setBg">
        <pc:chgData name="JONATHAN GABRIEL LOOR BAUTISTA" userId="4234489a-f210-4949-b3ca-adca1d814dab" providerId="ADAL" clId="{4BF10871-1B9E-410E-8846-978CDECD46ED}" dt="2023-11-09T13:45:35.400" v="526"/>
        <pc:sldMkLst>
          <pc:docMk/>
          <pc:sldMk cId="1650563039" sldId="283"/>
        </pc:sldMkLst>
      </pc:sldChg>
      <pc:sldChg chg="addSp delSp modSp add mod">
        <pc:chgData name="JONATHAN GABRIEL LOOR BAUTISTA" userId="4234489a-f210-4949-b3ca-adca1d814dab" providerId="ADAL" clId="{4BF10871-1B9E-410E-8846-978CDECD46ED}" dt="2023-11-09T14:08:54.624" v="1035" actId="1076"/>
        <pc:sldMkLst>
          <pc:docMk/>
          <pc:sldMk cId="2789636396" sldId="283"/>
        </pc:sldMkLst>
      </pc:sldChg>
      <pc:sldChg chg="add del setBg">
        <pc:chgData name="JONATHAN GABRIEL LOOR BAUTISTA" userId="4234489a-f210-4949-b3ca-adca1d814dab" providerId="ADAL" clId="{4BF10871-1B9E-410E-8846-978CDECD46ED}" dt="2023-11-09T13:45:35.400" v="526"/>
        <pc:sldMkLst>
          <pc:docMk/>
          <pc:sldMk cId="347908706" sldId="284"/>
        </pc:sldMkLst>
      </pc:sldChg>
      <pc:sldChg chg="add del setBg">
        <pc:chgData name="JONATHAN GABRIEL LOOR BAUTISTA" userId="4234489a-f210-4949-b3ca-adca1d814dab" providerId="ADAL" clId="{4BF10871-1B9E-410E-8846-978CDECD46ED}" dt="2023-11-09T13:45:35.400" v="526"/>
        <pc:sldMkLst>
          <pc:docMk/>
          <pc:sldMk cId="3849679617" sldId="285"/>
        </pc:sldMkLst>
      </pc:sldChg>
      <pc:sldChg chg="add del setBg">
        <pc:chgData name="JONATHAN GABRIEL LOOR BAUTISTA" userId="4234489a-f210-4949-b3ca-adca1d814dab" providerId="ADAL" clId="{4BF10871-1B9E-410E-8846-978CDECD46ED}" dt="2023-11-09T13:45:35.400" v="526"/>
        <pc:sldMkLst>
          <pc:docMk/>
          <pc:sldMk cId="627336759" sldId="286"/>
        </pc:sldMkLst>
      </pc:sldChg>
    </pc:docChg>
  </pc:docChgLst>
  <pc:docChgLst>
    <pc:chgData name="JONATHAN GABRIEL LOOR BAUTISTA" userId="4234489a-f210-4949-b3ca-adca1d814dab" providerId="ADAL" clId="{FE2EE89C-43BE-45E3-8A42-D09B34D705A0}"/>
    <pc:docChg chg="undo custSel modSld">
      <pc:chgData name="JONATHAN GABRIEL LOOR BAUTISTA" userId="4234489a-f210-4949-b3ca-adca1d814dab" providerId="ADAL" clId="{FE2EE89C-43BE-45E3-8A42-D09B34D705A0}" dt="2024-12-03T20:10:20.473" v="251" actId="20577"/>
      <pc:docMkLst>
        <pc:docMk/>
      </pc:docMkLst>
      <pc:sldChg chg="addSp delSp modSp mod">
        <pc:chgData name="JONATHAN GABRIEL LOOR BAUTISTA" userId="4234489a-f210-4949-b3ca-adca1d814dab" providerId="ADAL" clId="{FE2EE89C-43BE-45E3-8A42-D09B34D705A0}" dt="2024-12-03T19:34:05.596" v="104" actId="14100"/>
        <pc:sldMkLst>
          <pc:docMk/>
          <pc:sldMk cId="445900017" sldId="272"/>
        </pc:sldMkLst>
      </pc:sldChg>
      <pc:sldChg chg="modSp mod">
        <pc:chgData name="JONATHAN GABRIEL LOOR BAUTISTA" userId="4234489a-f210-4949-b3ca-adca1d814dab" providerId="ADAL" clId="{FE2EE89C-43BE-45E3-8A42-D09B34D705A0}" dt="2024-12-03T19:52:19.539" v="116" actId="20577"/>
        <pc:sldMkLst>
          <pc:docMk/>
          <pc:sldMk cId="3860355998" sldId="282"/>
        </pc:sldMkLst>
      </pc:sldChg>
      <pc:sldChg chg="modSp mod">
        <pc:chgData name="JONATHAN GABRIEL LOOR BAUTISTA" userId="4234489a-f210-4949-b3ca-adca1d814dab" providerId="ADAL" clId="{FE2EE89C-43BE-45E3-8A42-D09B34D705A0}" dt="2024-12-03T20:02:50.114" v="159"/>
        <pc:sldMkLst>
          <pc:docMk/>
          <pc:sldMk cId="3796690466" sldId="285"/>
        </pc:sldMkLst>
      </pc:sldChg>
      <pc:sldChg chg="modSp mod">
        <pc:chgData name="JONATHAN GABRIEL LOOR BAUTISTA" userId="4234489a-f210-4949-b3ca-adca1d814dab" providerId="ADAL" clId="{FE2EE89C-43BE-45E3-8A42-D09B34D705A0}" dt="2024-12-03T20:07:18.882" v="214" actId="20577"/>
        <pc:sldMkLst>
          <pc:docMk/>
          <pc:sldMk cId="3119478525" sldId="286"/>
        </pc:sldMkLst>
      </pc:sldChg>
      <pc:sldChg chg="delSp modSp mod">
        <pc:chgData name="JONATHAN GABRIEL LOOR BAUTISTA" userId="4234489a-f210-4949-b3ca-adca1d814dab" providerId="ADAL" clId="{FE2EE89C-43BE-45E3-8A42-D09B34D705A0}" dt="2024-12-03T20:10:20.473" v="251" actId="20577"/>
        <pc:sldMkLst>
          <pc:docMk/>
          <pc:sldMk cId="1109680319" sldId="288"/>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endParaRPr lang="es-ES" altLang="en-US"/>
          </a:p>
        </p:txBody>
      </p:sp>
      <p:sp>
        <p:nvSpPr>
          <p:cNvPr id="5" name="Footer Placeholder 4"/>
          <p:cNvSpPr>
            <a:spLocks noGrp="1"/>
          </p:cNvSpPr>
          <p:nvPr>
            <p:ph type="ftr" sz="quarter" idx="11"/>
          </p:nvPr>
        </p:nvSpPr>
        <p:spPr/>
        <p:txBody>
          <a:bodyPr/>
          <a:lstStyle/>
          <a:p>
            <a:endParaRPr lang="es-ES" altLang="en-US"/>
          </a:p>
        </p:txBody>
      </p:sp>
      <p:sp>
        <p:nvSpPr>
          <p:cNvPr id="6" name="Slide Number Placeholder 5"/>
          <p:cNvSpPr>
            <a:spLocks noGrp="1"/>
          </p:cNvSpPr>
          <p:nvPr>
            <p:ph type="sldNum" sz="quarter" idx="12"/>
          </p:nvPr>
        </p:nvSpPr>
        <p:spPr/>
        <p:txBody>
          <a:bodyPr/>
          <a:lstStyle/>
          <a:p>
            <a:fld id="{8861AAEE-B1CB-4409-AC48-B4C88EB5A83F}" type="slidenum">
              <a:rPr lang="es-ES" altLang="en-US" smtClean="0"/>
              <a:pPr/>
              <a:t>‹Nº›</a:t>
            </a:fld>
            <a:endParaRPr lang="es-ES" altLang="en-US"/>
          </a:p>
        </p:txBody>
      </p:sp>
    </p:spTree>
    <p:extLst>
      <p:ext uri="{BB962C8B-B14F-4D97-AF65-F5344CB8AC3E}">
        <p14:creationId xmlns:p14="http://schemas.microsoft.com/office/powerpoint/2010/main" val="4390265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endParaRPr lang="es-ES" altLang="en-US"/>
          </a:p>
        </p:txBody>
      </p:sp>
      <p:sp>
        <p:nvSpPr>
          <p:cNvPr id="5" name="Footer Placeholder 4"/>
          <p:cNvSpPr>
            <a:spLocks noGrp="1"/>
          </p:cNvSpPr>
          <p:nvPr>
            <p:ph type="ftr" sz="quarter" idx="11"/>
          </p:nvPr>
        </p:nvSpPr>
        <p:spPr/>
        <p:txBody>
          <a:bodyPr/>
          <a:lstStyle/>
          <a:p>
            <a:endParaRPr lang="es-ES" altLang="en-US"/>
          </a:p>
        </p:txBody>
      </p:sp>
      <p:sp>
        <p:nvSpPr>
          <p:cNvPr id="6" name="Slide Number Placeholder 5"/>
          <p:cNvSpPr>
            <a:spLocks noGrp="1"/>
          </p:cNvSpPr>
          <p:nvPr>
            <p:ph type="sldNum" sz="quarter" idx="12"/>
          </p:nvPr>
        </p:nvSpPr>
        <p:spPr/>
        <p:txBody>
          <a:bodyPr/>
          <a:lstStyle/>
          <a:p>
            <a:fld id="{66DEB28E-FB1D-4168-8929-5C31CA315BC9}" type="slidenum">
              <a:rPr lang="es-ES" altLang="en-US" smtClean="0"/>
              <a:pPr/>
              <a:t>‹Nº›</a:t>
            </a:fld>
            <a:endParaRPr lang="es-ES" altLang="en-US"/>
          </a:p>
        </p:txBody>
      </p:sp>
    </p:spTree>
    <p:extLst>
      <p:ext uri="{BB962C8B-B14F-4D97-AF65-F5344CB8AC3E}">
        <p14:creationId xmlns:p14="http://schemas.microsoft.com/office/powerpoint/2010/main" val="19224796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endParaRPr lang="es-ES" altLang="en-US"/>
          </a:p>
        </p:txBody>
      </p:sp>
      <p:sp>
        <p:nvSpPr>
          <p:cNvPr id="5" name="Footer Placeholder 4"/>
          <p:cNvSpPr>
            <a:spLocks noGrp="1"/>
          </p:cNvSpPr>
          <p:nvPr>
            <p:ph type="ftr" sz="quarter" idx="11"/>
          </p:nvPr>
        </p:nvSpPr>
        <p:spPr/>
        <p:txBody>
          <a:bodyPr/>
          <a:lstStyle/>
          <a:p>
            <a:endParaRPr lang="es-ES" altLang="en-US"/>
          </a:p>
        </p:txBody>
      </p:sp>
      <p:sp>
        <p:nvSpPr>
          <p:cNvPr id="6" name="Slide Number Placeholder 5"/>
          <p:cNvSpPr>
            <a:spLocks noGrp="1"/>
          </p:cNvSpPr>
          <p:nvPr>
            <p:ph type="sldNum" sz="quarter" idx="12"/>
          </p:nvPr>
        </p:nvSpPr>
        <p:spPr/>
        <p:txBody>
          <a:bodyPr/>
          <a:lstStyle/>
          <a:p>
            <a:fld id="{072C3167-C126-47F5-BA6A-1969A43FAEE4}" type="slidenum">
              <a:rPr lang="es-ES" altLang="en-US" smtClean="0"/>
              <a:pPr/>
              <a:t>‹Nº›</a:t>
            </a:fld>
            <a:endParaRPr lang="es-ES" altLang="en-US"/>
          </a:p>
        </p:txBody>
      </p:sp>
    </p:spTree>
    <p:extLst>
      <p:ext uri="{BB962C8B-B14F-4D97-AF65-F5344CB8AC3E}">
        <p14:creationId xmlns:p14="http://schemas.microsoft.com/office/powerpoint/2010/main" val="37963942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endParaRPr lang="es-ES" altLang="en-US"/>
          </a:p>
        </p:txBody>
      </p:sp>
      <p:sp>
        <p:nvSpPr>
          <p:cNvPr id="6" name="Footer Placeholder 5"/>
          <p:cNvSpPr>
            <a:spLocks noGrp="1"/>
          </p:cNvSpPr>
          <p:nvPr>
            <p:ph type="ftr" sz="quarter" idx="11"/>
          </p:nvPr>
        </p:nvSpPr>
        <p:spPr/>
        <p:txBody>
          <a:bodyPr/>
          <a:lstStyle/>
          <a:p>
            <a:endParaRPr lang="es-ES" altLang="en-US"/>
          </a:p>
        </p:txBody>
      </p:sp>
      <p:sp>
        <p:nvSpPr>
          <p:cNvPr id="7" name="Slide Number Placeholder 6"/>
          <p:cNvSpPr>
            <a:spLocks noGrp="1"/>
          </p:cNvSpPr>
          <p:nvPr>
            <p:ph type="sldNum" sz="quarter" idx="12"/>
          </p:nvPr>
        </p:nvSpPr>
        <p:spPr/>
        <p:txBody>
          <a:bodyPr/>
          <a:lstStyle/>
          <a:p>
            <a:fld id="{77922B72-CBDE-4E48-B0A3-67E9F34DE57E}" type="slidenum">
              <a:rPr lang="es-ES" altLang="en-US" smtClean="0"/>
              <a:pPr/>
              <a:t>‹Nº›</a:t>
            </a:fld>
            <a:endParaRPr lang="es-ES" altLang="en-US"/>
          </a:p>
        </p:txBody>
      </p:sp>
    </p:spTree>
    <p:extLst>
      <p:ext uri="{BB962C8B-B14F-4D97-AF65-F5344CB8AC3E}">
        <p14:creationId xmlns:p14="http://schemas.microsoft.com/office/powerpoint/2010/main" val="1345053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endParaRPr lang="es-ES" altLang="en-US"/>
          </a:p>
        </p:txBody>
      </p:sp>
      <p:sp>
        <p:nvSpPr>
          <p:cNvPr id="8" name="Footer Placeholder 7"/>
          <p:cNvSpPr>
            <a:spLocks noGrp="1"/>
          </p:cNvSpPr>
          <p:nvPr>
            <p:ph type="ftr" sz="quarter" idx="11"/>
          </p:nvPr>
        </p:nvSpPr>
        <p:spPr/>
        <p:txBody>
          <a:bodyPr/>
          <a:lstStyle/>
          <a:p>
            <a:endParaRPr lang="es-ES" altLang="en-US"/>
          </a:p>
        </p:txBody>
      </p:sp>
      <p:sp>
        <p:nvSpPr>
          <p:cNvPr id="9" name="Slide Number Placeholder 8"/>
          <p:cNvSpPr>
            <a:spLocks noGrp="1"/>
          </p:cNvSpPr>
          <p:nvPr>
            <p:ph type="sldNum" sz="quarter" idx="12"/>
          </p:nvPr>
        </p:nvSpPr>
        <p:spPr/>
        <p:txBody>
          <a:bodyPr/>
          <a:lstStyle/>
          <a:p>
            <a:fld id="{582A2665-CF16-4166-80EF-F84716260039}" type="slidenum">
              <a:rPr lang="es-ES" altLang="en-US" smtClean="0"/>
              <a:pPr/>
              <a:t>‹Nº›</a:t>
            </a:fld>
            <a:endParaRPr lang="es-ES" altLang="en-US"/>
          </a:p>
        </p:txBody>
      </p:sp>
    </p:spTree>
    <p:extLst>
      <p:ext uri="{BB962C8B-B14F-4D97-AF65-F5344CB8AC3E}">
        <p14:creationId xmlns:p14="http://schemas.microsoft.com/office/powerpoint/2010/main" val="3922841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endParaRPr lang="es-ES" altLang="en-US"/>
          </a:p>
        </p:txBody>
      </p:sp>
      <p:sp>
        <p:nvSpPr>
          <p:cNvPr id="4" name="Footer Placeholder 3"/>
          <p:cNvSpPr>
            <a:spLocks noGrp="1"/>
          </p:cNvSpPr>
          <p:nvPr>
            <p:ph type="ftr" sz="quarter" idx="11"/>
          </p:nvPr>
        </p:nvSpPr>
        <p:spPr/>
        <p:txBody>
          <a:bodyPr/>
          <a:lstStyle/>
          <a:p>
            <a:endParaRPr lang="es-ES" altLang="en-US"/>
          </a:p>
        </p:txBody>
      </p:sp>
      <p:sp>
        <p:nvSpPr>
          <p:cNvPr id="5" name="Slide Number Placeholder 4"/>
          <p:cNvSpPr>
            <a:spLocks noGrp="1"/>
          </p:cNvSpPr>
          <p:nvPr>
            <p:ph type="sldNum" sz="quarter" idx="12"/>
          </p:nvPr>
        </p:nvSpPr>
        <p:spPr/>
        <p:txBody>
          <a:bodyPr/>
          <a:lstStyle/>
          <a:p>
            <a:fld id="{48CF44F9-62F0-4245-9F46-5148319AB030}" type="slidenum">
              <a:rPr lang="es-ES" altLang="en-US" smtClean="0"/>
              <a:pPr/>
              <a:t>‹Nº›</a:t>
            </a:fld>
            <a:endParaRPr lang="es-ES" altLang="en-US"/>
          </a:p>
        </p:txBody>
      </p:sp>
    </p:spTree>
    <p:extLst>
      <p:ext uri="{BB962C8B-B14F-4D97-AF65-F5344CB8AC3E}">
        <p14:creationId xmlns:p14="http://schemas.microsoft.com/office/powerpoint/2010/main" val="772945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s-ES" altLang="en-US"/>
          </a:p>
        </p:txBody>
      </p:sp>
      <p:sp>
        <p:nvSpPr>
          <p:cNvPr id="3" name="Footer Placeholder 2"/>
          <p:cNvSpPr>
            <a:spLocks noGrp="1"/>
          </p:cNvSpPr>
          <p:nvPr>
            <p:ph type="ftr" sz="quarter" idx="11"/>
          </p:nvPr>
        </p:nvSpPr>
        <p:spPr/>
        <p:txBody>
          <a:bodyPr/>
          <a:lstStyle/>
          <a:p>
            <a:endParaRPr lang="es-ES" altLang="en-US"/>
          </a:p>
        </p:txBody>
      </p:sp>
      <p:sp>
        <p:nvSpPr>
          <p:cNvPr id="4" name="Slide Number Placeholder 3"/>
          <p:cNvSpPr>
            <a:spLocks noGrp="1"/>
          </p:cNvSpPr>
          <p:nvPr>
            <p:ph type="sldNum" sz="quarter" idx="12"/>
          </p:nvPr>
        </p:nvSpPr>
        <p:spPr/>
        <p:txBody>
          <a:bodyPr/>
          <a:lstStyle/>
          <a:p>
            <a:fld id="{A76BBF86-F4B5-491B-B6E7-AEAE5525630C}" type="slidenum">
              <a:rPr lang="es-ES" altLang="en-US" smtClean="0"/>
              <a:pPr/>
              <a:t>‹Nº›</a:t>
            </a:fld>
            <a:endParaRPr lang="es-ES" altLang="en-US"/>
          </a:p>
        </p:txBody>
      </p:sp>
    </p:spTree>
    <p:extLst>
      <p:ext uri="{BB962C8B-B14F-4D97-AF65-F5344CB8AC3E}">
        <p14:creationId xmlns:p14="http://schemas.microsoft.com/office/powerpoint/2010/main" val="16902157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endParaRPr lang="es-ES" altLang="en-US"/>
          </a:p>
        </p:txBody>
      </p:sp>
      <p:sp>
        <p:nvSpPr>
          <p:cNvPr id="6" name="Footer Placeholder 5"/>
          <p:cNvSpPr>
            <a:spLocks noGrp="1"/>
          </p:cNvSpPr>
          <p:nvPr>
            <p:ph type="ftr" sz="quarter" idx="11"/>
          </p:nvPr>
        </p:nvSpPr>
        <p:spPr/>
        <p:txBody>
          <a:bodyPr/>
          <a:lstStyle/>
          <a:p>
            <a:endParaRPr lang="es-ES" altLang="en-US"/>
          </a:p>
        </p:txBody>
      </p:sp>
      <p:sp>
        <p:nvSpPr>
          <p:cNvPr id="7" name="Slide Number Placeholder 6"/>
          <p:cNvSpPr>
            <a:spLocks noGrp="1"/>
          </p:cNvSpPr>
          <p:nvPr>
            <p:ph type="sldNum" sz="quarter" idx="12"/>
          </p:nvPr>
        </p:nvSpPr>
        <p:spPr/>
        <p:txBody>
          <a:bodyPr/>
          <a:lstStyle/>
          <a:p>
            <a:fld id="{B5A3E014-B337-4C44-917C-31E944BB8D55}" type="slidenum">
              <a:rPr lang="es-ES" altLang="en-US" smtClean="0"/>
              <a:pPr/>
              <a:t>‹Nº›</a:t>
            </a:fld>
            <a:endParaRPr lang="es-ES" altLang="en-US"/>
          </a:p>
        </p:txBody>
      </p:sp>
    </p:spTree>
    <p:extLst>
      <p:ext uri="{BB962C8B-B14F-4D97-AF65-F5344CB8AC3E}">
        <p14:creationId xmlns:p14="http://schemas.microsoft.com/office/powerpoint/2010/main" val="15782512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endParaRPr lang="es-ES" altLang="en-US"/>
          </a:p>
        </p:txBody>
      </p:sp>
      <p:sp>
        <p:nvSpPr>
          <p:cNvPr id="6" name="Footer Placeholder 5"/>
          <p:cNvSpPr>
            <a:spLocks noGrp="1"/>
          </p:cNvSpPr>
          <p:nvPr>
            <p:ph type="ftr" sz="quarter" idx="11"/>
          </p:nvPr>
        </p:nvSpPr>
        <p:spPr/>
        <p:txBody>
          <a:bodyPr/>
          <a:lstStyle/>
          <a:p>
            <a:endParaRPr lang="es-ES" altLang="en-US"/>
          </a:p>
        </p:txBody>
      </p:sp>
      <p:sp>
        <p:nvSpPr>
          <p:cNvPr id="7" name="Slide Number Placeholder 6"/>
          <p:cNvSpPr>
            <a:spLocks noGrp="1"/>
          </p:cNvSpPr>
          <p:nvPr>
            <p:ph type="sldNum" sz="quarter" idx="12"/>
          </p:nvPr>
        </p:nvSpPr>
        <p:spPr/>
        <p:txBody>
          <a:bodyPr/>
          <a:lstStyle/>
          <a:p>
            <a:fld id="{B5402505-0CDF-403D-BD97-5F8C25CF30E3}" type="slidenum">
              <a:rPr lang="es-ES" altLang="en-US" smtClean="0"/>
              <a:pPr/>
              <a:t>‹Nº›</a:t>
            </a:fld>
            <a:endParaRPr lang="es-ES" altLang="en-US"/>
          </a:p>
        </p:txBody>
      </p:sp>
    </p:spTree>
    <p:extLst>
      <p:ext uri="{BB962C8B-B14F-4D97-AF65-F5344CB8AC3E}">
        <p14:creationId xmlns:p14="http://schemas.microsoft.com/office/powerpoint/2010/main" val="24562721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endParaRPr lang="es-ES" altLang="en-US"/>
          </a:p>
        </p:txBody>
      </p:sp>
      <p:sp>
        <p:nvSpPr>
          <p:cNvPr id="5" name="Footer Placeholder 4"/>
          <p:cNvSpPr>
            <a:spLocks noGrp="1"/>
          </p:cNvSpPr>
          <p:nvPr>
            <p:ph type="ftr" sz="quarter" idx="11"/>
          </p:nvPr>
        </p:nvSpPr>
        <p:spPr/>
        <p:txBody>
          <a:bodyPr/>
          <a:lstStyle/>
          <a:p>
            <a:endParaRPr lang="es-ES" altLang="en-US"/>
          </a:p>
        </p:txBody>
      </p:sp>
      <p:sp>
        <p:nvSpPr>
          <p:cNvPr id="6" name="Slide Number Placeholder 5"/>
          <p:cNvSpPr>
            <a:spLocks noGrp="1"/>
          </p:cNvSpPr>
          <p:nvPr>
            <p:ph type="sldNum" sz="quarter" idx="12"/>
          </p:nvPr>
        </p:nvSpPr>
        <p:spPr/>
        <p:txBody>
          <a:bodyPr/>
          <a:lstStyle/>
          <a:p>
            <a:fld id="{4B261E40-AEE7-470E-9981-D707E1CE8AB3}" type="slidenum">
              <a:rPr lang="es-ES" altLang="en-US" smtClean="0"/>
              <a:pPr/>
              <a:t>‹Nº›</a:t>
            </a:fld>
            <a:endParaRPr lang="es-ES" altLang="en-US"/>
          </a:p>
        </p:txBody>
      </p:sp>
    </p:spTree>
    <p:extLst>
      <p:ext uri="{BB962C8B-B14F-4D97-AF65-F5344CB8AC3E}">
        <p14:creationId xmlns:p14="http://schemas.microsoft.com/office/powerpoint/2010/main" val="41580618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endParaRPr lang="es-ES" altLang="en-US"/>
          </a:p>
        </p:txBody>
      </p:sp>
      <p:sp>
        <p:nvSpPr>
          <p:cNvPr id="5" name="Footer Placeholder 4"/>
          <p:cNvSpPr>
            <a:spLocks noGrp="1"/>
          </p:cNvSpPr>
          <p:nvPr>
            <p:ph type="ftr" sz="quarter" idx="11"/>
          </p:nvPr>
        </p:nvSpPr>
        <p:spPr/>
        <p:txBody>
          <a:bodyPr/>
          <a:lstStyle/>
          <a:p>
            <a:endParaRPr lang="es-ES" altLang="en-US"/>
          </a:p>
        </p:txBody>
      </p:sp>
      <p:sp>
        <p:nvSpPr>
          <p:cNvPr id="6" name="Slide Number Placeholder 5"/>
          <p:cNvSpPr>
            <a:spLocks noGrp="1"/>
          </p:cNvSpPr>
          <p:nvPr>
            <p:ph type="sldNum" sz="quarter" idx="12"/>
          </p:nvPr>
        </p:nvSpPr>
        <p:spPr/>
        <p:txBody>
          <a:bodyPr/>
          <a:lstStyle/>
          <a:p>
            <a:fld id="{AF68B4A9-B335-42E7-A1F8-0274A5A9F227}" type="slidenum">
              <a:rPr lang="es-ES" altLang="en-US" smtClean="0"/>
              <a:pPr/>
              <a:t>‹Nº›</a:t>
            </a:fld>
            <a:endParaRPr lang="es-ES" altLang="en-US"/>
          </a:p>
        </p:txBody>
      </p:sp>
    </p:spTree>
    <p:extLst>
      <p:ext uri="{BB962C8B-B14F-4D97-AF65-F5344CB8AC3E}">
        <p14:creationId xmlns:p14="http://schemas.microsoft.com/office/powerpoint/2010/main" val="2548350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s-ES"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5E0ED4-231A-4844-B614-AE1835457F67}" type="slidenum">
              <a:rPr lang="es-ES" altLang="en-US" smtClean="0"/>
              <a:pPr/>
              <a:t>‹Nº›</a:t>
            </a:fld>
            <a:endParaRPr lang="es-ES" altLang="en-US"/>
          </a:p>
        </p:txBody>
      </p:sp>
    </p:spTree>
    <p:extLst>
      <p:ext uri="{BB962C8B-B14F-4D97-AF65-F5344CB8AC3E}">
        <p14:creationId xmlns:p14="http://schemas.microsoft.com/office/powerpoint/2010/main" val="41308649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1631504" y="2420943"/>
            <a:ext cx="9433048" cy="1470025"/>
          </a:xfrm>
        </p:spPr>
        <p:txBody>
          <a:bodyPr anchor="ctr"/>
          <a:lstStyle/>
          <a:p>
            <a:r>
              <a:rPr lang="es-UY" altLang="en-US" sz="3200" b="1" dirty="0">
                <a:solidFill>
                  <a:schemeClr val="bg1"/>
                </a:solidFill>
              </a:rPr>
              <a:t>MÁQUINAS TÉRMICAS</a:t>
            </a:r>
            <a:endParaRPr lang="es-ES" altLang="en-US" sz="3200" b="1" dirty="0">
              <a:solidFill>
                <a:schemeClr val="bg1"/>
              </a:solidFill>
            </a:endParaRPr>
          </a:p>
        </p:txBody>
      </p:sp>
      <p:sp>
        <p:nvSpPr>
          <p:cNvPr id="2" name="CuadroTexto 1"/>
          <p:cNvSpPr txBox="1"/>
          <p:nvPr/>
        </p:nvSpPr>
        <p:spPr>
          <a:xfrm>
            <a:off x="10560496" y="6417253"/>
            <a:ext cx="1512168" cy="369332"/>
          </a:xfrm>
          <a:prstGeom prst="rect">
            <a:avLst/>
          </a:prstGeom>
          <a:solidFill>
            <a:schemeClr val="bg1"/>
          </a:solidFill>
          <a:ln>
            <a:noFill/>
          </a:ln>
        </p:spPr>
        <p:txBody>
          <a:bodyPr wrap="square" rtlCol="0">
            <a:spAutoFit/>
          </a:bodyPr>
          <a:lstStyle/>
          <a:p>
            <a:endParaRPr lang="en-US" dirty="0"/>
          </a:p>
        </p:txBody>
      </p:sp>
      <p:sp>
        <p:nvSpPr>
          <p:cNvPr id="4" name="Rectangle 2"/>
          <p:cNvSpPr txBox="1">
            <a:spLocks noChangeArrowheads="1"/>
          </p:cNvSpPr>
          <p:nvPr/>
        </p:nvSpPr>
        <p:spPr bwMode="auto">
          <a:xfrm>
            <a:off x="1631504" y="440748"/>
            <a:ext cx="8928992" cy="1470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60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r>
              <a:rPr lang="es-UY" altLang="en-US" sz="2800" b="1" dirty="0">
                <a:solidFill>
                  <a:schemeClr val="tx1"/>
                </a:solidFill>
              </a:rPr>
              <a:t>ESCUELA POLITÉCNICA NACIONAL</a:t>
            </a:r>
          </a:p>
          <a:p>
            <a:endParaRPr lang="es-UY" altLang="en-US" sz="2800" b="1" dirty="0">
              <a:solidFill>
                <a:schemeClr val="tx1"/>
              </a:solidFill>
            </a:endParaRPr>
          </a:p>
          <a:p>
            <a:r>
              <a:rPr lang="es-ES" altLang="en-US" sz="2800" b="1" dirty="0">
                <a:solidFill>
                  <a:schemeClr val="tx1"/>
                </a:solidFill>
              </a:rPr>
              <a:t>TÉCNOLOGÍA SUPERIOR EN ELECTROMECÁNICA</a:t>
            </a:r>
          </a:p>
        </p:txBody>
      </p:sp>
      <p:sp>
        <p:nvSpPr>
          <p:cNvPr id="5" name="Rectangle 2"/>
          <p:cNvSpPr txBox="1">
            <a:spLocks noChangeArrowheads="1"/>
          </p:cNvSpPr>
          <p:nvPr/>
        </p:nvSpPr>
        <p:spPr bwMode="auto">
          <a:xfrm>
            <a:off x="1559496" y="4509125"/>
            <a:ext cx="9793088" cy="1470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60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r>
              <a:rPr lang="es-UY" altLang="en-US" sz="2800" b="1" dirty="0">
                <a:solidFill>
                  <a:schemeClr val="tx1"/>
                </a:solidFill>
              </a:rPr>
              <a:t>TEMA: </a:t>
            </a:r>
            <a:r>
              <a:rPr lang="es-ES" altLang="en-US" sz="2800" b="1" dirty="0">
                <a:solidFill>
                  <a:schemeClr val="tx1"/>
                </a:solidFill>
              </a:rPr>
              <a:t>Estados Termodinámicos </a:t>
            </a:r>
          </a:p>
          <a:p>
            <a:endParaRPr lang="es-ES" altLang="en-US" sz="2800" b="1" dirty="0">
              <a:solidFill>
                <a:schemeClr val="tx1"/>
              </a:solidFill>
            </a:endParaRPr>
          </a:p>
          <a:p>
            <a:r>
              <a:rPr lang="es-ES" altLang="en-US" sz="2800" b="1" dirty="0">
                <a:solidFill>
                  <a:schemeClr val="tx1"/>
                </a:solidFill>
              </a:rPr>
              <a:t>Docente: Jonathan Loor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a:extLst>
            <a:ext uri="{FF2B5EF4-FFF2-40B4-BE49-F238E27FC236}">
              <a16:creationId xmlns:a16="http://schemas.microsoft.com/office/drawing/2014/main" id="{6ECCD94D-F9BC-E0A7-4306-5AE7A8947F7E}"/>
            </a:ext>
          </a:extLst>
        </p:cNvPr>
        <p:cNvGrpSpPr/>
        <p:nvPr/>
      </p:nvGrpSpPr>
      <p:grpSpPr>
        <a:xfrm>
          <a:off x="0" y="0"/>
          <a:ext cx="0" cy="0"/>
          <a:chOff x="0" y="0"/>
          <a:chExt cx="0" cy="0"/>
        </a:xfrm>
      </p:grpSpPr>
      <p:sp>
        <p:nvSpPr>
          <p:cNvPr id="24578" name="Rectangle 2">
            <a:extLst>
              <a:ext uri="{FF2B5EF4-FFF2-40B4-BE49-F238E27FC236}">
                <a16:creationId xmlns:a16="http://schemas.microsoft.com/office/drawing/2014/main" id="{716F85CF-5609-22B4-622E-EC38074EBE96}"/>
              </a:ext>
            </a:extLst>
          </p:cNvPr>
          <p:cNvSpPr>
            <a:spLocks noGrp="1" noChangeArrowheads="1"/>
          </p:cNvSpPr>
          <p:nvPr>
            <p:ph type="title"/>
          </p:nvPr>
        </p:nvSpPr>
        <p:spPr>
          <a:xfrm>
            <a:off x="407368" y="333375"/>
            <a:ext cx="9814545" cy="1143000"/>
          </a:xfrm>
        </p:spPr>
        <p:txBody>
          <a:bodyPr>
            <a:normAutofit/>
          </a:bodyPr>
          <a:lstStyle/>
          <a:p>
            <a:r>
              <a:rPr lang="es-ES" altLang="en-US" sz="4000" dirty="0">
                <a:solidFill>
                  <a:schemeClr val="bg1"/>
                </a:solidFill>
              </a:rPr>
              <a:t>Ejercicios propiedades termodinámicas</a:t>
            </a:r>
          </a:p>
        </p:txBody>
      </p:sp>
      <p:sp>
        <p:nvSpPr>
          <p:cNvPr id="24579" name="Rectangle 3">
            <a:extLst>
              <a:ext uri="{FF2B5EF4-FFF2-40B4-BE49-F238E27FC236}">
                <a16:creationId xmlns:a16="http://schemas.microsoft.com/office/drawing/2014/main" id="{B19FF868-FB53-C797-F2C1-D1DCA182DB2C}"/>
              </a:ext>
            </a:extLst>
          </p:cNvPr>
          <p:cNvSpPr>
            <a:spLocks noGrp="1" noChangeArrowheads="1"/>
          </p:cNvSpPr>
          <p:nvPr>
            <p:ph idx="1"/>
          </p:nvPr>
        </p:nvSpPr>
        <p:spPr>
          <a:xfrm>
            <a:off x="407368" y="1600200"/>
            <a:ext cx="11449272" cy="5068888"/>
          </a:xfrm>
        </p:spPr>
        <p:txBody>
          <a:bodyPr>
            <a:normAutofit/>
          </a:bodyPr>
          <a:lstStyle/>
          <a:p>
            <a:pPr marL="457200" indent="-457200" algn="just">
              <a:buAutoNum type="arabicParenR"/>
            </a:pPr>
            <a:r>
              <a:rPr lang="es-ES" sz="2400" dirty="0">
                <a:solidFill>
                  <a:prstClr val="black"/>
                </a:solidFill>
              </a:rPr>
              <a:t>Un dispositivo de cilindro-émbolo contiene 0.85 kg de refrigerante 134a, a -10 °C. El émbolo tiene movimiento libre, y su masa es 12 kg, con diámetro de 25 cm. La presión atmosférica local es 88 kPa. Se transfiere calor al refrigerante 134a hasta que su temperatura es 15 °C. Determine: a) la presión final, b) el cambio de volumen del cilindro y c) el cambio de entalpía en el refrigerante 134a.</a:t>
            </a:r>
          </a:p>
          <a:p>
            <a:pPr marL="457200" indent="-457200" algn="just">
              <a:buAutoNum type="arabicParenR"/>
            </a:pPr>
            <a:endParaRPr lang="es-ES" sz="2400" dirty="0">
              <a:solidFill>
                <a:prstClr val="black"/>
              </a:solidFill>
            </a:endParaRPr>
          </a:p>
          <a:p>
            <a:pPr marL="457200" indent="-457200" algn="just">
              <a:buAutoNum type="arabicParenR"/>
            </a:pPr>
            <a:endParaRPr lang="es-ES" sz="2400" dirty="0">
              <a:solidFill>
                <a:prstClr val="black"/>
              </a:solidFill>
            </a:endParaRPr>
          </a:p>
          <a:p>
            <a:pPr marL="457200" indent="-457200" algn="just">
              <a:buAutoNum type="arabicParenR"/>
            </a:pPr>
            <a:endParaRPr lang="es-ES" sz="2400" dirty="0">
              <a:solidFill>
                <a:prstClr val="black"/>
              </a:solidFill>
            </a:endParaRPr>
          </a:p>
          <a:p>
            <a:pPr marL="457200" indent="-457200" algn="just">
              <a:buAutoNum type="arabicParenR"/>
            </a:pPr>
            <a:endParaRPr lang="es-ES" sz="2400" dirty="0">
              <a:solidFill>
                <a:prstClr val="black"/>
              </a:solidFill>
            </a:endParaRPr>
          </a:p>
          <a:p>
            <a:pPr marL="457200" indent="-457200" algn="just">
              <a:buAutoNum type="arabicParenR"/>
            </a:pPr>
            <a:endParaRPr lang="es-ES" sz="2400" dirty="0">
              <a:solidFill>
                <a:prstClr val="black"/>
              </a:solidFill>
            </a:endParaRPr>
          </a:p>
          <a:p>
            <a:pPr marL="457200" indent="-457200" algn="just">
              <a:buAutoNum type="arabicParenR"/>
            </a:pPr>
            <a:r>
              <a:rPr lang="es-ES" sz="2400" dirty="0">
                <a:solidFill>
                  <a:prstClr val="black"/>
                </a:solidFill>
              </a:rPr>
              <a:t>Refrigerante 134a, cuyo volumen específico es 0.4618  pies</a:t>
            </a:r>
            <a:r>
              <a:rPr lang="es-ES" sz="2400" baseline="30000" dirty="0">
                <a:solidFill>
                  <a:prstClr val="black"/>
                </a:solidFill>
              </a:rPr>
              <a:t>3</a:t>
            </a:r>
            <a:r>
              <a:rPr lang="es-ES" sz="2400" dirty="0">
                <a:solidFill>
                  <a:prstClr val="black"/>
                </a:solidFill>
              </a:rPr>
              <a:t>/</a:t>
            </a:r>
            <a:r>
              <a:rPr lang="es-ES" sz="2400" dirty="0" err="1">
                <a:solidFill>
                  <a:prstClr val="black"/>
                </a:solidFill>
              </a:rPr>
              <a:t>lbm</a:t>
            </a:r>
            <a:r>
              <a:rPr lang="es-ES" sz="2400" dirty="0">
                <a:solidFill>
                  <a:prstClr val="black"/>
                </a:solidFill>
              </a:rPr>
              <a:t>, fluye por un tubo a 120 </a:t>
            </a:r>
            <a:r>
              <a:rPr lang="es-ES" sz="2400" dirty="0" err="1">
                <a:solidFill>
                  <a:prstClr val="black"/>
                </a:solidFill>
              </a:rPr>
              <a:t>psia</a:t>
            </a:r>
            <a:r>
              <a:rPr lang="es-ES" sz="2400" dirty="0">
                <a:solidFill>
                  <a:prstClr val="black"/>
                </a:solidFill>
              </a:rPr>
              <a:t>. ¿Cuál es la temperatura en el tubo?</a:t>
            </a:r>
          </a:p>
          <a:p>
            <a:pPr marL="0" indent="0" algn="just">
              <a:buNone/>
            </a:pPr>
            <a:endParaRPr lang="es-ES" sz="2400" dirty="0">
              <a:solidFill>
                <a:prstClr val="black"/>
              </a:solidFill>
            </a:endParaRPr>
          </a:p>
          <a:p>
            <a:pPr marL="0" indent="0" algn="just">
              <a:buNone/>
            </a:pPr>
            <a:endParaRPr lang="es-ES" sz="2400" dirty="0">
              <a:solidFill>
                <a:prstClr val="black"/>
              </a:solidFill>
            </a:endParaRPr>
          </a:p>
          <a:p>
            <a:pPr marL="0" indent="0" algn="just">
              <a:buNone/>
            </a:pPr>
            <a:endParaRPr lang="es-ES" sz="2400" dirty="0">
              <a:solidFill>
                <a:prstClr val="black"/>
              </a:solidFill>
            </a:endParaRPr>
          </a:p>
          <a:p>
            <a:pPr marL="0" indent="0" algn="just">
              <a:buNone/>
            </a:pPr>
            <a:endParaRPr lang="es-ES" sz="2400" dirty="0">
              <a:solidFill>
                <a:prstClr val="black"/>
              </a:solidFill>
            </a:endParaRPr>
          </a:p>
        </p:txBody>
      </p:sp>
      <p:sp>
        <p:nvSpPr>
          <p:cNvPr id="6" name="CuadroTexto 5">
            <a:extLst>
              <a:ext uri="{FF2B5EF4-FFF2-40B4-BE49-F238E27FC236}">
                <a16:creationId xmlns:a16="http://schemas.microsoft.com/office/drawing/2014/main" id="{CE89A625-B13C-4109-BCFC-A2E30226D7B9}"/>
              </a:ext>
            </a:extLst>
          </p:cNvPr>
          <p:cNvSpPr txBox="1"/>
          <p:nvPr/>
        </p:nvSpPr>
        <p:spPr>
          <a:xfrm>
            <a:off x="9756292" y="6423581"/>
            <a:ext cx="2316371" cy="369332"/>
          </a:xfrm>
          <a:prstGeom prst="rect">
            <a:avLst/>
          </a:prstGeom>
          <a:solidFill>
            <a:schemeClr val="bg1"/>
          </a:solidFill>
          <a:ln>
            <a:noFill/>
          </a:ln>
        </p:spPr>
        <p:txBody>
          <a:bodyPr wrap="square" rtlCol="0">
            <a:spAutoFit/>
          </a:bodyPr>
          <a:lstStyle/>
          <a:p>
            <a:endParaRPr lang="en-US" dirty="0"/>
          </a:p>
        </p:txBody>
      </p:sp>
      <p:pic>
        <p:nvPicPr>
          <p:cNvPr id="3" name="Imagen 2">
            <a:extLst>
              <a:ext uri="{FF2B5EF4-FFF2-40B4-BE49-F238E27FC236}">
                <a16:creationId xmlns:a16="http://schemas.microsoft.com/office/drawing/2014/main" id="{0EF863C8-4345-C81D-4FEF-C1874223FF21}"/>
              </a:ext>
            </a:extLst>
          </p:cNvPr>
          <p:cNvPicPr>
            <a:picLocks noChangeAspect="1"/>
          </p:cNvPicPr>
          <p:nvPr/>
        </p:nvPicPr>
        <p:blipFill>
          <a:blip r:embed="rId3"/>
          <a:stretch>
            <a:fillRect/>
          </a:stretch>
        </p:blipFill>
        <p:spPr>
          <a:xfrm>
            <a:off x="5072732" y="3429000"/>
            <a:ext cx="2118544" cy="1973751"/>
          </a:xfrm>
          <a:prstGeom prst="rect">
            <a:avLst/>
          </a:prstGeom>
        </p:spPr>
      </p:pic>
    </p:spTree>
    <p:extLst>
      <p:ext uri="{BB962C8B-B14F-4D97-AF65-F5344CB8AC3E}">
        <p14:creationId xmlns:p14="http://schemas.microsoft.com/office/powerpoint/2010/main" val="39075122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a:extLst>
            <a:ext uri="{FF2B5EF4-FFF2-40B4-BE49-F238E27FC236}">
              <a16:creationId xmlns:a16="http://schemas.microsoft.com/office/drawing/2014/main" id="{E327507D-CAB1-1886-6820-6795DB022F5B}"/>
            </a:ext>
          </a:extLst>
        </p:cNvPr>
        <p:cNvGrpSpPr/>
        <p:nvPr/>
      </p:nvGrpSpPr>
      <p:grpSpPr>
        <a:xfrm>
          <a:off x="0" y="0"/>
          <a:ext cx="0" cy="0"/>
          <a:chOff x="0" y="0"/>
          <a:chExt cx="0" cy="0"/>
        </a:xfrm>
      </p:grpSpPr>
      <p:sp>
        <p:nvSpPr>
          <p:cNvPr id="24578" name="Rectangle 2">
            <a:extLst>
              <a:ext uri="{FF2B5EF4-FFF2-40B4-BE49-F238E27FC236}">
                <a16:creationId xmlns:a16="http://schemas.microsoft.com/office/drawing/2014/main" id="{16016D6C-3F36-E6DA-4F28-368C8D87F894}"/>
              </a:ext>
            </a:extLst>
          </p:cNvPr>
          <p:cNvSpPr>
            <a:spLocks noGrp="1" noChangeArrowheads="1"/>
          </p:cNvSpPr>
          <p:nvPr>
            <p:ph type="title"/>
          </p:nvPr>
        </p:nvSpPr>
        <p:spPr>
          <a:xfrm>
            <a:off x="407368" y="333375"/>
            <a:ext cx="9814545" cy="1143000"/>
          </a:xfrm>
        </p:spPr>
        <p:txBody>
          <a:bodyPr>
            <a:normAutofit/>
          </a:bodyPr>
          <a:lstStyle/>
          <a:p>
            <a:r>
              <a:rPr lang="es-ES" altLang="en-US" sz="4000" dirty="0">
                <a:solidFill>
                  <a:schemeClr val="bg1"/>
                </a:solidFill>
              </a:rPr>
              <a:t>Ejercicios propiedades termodinámicas</a:t>
            </a:r>
          </a:p>
        </p:txBody>
      </p:sp>
      <p:sp>
        <p:nvSpPr>
          <p:cNvPr id="24579" name="Rectangle 3">
            <a:extLst>
              <a:ext uri="{FF2B5EF4-FFF2-40B4-BE49-F238E27FC236}">
                <a16:creationId xmlns:a16="http://schemas.microsoft.com/office/drawing/2014/main" id="{4EC47A46-34D9-22FD-9943-083AEA6E6FEC}"/>
              </a:ext>
            </a:extLst>
          </p:cNvPr>
          <p:cNvSpPr>
            <a:spLocks noGrp="1" noChangeArrowheads="1"/>
          </p:cNvSpPr>
          <p:nvPr>
            <p:ph idx="1"/>
          </p:nvPr>
        </p:nvSpPr>
        <p:spPr>
          <a:xfrm>
            <a:off x="407368" y="1600200"/>
            <a:ext cx="11449272" cy="5068888"/>
          </a:xfrm>
        </p:spPr>
        <p:txBody>
          <a:bodyPr>
            <a:normAutofit/>
          </a:bodyPr>
          <a:lstStyle/>
          <a:p>
            <a:pPr marL="457200" indent="-457200" algn="just">
              <a:buFont typeface="+mj-lt"/>
              <a:buAutoNum type="arabicParenR" startAt="3"/>
            </a:pPr>
            <a:r>
              <a:rPr lang="es-ES" sz="2400" dirty="0">
                <a:solidFill>
                  <a:prstClr val="black"/>
                </a:solidFill>
              </a:rPr>
              <a:t>Un kilogramo de agua llena un depósito de 150 L a una presión inicial de 2Mpa. Después se enfría el depósito a 40 °C. Determine la temperatura inicial y la presión final del agua.</a:t>
            </a:r>
          </a:p>
          <a:p>
            <a:pPr marL="457200" indent="-457200" algn="just">
              <a:buFont typeface="+mj-lt"/>
              <a:buAutoNum type="arabicParenR" startAt="3"/>
            </a:pPr>
            <a:endParaRPr lang="es-ES" sz="2400" dirty="0">
              <a:solidFill>
                <a:prstClr val="black"/>
              </a:solidFill>
            </a:endParaRPr>
          </a:p>
          <a:p>
            <a:pPr marL="457200" indent="-457200" algn="just">
              <a:buFont typeface="+mj-lt"/>
              <a:buAutoNum type="arabicParenR" startAt="3"/>
            </a:pPr>
            <a:endParaRPr lang="es-ES" sz="2400" dirty="0">
              <a:solidFill>
                <a:prstClr val="black"/>
              </a:solidFill>
            </a:endParaRPr>
          </a:p>
          <a:p>
            <a:pPr marL="457200" indent="-457200" algn="just">
              <a:buFont typeface="+mj-lt"/>
              <a:buAutoNum type="arabicParenR" startAt="3"/>
            </a:pPr>
            <a:endParaRPr lang="es-ES" sz="2400" dirty="0">
              <a:solidFill>
                <a:prstClr val="black"/>
              </a:solidFill>
            </a:endParaRPr>
          </a:p>
          <a:p>
            <a:pPr marL="457200" indent="-457200" algn="just">
              <a:buFont typeface="+mj-lt"/>
              <a:buAutoNum type="arabicParenR" startAt="3"/>
            </a:pPr>
            <a:endParaRPr lang="es-ES" sz="2400" dirty="0">
              <a:solidFill>
                <a:prstClr val="black"/>
              </a:solidFill>
            </a:endParaRPr>
          </a:p>
          <a:p>
            <a:pPr marL="457200" indent="-457200" algn="just">
              <a:buFont typeface="+mj-lt"/>
              <a:buAutoNum type="arabicParenR" startAt="3"/>
            </a:pPr>
            <a:r>
              <a:rPr lang="es-ES" sz="2400" dirty="0">
                <a:solidFill>
                  <a:prstClr val="black"/>
                </a:solidFill>
              </a:rPr>
              <a:t>Un contenedor rígido de 1.348 m</a:t>
            </a:r>
            <a:r>
              <a:rPr lang="es-ES" sz="2400" baseline="30000" dirty="0">
                <a:solidFill>
                  <a:prstClr val="black"/>
                </a:solidFill>
              </a:rPr>
              <a:t>3</a:t>
            </a:r>
            <a:r>
              <a:rPr lang="es-ES" sz="2400" dirty="0">
                <a:solidFill>
                  <a:prstClr val="black"/>
                </a:solidFill>
              </a:rPr>
              <a:t> se llena con 10 kg de refrigerante 134a a una temperatura inicial de –40 °C. Luego se calienta el contenedor hasta que la presión es de 200 kPa. Determine la temperatura final y la presión inicial. </a:t>
            </a:r>
            <a:r>
              <a:rPr lang="es-ES" sz="2400" b="1" i="1" dirty="0">
                <a:solidFill>
                  <a:prstClr val="black"/>
                </a:solidFill>
              </a:rPr>
              <a:t>Respuesta: 66.3 °C, 51.25 kPa</a:t>
            </a:r>
            <a:r>
              <a:rPr lang="es-ES" sz="2400" dirty="0">
                <a:solidFill>
                  <a:prstClr val="black"/>
                </a:solidFill>
              </a:rPr>
              <a:t>.</a:t>
            </a:r>
          </a:p>
        </p:txBody>
      </p:sp>
      <p:sp>
        <p:nvSpPr>
          <p:cNvPr id="6" name="CuadroTexto 5">
            <a:extLst>
              <a:ext uri="{FF2B5EF4-FFF2-40B4-BE49-F238E27FC236}">
                <a16:creationId xmlns:a16="http://schemas.microsoft.com/office/drawing/2014/main" id="{CAA5C503-05B6-3C72-6C3B-4BC595E37380}"/>
              </a:ext>
            </a:extLst>
          </p:cNvPr>
          <p:cNvSpPr txBox="1"/>
          <p:nvPr/>
        </p:nvSpPr>
        <p:spPr>
          <a:xfrm>
            <a:off x="9756292" y="6423581"/>
            <a:ext cx="2316371" cy="369332"/>
          </a:xfrm>
          <a:prstGeom prst="rect">
            <a:avLst/>
          </a:prstGeom>
          <a:solidFill>
            <a:schemeClr val="bg1"/>
          </a:solidFill>
          <a:ln>
            <a:noFill/>
          </a:ln>
        </p:spPr>
        <p:txBody>
          <a:bodyPr wrap="square" rtlCol="0">
            <a:spAutoFit/>
          </a:bodyPr>
          <a:lstStyle/>
          <a:p>
            <a:endParaRPr lang="en-US" dirty="0"/>
          </a:p>
        </p:txBody>
      </p:sp>
      <p:pic>
        <p:nvPicPr>
          <p:cNvPr id="3" name="Imagen 2">
            <a:extLst>
              <a:ext uri="{FF2B5EF4-FFF2-40B4-BE49-F238E27FC236}">
                <a16:creationId xmlns:a16="http://schemas.microsoft.com/office/drawing/2014/main" id="{B6EA1CCC-3097-E211-B885-A9EF282DFADF}"/>
              </a:ext>
            </a:extLst>
          </p:cNvPr>
          <p:cNvPicPr>
            <a:picLocks noChangeAspect="1"/>
          </p:cNvPicPr>
          <p:nvPr/>
        </p:nvPicPr>
        <p:blipFill>
          <a:blip r:embed="rId3"/>
          <a:stretch>
            <a:fillRect/>
          </a:stretch>
        </p:blipFill>
        <p:spPr>
          <a:xfrm>
            <a:off x="4655840" y="2387182"/>
            <a:ext cx="2880320" cy="2083636"/>
          </a:xfrm>
          <a:prstGeom prst="rect">
            <a:avLst/>
          </a:prstGeom>
        </p:spPr>
      </p:pic>
    </p:spTree>
    <p:extLst>
      <p:ext uri="{BB962C8B-B14F-4D97-AF65-F5344CB8AC3E}">
        <p14:creationId xmlns:p14="http://schemas.microsoft.com/office/powerpoint/2010/main" val="24630885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a:extLst>
            <a:ext uri="{FF2B5EF4-FFF2-40B4-BE49-F238E27FC236}">
              <a16:creationId xmlns:a16="http://schemas.microsoft.com/office/drawing/2014/main" id="{C55017CE-5668-9BE0-2516-8498BE7CD9A9}"/>
            </a:ext>
          </a:extLst>
        </p:cNvPr>
        <p:cNvGrpSpPr/>
        <p:nvPr/>
      </p:nvGrpSpPr>
      <p:grpSpPr>
        <a:xfrm>
          <a:off x="0" y="0"/>
          <a:ext cx="0" cy="0"/>
          <a:chOff x="0" y="0"/>
          <a:chExt cx="0" cy="0"/>
        </a:xfrm>
      </p:grpSpPr>
      <p:sp>
        <p:nvSpPr>
          <p:cNvPr id="24578" name="Rectangle 2">
            <a:extLst>
              <a:ext uri="{FF2B5EF4-FFF2-40B4-BE49-F238E27FC236}">
                <a16:creationId xmlns:a16="http://schemas.microsoft.com/office/drawing/2014/main" id="{CCADE49E-2A4A-915D-E044-EBFDD84D81CE}"/>
              </a:ext>
            </a:extLst>
          </p:cNvPr>
          <p:cNvSpPr>
            <a:spLocks noGrp="1" noChangeArrowheads="1"/>
          </p:cNvSpPr>
          <p:nvPr>
            <p:ph type="title"/>
          </p:nvPr>
        </p:nvSpPr>
        <p:spPr>
          <a:xfrm>
            <a:off x="407368" y="333375"/>
            <a:ext cx="9814545" cy="1143000"/>
          </a:xfrm>
        </p:spPr>
        <p:txBody>
          <a:bodyPr>
            <a:normAutofit/>
          </a:bodyPr>
          <a:lstStyle/>
          <a:p>
            <a:r>
              <a:rPr lang="es-ES" altLang="en-US" sz="4000" dirty="0">
                <a:solidFill>
                  <a:schemeClr val="bg1"/>
                </a:solidFill>
              </a:rPr>
              <a:t>Ejercicios propiedades termodinámicas</a:t>
            </a:r>
          </a:p>
        </p:txBody>
      </p:sp>
      <p:sp>
        <p:nvSpPr>
          <p:cNvPr id="24579" name="Rectangle 3">
            <a:extLst>
              <a:ext uri="{FF2B5EF4-FFF2-40B4-BE49-F238E27FC236}">
                <a16:creationId xmlns:a16="http://schemas.microsoft.com/office/drawing/2014/main" id="{C806F85A-8872-B609-D3CB-7F912187B028}"/>
              </a:ext>
            </a:extLst>
          </p:cNvPr>
          <p:cNvSpPr>
            <a:spLocks noGrp="1" noChangeArrowheads="1"/>
          </p:cNvSpPr>
          <p:nvPr>
            <p:ph idx="1"/>
          </p:nvPr>
        </p:nvSpPr>
        <p:spPr>
          <a:xfrm>
            <a:off x="407368" y="1600200"/>
            <a:ext cx="11449272" cy="1756792"/>
          </a:xfrm>
        </p:spPr>
        <p:txBody>
          <a:bodyPr>
            <a:normAutofit/>
          </a:bodyPr>
          <a:lstStyle/>
          <a:p>
            <a:pPr marL="457200" indent="-457200" algn="just">
              <a:buFont typeface="+mj-lt"/>
              <a:buAutoNum type="arabicParenR" startAt="5"/>
            </a:pPr>
            <a:r>
              <a:rPr lang="es-ES" sz="2400" dirty="0">
                <a:solidFill>
                  <a:prstClr val="black"/>
                </a:solidFill>
              </a:rPr>
              <a:t>100 kg de refrigerante 134a a 200 kPa están en un dispositivo de cilindro-émbolo, cuyo volumen es 12.322 m</a:t>
            </a:r>
            <a:r>
              <a:rPr lang="es-ES" sz="2400" baseline="30000" dirty="0">
                <a:solidFill>
                  <a:prstClr val="black"/>
                </a:solidFill>
              </a:rPr>
              <a:t>3</a:t>
            </a:r>
            <a:r>
              <a:rPr lang="es-ES" sz="2400" dirty="0">
                <a:solidFill>
                  <a:prstClr val="black"/>
                </a:solidFill>
              </a:rPr>
              <a:t>. A continuación se mueve el émbolo, hasta que el volumen del recipiente es la mitad de su valor original. Esa compresión se hace de tal modo que la presión del refrigerante no cambia. Determine la temperatura final, y el cambio de energía interna total del refrigerante 134a.</a:t>
            </a:r>
          </a:p>
        </p:txBody>
      </p:sp>
      <p:sp>
        <p:nvSpPr>
          <p:cNvPr id="6" name="CuadroTexto 5">
            <a:extLst>
              <a:ext uri="{FF2B5EF4-FFF2-40B4-BE49-F238E27FC236}">
                <a16:creationId xmlns:a16="http://schemas.microsoft.com/office/drawing/2014/main" id="{B4FDF900-9C55-A465-A329-EA2917EFBEF9}"/>
              </a:ext>
            </a:extLst>
          </p:cNvPr>
          <p:cNvSpPr txBox="1"/>
          <p:nvPr/>
        </p:nvSpPr>
        <p:spPr>
          <a:xfrm>
            <a:off x="9756292" y="6423581"/>
            <a:ext cx="2316371" cy="369332"/>
          </a:xfrm>
          <a:prstGeom prst="rect">
            <a:avLst/>
          </a:prstGeom>
          <a:solidFill>
            <a:schemeClr val="bg1"/>
          </a:solidFill>
          <a:ln>
            <a:noFill/>
          </a:ln>
        </p:spPr>
        <p:txBody>
          <a:bodyPr wrap="square" rtlCol="0">
            <a:spAutoFit/>
          </a:bodyPr>
          <a:lstStyle/>
          <a:p>
            <a:endParaRPr lang="en-US" dirty="0"/>
          </a:p>
        </p:txBody>
      </p:sp>
      <p:pic>
        <p:nvPicPr>
          <p:cNvPr id="4" name="Imagen 3">
            <a:extLst>
              <a:ext uri="{FF2B5EF4-FFF2-40B4-BE49-F238E27FC236}">
                <a16:creationId xmlns:a16="http://schemas.microsoft.com/office/drawing/2014/main" id="{79EFB8A0-5E22-00AA-A004-83E0E3CCDFB4}"/>
              </a:ext>
            </a:extLst>
          </p:cNvPr>
          <p:cNvPicPr>
            <a:picLocks noChangeAspect="1"/>
          </p:cNvPicPr>
          <p:nvPr/>
        </p:nvPicPr>
        <p:blipFill>
          <a:blip r:embed="rId3"/>
          <a:stretch>
            <a:fillRect/>
          </a:stretch>
        </p:blipFill>
        <p:spPr>
          <a:xfrm>
            <a:off x="10128449" y="3843269"/>
            <a:ext cx="1904478" cy="1961996"/>
          </a:xfrm>
          <a:prstGeom prst="rect">
            <a:avLst/>
          </a:prstGeom>
        </p:spPr>
      </p:pic>
      <p:sp>
        <p:nvSpPr>
          <p:cNvPr id="2" name="Rectangle 3">
            <a:extLst>
              <a:ext uri="{FF2B5EF4-FFF2-40B4-BE49-F238E27FC236}">
                <a16:creationId xmlns:a16="http://schemas.microsoft.com/office/drawing/2014/main" id="{1D955F89-70DF-6100-43E0-B9E398DDDD9C}"/>
              </a:ext>
            </a:extLst>
          </p:cNvPr>
          <p:cNvSpPr txBox="1">
            <a:spLocks noChangeArrowheads="1"/>
          </p:cNvSpPr>
          <p:nvPr/>
        </p:nvSpPr>
        <p:spPr>
          <a:xfrm>
            <a:off x="407367" y="1600200"/>
            <a:ext cx="9814545" cy="506888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endParaRPr lang="es-ES" sz="2400" dirty="0">
              <a:solidFill>
                <a:prstClr val="black"/>
              </a:solidFill>
            </a:endParaRPr>
          </a:p>
          <a:p>
            <a:pPr marL="0" indent="0" algn="just">
              <a:buNone/>
            </a:pPr>
            <a:endParaRPr lang="es-ES" sz="2400" dirty="0">
              <a:solidFill>
                <a:prstClr val="black"/>
              </a:solidFill>
            </a:endParaRPr>
          </a:p>
          <a:p>
            <a:pPr marL="0" indent="0" algn="just">
              <a:buNone/>
            </a:pPr>
            <a:endParaRPr lang="es-ES" sz="2400" dirty="0">
              <a:solidFill>
                <a:prstClr val="black"/>
              </a:solidFill>
            </a:endParaRPr>
          </a:p>
          <a:p>
            <a:pPr marL="0" indent="0" algn="just">
              <a:buNone/>
            </a:pPr>
            <a:endParaRPr lang="es-ES" sz="2400" dirty="0">
              <a:solidFill>
                <a:prstClr val="black"/>
              </a:solidFill>
            </a:endParaRPr>
          </a:p>
          <a:p>
            <a:pPr marL="0" indent="0" algn="just">
              <a:buNone/>
            </a:pPr>
            <a:endParaRPr lang="es-ES" sz="2400" dirty="0">
              <a:solidFill>
                <a:prstClr val="black"/>
              </a:solidFill>
            </a:endParaRPr>
          </a:p>
          <a:p>
            <a:pPr marL="0" indent="0" algn="just">
              <a:buNone/>
            </a:pPr>
            <a:r>
              <a:rPr lang="es-ES" sz="2400" dirty="0">
                <a:solidFill>
                  <a:prstClr val="black"/>
                </a:solidFill>
              </a:rPr>
              <a:t>6) Agua, inicialmente a 300 kPa y 250 °C, está contenida en un dispositivo cilindro-émbolo provisto de topes. Se deja enfriar el agua a presión constante hasta que adquiere la calidad de vapor saturado, y el cilindro está en reposo en los topes. Luego, el agua sigue enfriándose hasta que la presión es de 100 kPa. En el diagrama T-v , con respecto a las líneas de saturación, las curvas de proceso pasan tanto por los estados inicial e intermedio como por el estado final del agua. Etiquete los valores de T, P y v para los estados finales en las curvas del proceso. Encuentre el cambio total en energía interna entre los estados inicial y final por unidad de masa de agua.</a:t>
            </a:r>
          </a:p>
        </p:txBody>
      </p:sp>
    </p:spTree>
    <p:extLst>
      <p:ext uri="{BB962C8B-B14F-4D97-AF65-F5344CB8AC3E}">
        <p14:creationId xmlns:p14="http://schemas.microsoft.com/office/powerpoint/2010/main" val="919229235"/>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3394</TotalTime>
  <Words>446</Words>
  <Application>Microsoft Office PowerPoint</Application>
  <PresentationFormat>Panorámica</PresentationFormat>
  <Paragraphs>32</Paragraphs>
  <Slides>4</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4</vt:i4>
      </vt:variant>
    </vt:vector>
  </HeadingPairs>
  <TitlesOfParts>
    <vt:vector size="8" baseType="lpstr">
      <vt:lpstr>Arial</vt:lpstr>
      <vt:lpstr>Calibri</vt:lpstr>
      <vt:lpstr>Calibri Light</vt:lpstr>
      <vt:lpstr>Tema de Office</vt:lpstr>
      <vt:lpstr>MÁQUINAS TÉRMICAS</vt:lpstr>
      <vt:lpstr>Ejercicios propiedades termodinámicas</vt:lpstr>
      <vt:lpstr>Ejercicios propiedades termodinámicas</vt:lpstr>
      <vt:lpstr>Ejercicios propiedades termodinámicas</vt:lpstr>
    </vt:vector>
  </TitlesOfParts>
  <Company>Toshiba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Jonathan Loor</dc:creator>
  <cp:lastModifiedBy>JONATHAN GABRIEL LOOR BAUTISTA</cp:lastModifiedBy>
  <cp:revision>58</cp:revision>
  <dcterms:created xsi:type="dcterms:W3CDTF">2009-09-22T20:21:09Z</dcterms:created>
  <dcterms:modified xsi:type="dcterms:W3CDTF">2025-10-13T14:27:43Z</dcterms:modified>
</cp:coreProperties>
</file>