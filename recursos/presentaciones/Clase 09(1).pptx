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10" r:id="rId3"/>
    <p:sldId id="315" r:id="rId4"/>
    <p:sldId id="314" r:id="rId5"/>
    <p:sldId id="308" r:id="rId6"/>
    <p:sldId id="316" r:id="rId7"/>
    <p:sldId id="317" r:id="rId8"/>
    <p:sldId id="322" r:id="rId9"/>
    <p:sldId id="319" r:id="rId10"/>
    <p:sldId id="320" r:id="rId11"/>
    <p:sldId id="32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DA4C2B-8C1A-42D2-A239-F1671319639B}" v="17" dt="2025-06-16T02:38:01.1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29" autoAdjust="0"/>
    <p:restoredTop sz="95847" autoAdjust="0"/>
  </p:normalViewPr>
  <p:slideViewPr>
    <p:cSldViewPr>
      <p:cViewPr varScale="1">
        <p:scale>
          <a:sx n="83" d="100"/>
          <a:sy n="83" d="100"/>
        </p:scale>
        <p:origin x="869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GABRIEL LOOR BAUTISTA" userId="4234489a-f210-4949-b3ca-adca1d814dab" providerId="ADAL" clId="{60CD1451-DAD3-4FF9-A968-D022F46CA1C2}"/>
    <pc:docChg chg="modSld">
      <pc:chgData name="JONATHAN GABRIEL LOOR BAUTISTA" userId="4234489a-f210-4949-b3ca-adca1d814dab" providerId="ADAL" clId="{60CD1451-DAD3-4FF9-A968-D022F46CA1C2}" dt="2022-11-11T20:16:04.902" v="15" actId="1076"/>
      <pc:docMkLst>
        <pc:docMk/>
      </pc:docMkLst>
      <pc:sldChg chg="modSp mod">
        <pc:chgData name="JONATHAN GABRIEL LOOR BAUTISTA" userId="4234489a-f210-4949-b3ca-adca1d814dab" providerId="ADAL" clId="{60CD1451-DAD3-4FF9-A968-D022F46CA1C2}" dt="2022-11-11T18:42:02.287" v="2" actId="114"/>
        <pc:sldMkLst>
          <pc:docMk/>
          <pc:sldMk cId="2453666722" sldId="271"/>
        </pc:sldMkLst>
      </pc:sldChg>
      <pc:sldChg chg="modSp mod">
        <pc:chgData name="JONATHAN GABRIEL LOOR BAUTISTA" userId="4234489a-f210-4949-b3ca-adca1d814dab" providerId="ADAL" clId="{60CD1451-DAD3-4FF9-A968-D022F46CA1C2}" dt="2022-11-11T18:48:14.907" v="12" actId="1076"/>
        <pc:sldMkLst>
          <pc:docMk/>
          <pc:sldMk cId="1911223544" sldId="280"/>
        </pc:sldMkLst>
      </pc:sldChg>
      <pc:sldChg chg="modSp mod">
        <pc:chgData name="JONATHAN GABRIEL LOOR BAUTISTA" userId="4234489a-f210-4949-b3ca-adca1d814dab" providerId="ADAL" clId="{60CD1451-DAD3-4FF9-A968-D022F46CA1C2}" dt="2022-11-11T20:16:04.902" v="15" actId="1076"/>
        <pc:sldMkLst>
          <pc:docMk/>
          <pc:sldMk cId="627336759" sldId="286"/>
        </pc:sldMkLst>
      </pc:sldChg>
    </pc:docChg>
  </pc:docChgLst>
  <pc:docChgLst>
    <pc:chgData name="JONATHAN GABRIEL LOOR BAUTISTA" userId="4234489a-f210-4949-b3ca-adca1d814dab" providerId="ADAL" clId="{4BF10871-1B9E-410E-8846-978CDECD46ED}"/>
    <pc:docChg chg="undo custSel addSld delSld modSld">
      <pc:chgData name="JONATHAN GABRIEL LOOR BAUTISTA" userId="4234489a-f210-4949-b3ca-adca1d814dab" providerId="ADAL" clId="{4BF10871-1B9E-410E-8846-978CDECD46ED}" dt="2023-11-09T14:38:02.575" v="1036" actId="20577"/>
      <pc:docMkLst>
        <pc:docMk/>
      </pc:docMkLst>
      <pc:sldChg chg="modSp mod">
        <pc:chgData name="JONATHAN GABRIEL LOOR BAUTISTA" userId="4234489a-f210-4949-b3ca-adca1d814dab" providerId="ADAL" clId="{4BF10871-1B9E-410E-8846-978CDECD46ED}" dt="2023-11-09T13:03:53.545" v="25" actId="20577"/>
        <pc:sldMkLst>
          <pc:docMk/>
          <pc:sldMk cId="0" sldId="256"/>
        </pc:sldMkLst>
      </pc:sldChg>
      <pc:sldChg chg="addSp delSp modSp mod">
        <pc:chgData name="JONATHAN GABRIEL LOOR BAUTISTA" userId="4234489a-f210-4949-b3ca-adca1d814dab" providerId="ADAL" clId="{4BF10871-1B9E-410E-8846-978CDECD46ED}" dt="2023-11-09T13:09:17.259" v="68" actId="20577"/>
        <pc:sldMkLst>
          <pc:docMk/>
          <pc:sldMk cId="0" sldId="258"/>
        </pc:sldMkLst>
      </pc:sldChg>
      <pc:sldChg chg="del">
        <pc:chgData name="JONATHAN GABRIEL LOOR BAUTISTA" userId="4234489a-f210-4949-b3ca-adca1d814dab" providerId="ADAL" clId="{4BF10871-1B9E-410E-8846-978CDECD46ED}" dt="2023-11-09T13:09:08.466" v="66" actId="47"/>
        <pc:sldMkLst>
          <pc:docMk/>
          <pc:sldMk cId="365126346" sldId="259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11:37.608" v="123" actId="1076"/>
        <pc:sldMkLst>
          <pc:docMk/>
          <pc:sldMk cId="1413283838" sldId="259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4:38:02.575" v="1036" actId="20577"/>
        <pc:sldMkLst>
          <pc:docMk/>
          <pc:sldMk cId="2169708303" sldId="260"/>
        </pc:sldMkLst>
      </pc:sldChg>
      <pc:sldChg chg="del">
        <pc:chgData name="JONATHAN GABRIEL LOOR BAUTISTA" userId="4234489a-f210-4949-b3ca-adca1d814dab" providerId="ADAL" clId="{4BF10871-1B9E-410E-8846-978CDECD46ED}" dt="2023-11-09T13:09:10.005" v="67" actId="47"/>
        <pc:sldMkLst>
          <pc:docMk/>
          <pc:sldMk cId="2494341450" sldId="260"/>
        </pc:sldMkLst>
      </pc:sldChg>
      <pc:sldChg chg="del">
        <pc:chgData name="JONATHAN GABRIEL LOOR BAUTISTA" userId="4234489a-f210-4949-b3ca-adca1d814dab" providerId="ADAL" clId="{4BF10871-1B9E-410E-8846-978CDECD46ED}" dt="2023-11-09T13:09:08.169" v="65" actId="47"/>
        <pc:sldMkLst>
          <pc:docMk/>
          <pc:sldMk cId="1096243283" sldId="261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18:32.576" v="234" actId="1076"/>
        <pc:sldMkLst>
          <pc:docMk/>
          <pc:sldMk cId="2036800423" sldId="261"/>
        </pc:sldMkLst>
      </pc:sldChg>
      <pc:sldChg chg="del">
        <pc:chgData name="JONATHAN GABRIEL LOOR BAUTISTA" userId="4234489a-f210-4949-b3ca-adca1d814dab" providerId="ADAL" clId="{4BF10871-1B9E-410E-8846-978CDECD46ED}" dt="2023-11-09T13:09:07.699" v="63" actId="47"/>
        <pc:sldMkLst>
          <pc:docMk/>
          <pc:sldMk cId="446297087" sldId="262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19:20" v="268" actId="1076"/>
        <pc:sldMkLst>
          <pc:docMk/>
          <pc:sldMk cId="3749745879" sldId="262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21:16.968" v="299" actId="1076"/>
        <pc:sldMkLst>
          <pc:docMk/>
          <pc:sldMk cId="26735523" sldId="263"/>
        </pc:sldMkLst>
      </pc:sldChg>
      <pc:sldChg chg="del">
        <pc:chgData name="JONATHAN GABRIEL LOOR BAUTISTA" userId="4234489a-f210-4949-b3ca-adca1d814dab" providerId="ADAL" clId="{4BF10871-1B9E-410E-8846-978CDECD46ED}" dt="2023-11-09T13:09:07.560" v="62" actId="47"/>
        <pc:sldMkLst>
          <pc:docMk/>
          <pc:sldMk cId="3749474826" sldId="263"/>
        </pc:sldMkLst>
      </pc:sldChg>
      <pc:sldChg chg="del">
        <pc:chgData name="JONATHAN GABRIEL LOOR BAUTISTA" userId="4234489a-f210-4949-b3ca-adca1d814dab" providerId="ADAL" clId="{4BF10871-1B9E-410E-8846-978CDECD46ED}" dt="2023-11-09T13:09:07.357" v="61" actId="47"/>
        <pc:sldMkLst>
          <pc:docMk/>
          <pc:sldMk cId="1712364955" sldId="264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22:24.608" v="318" actId="313"/>
        <pc:sldMkLst>
          <pc:docMk/>
          <pc:sldMk cId="3349323718" sldId="264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24:57.808" v="346" actId="1076"/>
        <pc:sldMkLst>
          <pc:docMk/>
          <pc:sldMk cId="3215622691" sldId="265"/>
        </pc:sldMkLst>
      </pc:sldChg>
      <pc:sldChg chg="del">
        <pc:chgData name="JONATHAN GABRIEL LOOR BAUTISTA" userId="4234489a-f210-4949-b3ca-adca1d814dab" providerId="ADAL" clId="{4BF10871-1B9E-410E-8846-978CDECD46ED}" dt="2023-11-09T13:09:07.213" v="60" actId="47"/>
        <pc:sldMkLst>
          <pc:docMk/>
          <pc:sldMk cId="3972352135" sldId="265"/>
        </pc:sldMkLst>
      </pc:sldChg>
      <pc:sldChg chg="del">
        <pc:chgData name="JONATHAN GABRIEL LOOR BAUTISTA" userId="4234489a-f210-4949-b3ca-adca1d814dab" providerId="ADAL" clId="{4BF10871-1B9E-410E-8846-978CDECD46ED}" dt="2023-11-09T13:09:07.932" v="64" actId="47"/>
        <pc:sldMkLst>
          <pc:docMk/>
          <pc:sldMk cId="628235030" sldId="266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27:54.463" v="409" actId="1076"/>
        <pc:sldMkLst>
          <pc:docMk/>
          <pc:sldMk cId="2374877937" sldId="266"/>
        </pc:sldMkLst>
      </pc:sldChg>
      <pc:sldChg chg="addSp modSp add mod">
        <pc:chgData name="JONATHAN GABRIEL LOOR BAUTISTA" userId="4234489a-f210-4949-b3ca-adca1d814dab" providerId="ADAL" clId="{4BF10871-1B9E-410E-8846-978CDECD46ED}" dt="2023-11-09T13:35:13.993" v="432"/>
        <pc:sldMkLst>
          <pc:docMk/>
          <pc:sldMk cId="938569621" sldId="267"/>
        </pc:sldMkLst>
      </pc:sldChg>
      <pc:sldChg chg="addSp delSp modSp add">
        <pc:chgData name="JONATHAN GABRIEL LOOR BAUTISTA" userId="4234489a-f210-4949-b3ca-adca1d814dab" providerId="ADAL" clId="{4BF10871-1B9E-410E-8846-978CDECD46ED}" dt="2023-11-09T13:29:06.032" v="417" actId="1076"/>
        <pc:sldMkLst>
          <pc:docMk/>
          <pc:sldMk cId="4009423192" sldId="268"/>
        </pc:sldMkLst>
      </pc:sldChg>
      <pc:sldChg chg="addSp delSp modSp add mod modAnim">
        <pc:chgData name="JONATHAN GABRIEL LOOR BAUTISTA" userId="4234489a-f210-4949-b3ca-adca1d814dab" providerId="ADAL" clId="{4BF10871-1B9E-410E-8846-978CDECD46ED}" dt="2023-11-09T13:33:07.073" v="428" actId="1076"/>
        <pc:sldMkLst>
          <pc:docMk/>
          <pc:sldMk cId="1381898115" sldId="269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38:41.216" v="474" actId="1076"/>
        <pc:sldMkLst>
          <pc:docMk/>
          <pc:sldMk cId="3018725871" sldId="270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39:37.152" v="484" actId="1076"/>
        <pc:sldMkLst>
          <pc:docMk/>
          <pc:sldMk cId="570756419" sldId="271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42:19.360" v="508" actId="1076"/>
        <pc:sldMkLst>
          <pc:docMk/>
          <pc:sldMk cId="2044139457" sldId="272"/>
        </pc:sldMkLst>
      </pc:sldChg>
      <pc:sldChg chg="add">
        <pc:chgData name="JONATHAN GABRIEL LOOR BAUTISTA" userId="4234489a-f210-4949-b3ca-adca1d814dab" providerId="ADAL" clId="{4BF10871-1B9E-410E-8846-978CDECD46ED}" dt="2023-11-09T13:41:53.680" v="500" actId="2890"/>
        <pc:sldMkLst>
          <pc:docMk/>
          <pc:sldMk cId="1697908801" sldId="273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42:46.048" v="514" actId="1076"/>
        <pc:sldMkLst>
          <pc:docMk/>
          <pc:sldMk cId="1705900212" sldId="274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48:07.038" v="579" actId="20577"/>
        <pc:sldMkLst>
          <pc:docMk/>
          <pc:sldMk cId="1814231336" sldId="275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50:32.270" v="644" actId="478"/>
        <pc:sldMkLst>
          <pc:docMk/>
          <pc:sldMk cId="3601994577" sldId="276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52:18.264" v="681" actId="313"/>
        <pc:sldMkLst>
          <pc:docMk/>
          <pc:sldMk cId="12759230" sldId="277"/>
        </pc:sldMkLst>
      </pc:sldChg>
      <pc:sldChg chg="add del setBg">
        <pc:chgData name="JONATHAN GABRIEL LOOR BAUTISTA" userId="4234489a-f210-4949-b3ca-adca1d814dab" providerId="ADAL" clId="{4BF10871-1B9E-410E-8846-978CDECD46ED}" dt="2023-11-09T13:45:35.400" v="526"/>
        <pc:sldMkLst>
          <pc:docMk/>
          <pc:sldMk cId="2374801582" sldId="277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55:32.453" v="896" actId="20577"/>
        <pc:sldMkLst>
          <pc:docMk/>
          <pc:sldMk cId="793826596" sldId="278"/>
        </pc:sldMkLst>
      </pc:sldChg>
      <pc:sldChg chg="add del setBg">
        <pc:chgData name="JONATHAN GABRIEL LOOR BAUTISTA" userId="4234489a-f210-4949-b3ca-adca1d814dab" providerId="ADAL" clId="{4BF10871-1B9E-410E-8846-978CDECD46ED}" dt="2023-11-09T13:45:35.400" v="526"/>
        <pc:sldMkLst>
          <pc:docMk/>
          <pc:sldMk cId="3274624831" sldId="278"/>
        </pc:sldMkLst>
      </pc:sldChg>
      <pc:sldChg chg="add del setBg">
        <pc:chgData name="JONATHAN GABRIEL LOOR BAUTISTA" userId="4234489a-f210-4949-b3ca-adca1d814dab" providerId="ADAL" clId="{4BF10871-1B9E-410E-8846-978CDECD46ED}" dt="2023-11-09T13:45:35.400" v="526"/>
        <pc:sldMkLst>
          <pc:docMk/>
          <pc:sldMk cId="1796450385" sldId="279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56:49.904" v="961" actId="1076"/>
        <pc:sldMkLst>
          <pc:docMk/>
          <pc:sldMk cId="2356721952" sldId="279"/>
        </pc:sldMkLst>
      </pc:sldChg>
      <pc:sldChg chg="add del setBg">
        <pc:chgData name="JONATHAN GABRIEL LOOR BAUTISTA" userId="4234489a-f210-4949-b3ca-adca1d814dab" providerId="ADAL" clId="{4BF10871-1B9E-410E-8846-978CDECD46ED}" dt="2023-11-09T13:45:35.400" v="526"/>
        <pc:sldMkLst>
          <pc:docMk/>
          <pc:sldMk cId="1911223544" sldId="280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4:05:31.363" v="973" actId="1076"/>
        <pc:sldMkLst>
          <pc:docMk/>
          <pc:sldMk cId="3436423708" sldId="280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4:05:47.667" v="977" actId="1076"/>
        <pc:sldMkLst>
          <pc:docMk/>
          <pc:sldMk cId="3781675788" sldId="281"/>
        </pc:sldMkLst>
      </pc:sldChg>
      <pc:sldChg chg="add del setBg">
        <pc:chgData name="JONATHAN GABRIEL LOOR BAUTISTA" userId="4234489a-f210-4949-b3ca-adca1d814dab" providerId="ADAL" clId="{4BF10871-1B9E-410E-8846-978CDECD46ED}" dt="2023-11-09T13:45:35.400" v="526"/>
        <pc:sldMkLst>
          <pc:docMk/>
          <pc:sldMk cId="1419791792" sldId="282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4:06:47.321" v="987" actId="1076"/>
        <pc:sldMkLst>
          <pc:docMk/>
          <pc:sldMk cId="2603404091" sldId="282"/>
        </pc:sldMkLst>
      </pc:sldChg>
      <pc:sldChg chg="add del setBg">
        <pc:chgData name="JONATHAN GABRIEL LOOR BAUTISTA" userId="4234489a-f210-4949-b3ca-adca1d814dab" providerId="ADAL" clId="{4BF10871-1B9E-410E-8846-978CDECD46ED}" dt="2023-11-09T13:45:35.400" v="526"/>
        <pc:sldMkLst>
          <pc:docMk/>
          <pc:sldMk cId="1650563039" sldId="283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4:08:54.624" v="1035" actId="1076"/>
        <pc:sldMkLst>
          <pc:docMk/>
          <pc:sldMk cId="2789636396" sldId="283"/>
        </pc:sldMkLst>
      </pc:sldChg>
      <pc:sldChg chg="add del setBg">
        <pc:chgData name="JONATHAN GABRIEL LOOR BAUTISTA" userId="4234489a-f210-4949-b3ca-adca1d814dab" providerId="ADAL" clId="{4BF10871-1B9E-410E-8846-978CDECD46ED}" dt="2023-11-09T13:45:35.400" v="526"/>
        <pc:sldMkLst>
          <pc:docMk/>
          <pc:sldMk cId="347908706" sldId="284"/>
        </pc:sldMkLst>
      </pc:sldChg>
      <pc:sldChg chg="add del setBg">
        <pc:chgData name="JONATHAN GABRIEL LOOR BAUTISTA" userId="4234489a-f210-4949-b3ca-adca1d814dab" providerId="ADAL" clId="{4BF10871-1B9E-410E-8846-978CDECD46ED}" dt="2023-11-09T13:45:35.400" v="526"/>
        <pc:sldMkLst>
          <pc:docMk/>
          <pc:sldMk cId="3849679617" sldId="285"/>
        </pc:sldMkLst>
      </pc:sldChg>
      <pc:sldChg chg="add del setBg">
        <pc:chgData name="JONATHAN GABRIEL LOOR BAUTISTA" userId="4234489a-f210-4949-b3ca-adca1d814dab" providerId="ADAL" clId="{4BF10871-1B9E-410E-8846-978CDECD46ED}" dt="2023-11-09T13:45:35.400" v="526"/>
        <pc:sldMkLst>
          <pc:docMk/>
          <pc:sldMk cId="627336759" sldId="286"/>
        </pc:sldMkLst>
      </pc:sldChg>
    </pc:docChg>
  </pc:docChgLst>
  <pc:docChgLst>
    <pc:chgData name="JONATHAN GABRIEL LOOR BAUTISTA" userId="4234489a-f210-4949-b3ca-adca1d814dab" providerId="ADAL" clId="{32AE7896-BB73-4C81-9FBA-33FB8A1AB101}"/>
    <pc:docChg chg="undo custSel addSld delSld modSld sldOrd">
      <pc:chgData name="JONATHAN GABRIEL LOOR BAUTISTA" userId="4234489a-f210-4949-b3ca-adca1d814dab" providerId="ADAL" clId="{32AE7896-BB73-4C81-9FBA-33FB8A1AB101}" dt="2023-11-23T14:28:13.946" v="1621" actId="478"/>
      <pc:docMkLst>
        <pc:docMk/>
      </pc:docMkLst>
      <pc:sldChg chg="modSp mod">
        <pc:chgData name="JONATHAN GABRIEL LOOR BAUTISTA" userId="4234489a-f210-4949-b3ca-adca1d814dab" providerId="ADAL" clId="{32AE7896-BB73-4C81-9FBA-33FB8A1AB101}" dt="2023-11-16T10:26:31.716" v="4" actId="20577"/>
        <pc:sldMkLst>
          <pc:docMk/>
          <pc:sldMk cId="0" sldId="256"/>
        </pc:sldMkLst>
      </pc:sldChg>
      <pc:sldChg chg="addSp delSp modSp mod">
        <pc:chgData name="JONATHAN GABRIEL LOOR BAUTISTA" userId="4234489a-f210-4949-b3ca-adca1d814dab" providerId="ADAL" clId="{32AE7896-BB73-4C81-9FBA-33FB8A1AB101}" dt="2023-11-16T10:43:40.636" v="45" actId="11529"/>
        <pc:sldMkLst>
          <pc:docMk/>
          <pc:sldMk cId="0" sldId="258"/>
        </pc:sldMkLst>
      </pc:sldChg>
      <pc:sldChg chg="addSp delSp modSp add mod">
        <pc:chgData name="JONATHAN GABRIEL LOOR BAUTISTA" userId="4234489a-f210-4949-b3ca-adca1d814dab" providerId="ADAL" clId="{32AE7896-BB73-4C81-9FBA-33FB8A1AB101}" dt="2023-11-16T13:11:07.901" v="56" actId="1076"/>
        <pc:sldMkLst>
          <pc:docMk/>
          <pc:sldMk cId="1227780459" sldId="259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1413283838" sldId="259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2169708303" sldId="260"/>
        </pc:sldMkLst>
      </pc:sldChg>
      <pc:sldChg chg="addSp delSp modSp add mod ord">
        <pc:chgData name="JONATHAN GABRIEL LOOR BAUTISTA" userId="4234489a-f210-4949-b3ca-adca1d814dab" providerId="ADAL" clId="{32AE7896-BB73-4C81-9FBA-33FB8A1AB101}" dt="2023-11-16T13:45:27.169" v="553"/>
        <pc:sldMkLst>
          <pc:docMk/>
          <pc:sldMk cId="2412575459" sldId="260"/>
        </pc:sldMkLst>
      </pc:sldChg>
      <pc:sldChg chg="addSp delSp modSp add mod">
        <pc:chgData name="JONATHAN GABRIEL LOOR BAUTISTA" userId="4234489a-f210-4949-b3ca-adca1d814dab" providerId="ADAL" clId="{32AE7896-BB73-4C81-9FBA-33FB8A1AB101}" dt="2023-11-16T13:45:33.742" v="554"/>
        <pc:sldMkLst>
          <pc:docMk/>
          <pc:sldMk cId="1332033609" sldId="261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2036800423" sldId="261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3749745879" sldId="262"/>
        </pc:sldMkLst>
      </pc:sldChg>
      <pc:sldChg chg="addSp delSp modSp add mod">
        <pc:chgData name="JONATHAN GABRIEL LOOR BAUTISTA" userId="4234489a-f210-4949-b3ca-adca1d814dab" providerId="ADAL" clId="{32AE7896-BB73-4C81-9FBA-33FB8A1AB101}" dt="2023-11-16T13:45:38.973" v="555"/>
        <pc:sldMkLst>
          <pc:docMk/>
          <pc:sldMk cId="4174583105" sldId="262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26735523" sldId="263"/>
        </pc:sldMkLst>
      </pc:sldChg>
      <pc:sldChg chg="addSp delSp modSp add mod">
        <pc:chgData name="JONATHAN GABRIEL LOOR BAUTISTA" userId="4234489a-f210-4949-b3ca-adca1d814dab" providerId="ADAL" clId="{32AE7896-BB73-4C81-9FBA-33FB8A1AB101}" dt="2023-11-16T13:45:44.973" v="556"/>
        <pc:sldMkLst>
          <pc:docMk/>
          <pc:sldMk cId="315044553" sldId="263"/>
        </pc:sldMkLst>
      </pc:sldChg>
      <pc:sldChg chg="delSp modSp add mod">
        <pc:chgData name="JONATHAN GABRIEL LOOR BAUTISTA" userId="4234489a-f210-4949-b3ca-adca1d814dab" providerId="ADAL" clId="{32AE7896-BB73-4C81-9FBA-33FB8A1AB101}" dt="2023-11-16T13:45:50.078" v="557"/>
        <pc:sldMkLst>
          <pc:docMk/>
          <pc:sldMk cId="928763728" sldId="264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3349323718" sldId="264"/>
        </pc:sldMkLst>
      </pc:sldChg>
      <pc:sldChg chg="addSp delSp modSp add mod ord">
        <pc:chgData name="JONATHAN GABRIEL LOOR BAUTISTA" userId="4234489a-f210-4949-b3ca-adca1d814dab" providerId="ADAL" clId="{32AE7896-BB73-4C81-9FBA-33FB8A1AB101}" dt="2023-11-16T13:50:47.574" v="611" actId="1076"/>
        <pc:sldMkLst>
          <pc:docMk/>
          <pc:sldMk cId="1592637203" sldId="265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3215622691" sldId="265"/>
        </pc:sldMkLst>
      </pc:sldChg>
      <pc:sldChg chg="add del">
        <pc:chgData name="JONATHAN GABRIEL LOOR BAUTISTA" userId="4234489a-f210-4949-b3ca-adca1d814dab" providerId="ADAL" clId="{32AE7896-BB73-4C81-9FBA-33FB8A1AB101}" dt="2023-11-16T13:51:28.138" v="613" actId="47"/>
        <pc:sldMkLst>
          <pc:docMk/>
          <pc:sldMk cId="1730970373" sldId="266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2374877937" sldId="266"/>
        </pc:sldMkLst>
      </pc:sldChg>
      <pc:sldChg chg="addSp delSp modSp add mod ord">
        <pc:chgData name="JONATHAN GABRIEL LOOR BAUTISTA" userId="4234489a-f210-4949-b3ca-adca1d814dab" providerId="ADAL" clId="{32AE7896-BB73-4C81-9FBA-33FB8A1AB101}" dt="2023-11-23T13:31:34.192" v="1368" actId="20577"/>
        <pc:sldMkLst>
          <pc:docMk/>
          <pc:sldMk cId="4287966700" sldId="266"/>
        </pc:sldMkLst>
      </pc:sldChg>
      <pc:sldChg chg="addSp delSp modSp add mod">
        <pc:chgData name="JONATHAN GABRIEL LOOR BAUTISTA" userId="4234489a-f210-4949-b3ca-adca1d814dab" providerId="ADAL" clId="{32AE7896-BB73-4C81-9FBA-33FB8A1AB101}" dt="2023-11-23T14:28:13.946" v="1621" actId="478"/>
        <pc:sldMkLst>
          <pc:docMk/>
          <pc:sldMk cId="814129114" sldId="267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938569621" sldId="267"/>
        </pc:sldMkLst>
      </pc:sldChg>
      <pc:sldChg chg="addSp delSp modSp add mod">
        <pc:chgData name="JONATHAN GABRIEL LOOR BAUTISTA" userId="4234489a-f210-4949-b3ca-adca1d814dab" providerId="ADAL" clId="{32AE7896-BB73-4C81-9FBA-33FB8A1AB101}" dt="2023-11-23T13:21:59.423" v="1146" actId="2085"/>
        <pc:sldMkLst>
          <pc:docMk/>
          <pc:sldMk cId="318255523" sldId="268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4009423192" sldId="268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1381898115" sldId="269"/>
        </pc:sldMkLst>
      </pc:sldChg>
      <pc:sldChg chg="addSp delSp modSp add mod ord">
        <pc:chgData name="JONATHAN GABRIEL LOOR BAUTISTA" userId="4234489a-f210-4949-b3ca-adca1d814dab" providerId="ADAL" clId="{32AE7896-BB73-4C81-9FBA-33FB8A1AB101}" dt="2023-11-23T13:24:15.758" v="1175" actId="2085"/>
        <pc:sldMkLst>
          <pc:docMk/>
          <pc:sldMk cId="2736320437" sldId="269"/>
        </pc:sldMkLst>
      </pc:sldChg>
      <pc:sldChg chg="addSp delSp modSp add del mod">
        <pc:chgData name="JONATHAN GABRIEL LOOR BAUTISTA" userId="4234489a-f210-4949-b3ca-adca1d814dab" providerId="ADAL" clId="{32AE7896-BB73-4C81-9FBA-33FB8A1AB101}" dt="2023-11-23T13:29:28.964" v="1302" actId="47"/>
        <pc:sldMkLst>
          <pc:docMk/>
          <pc:sldMk cId="1780785426" sldId="270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3018725871" sldId="270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570756419" sldId="271"/>
        </pc:sldMkLst>
      </pc:sldChg>
      <pc:sldChg chg="addSp modSp add mod">
        <pc:chgData name="JONATHAN GABRIEL LOOR BAUTISTA" userId="4234489a-f210-4949-b3ca-adca1d814dab" providerId="ADAL" clId="{32AE7896-BB73-4C81-9FBA-33FB8A1AB101}" dt="2023-11-23T13:29:16.559" v="1301" actId="2085"/>
        <pc:sldMkLst>
          <pc:docMk/>
          <pc:sldMk cId="1881090054" sldId="271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2044139457" sldId="272"/>
        </pc:sldMkLst>
      </pc:sldChg>
      <pc:sldChg chg="addSp delSp modSp add mod">
        <pc:chgData name="JONATHAN GABRIEL LOOR BAUTISTA" userId="4234489a-f210-4949-b3ca-adca1d814dab" providerId="ADAL" clId="{32AE7896-BB73-4C81-9FBA-33FB8A1AB101}" dt="2023-11-23T13:31:19.656" v="1353" actId="14100"/>
        <pc:sldMkLst>
          <pc:docMk/>
          <pc:sldMk cId="3429618453" sldId="272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1697908801" sldId="273"/>
        </pc:sldMkLst>
      </pc:sldChg>
      <pc:sldChg chg="addSp delSp modSp add mod ord">
        <pc:chgData name="JONATHAN GABRIEL LOOR BAUTISTA" userId="4234489a-f210-4949-b3ca-adca1d814dab" providerId="ADAL" clId="{32AE7896-BB73-4C81-9FBA-33FB8A1AB101}" dt="2023-11-23T13:35:23.430" v="1465" actId="478"/>
        <pc:sldMkLst>
          <pc:docMk/>
          <pc:sldMk cId="4092677898" sldId="273"/>
        </pc:sldMkLst>
      </pc:sldChg>
      <pc:sldChg chg="addSp delSp modSp add mod">
        <pc:chgData name="JONATHAN GABRIEL LOOR BAUTISTA" userId="4234489a-f210-4949-b3ca-adca1d814dab" providerId="ADAL" clId="{32AE7896-BB73-4C81-9FBA-33FB8A1AB101}" dt="2023-11-23T13:37:48.930" v="1501" actId="1076"/>
        <pc:sldMkLst>
          <pc:docMk/>
          <pc:sldMk cId="1612052355" sldId="274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1705900212" sldId="274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1814231336" sldId="275"/>
        </pc:sldMkLst>
      </pc:sldChg>
      <pc:sldChg chg="addSp delSp modSp add mod ord">
        <pc:chgData name="JONATHAN GABRIEL LOOR BAUTISTA" userId="4234489a-f210-4949-b3ca-adca1d814dab" providerId="ADAL" clId="{32AE7896-BB73-4C81-9FBA-33FB8A1AB101}" dt="2023-11-23T13:39:14.209" v="1592" actId="1076"/>
        <pc:sldMkLst>
          <pc:docMk/>
          <pc:sldMk cId="4282241318" sldId="275"/>
        </pc:sldMkLst>
      </pc:sldChg>
      <pc:sldChg chg="addSp delSp modSp add mod ord">
        <pc:chgData name="JONATHAN GABRIEL LOOR BAUTISTA" userId="4234489a-f210-4949-b3ca-adca1d814dab" providerId="ADAL" clId="{32AE7896-BB73-4C81-9FBA-33FB8A1AB101}" dt="2023-11-23T13:41:13.474" v="1620" actId="1076"/>
        <pc:sldMkLst>
          <pc:docMk/>
          <pc:sldMk cId="1303374823" sldId="276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3601994577" sldId="276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12759230" sldId="277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793826596" sldId="278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2356721952" sldId="279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3436423708" sldId="280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3781675788" sldId="281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2603404091" sldId="282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2789636396" sldId="283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2687166112" sldId="284"/>
        </pc:sldMkLst>
      </pc:sldChg>
    </pc:docChg>
  </pc:docChgLst>
  <pc:docChgLst>
    <pc:chgData name="JONATHAN GABRIEL LOOR BAUTISTA" userId="4234489a-f210-4949-b3ca-adca1d814dab" providerId="ADAL" clId="{BA8EB4E2-FDE7-4337-9248-AAF736D812BE}"/>
    <pc:docChg chg="undo redo custSel addSld delSld modSld sldOrd">
      <pc:chgData name="JONATHAN GABRIEL LOOR BAUTISTA" userId="4234489a-f210-4949-b3ca-adca1d814dab" providerId="ADAL" clId="{BA8EB4E2-FDE7-4337-9248-AAF736D812BE}" dt="2024-01-10T21:09:39.560" v="1076" actId="9405"/>
      <pc:docMkLst>
        <pc:docMk/>
      </pc:docMkLst>
      <pc:sldChg chg="addSp delSp modSp mod">
        <pc:chgData name="JONATHAN GABRIEL LOOR BAUTISTA" userId="4234489a-f210-4949-b3ca-adca1d814dab" providerId="ADAL" clId="{BA8EB4E2-FDE7-4337-9248-AAF736D812BE}" dt="2024-01-10T19:35:28.991" v="159" actId="732"/>
        <pc:sldMkLst>
          <pc:docMk/>
          <pc:sldMk cId="445900017" sldId="272"/>
        </pc:sldMkLst>
      </pc:sldChg>
      <pc:sldChg chg="del">
        <pc:chgData name="JONATHAN GABRIEL LOOR BAUTISTA" userId="4234489a-f210-4949-b3ca-adca1d814dab" providerId="ADAL" clId="{BA8EB4E2-FDE7-4337-9248-AAF736D812BE}" dt="2024-01-10T19:27:25.954" v="82" actId="47"/>
        <pc:sldMkLst>
          <pc:docMk/>
          <pc:sldMk cId="3479178164" sldId="273"/>
        </pc:sldMkLst>
      </pc:sldChg>
      <pc:sldChg chg="delSp modSp add mod ord">
        <pc:chgData name="JONATHAN GABRIEL LOOR BAUTISTA" userId="4234489a-f210-4949-b3ca-adca1d814dab" providerId="ADAL" clId="{BA8EB4E2-FDE7-4337-9248-AAF736D812BE}" dt="2024-01-10T19:30:47.392" v="121"/>
        <pc:sldMkLst>
          <pc:docMk/>
          <pc:sldMk cId="4133258574" sldId="273"/>
        </pc:sldMkLst>
      </pc:sldChg>
      <pc:sldChg chg="del">
        <pc:chgData name="JONATHAN GABRIEL LOOR BAUTISTA" userId="4234489a-f210-4949-b3ca-adca1d814dab" providerId="ADAL" clId="{BA8EB4E2-FDE7-4337-9248-AAF736D812BE}" dt="2024-01-10T19:27:25.450" v="81" actId="47"/>
        <pc:sldMkLst>
          <pc:docMk/>
          <pc:sldMk cId="329500094" sldId="274"/>
        </pc:sldMkLst>
      </pc:sldChg>
      <pc:sldChg chg="add">
        <pc:chgData name="JONATHAN GABRIEL LOOR BAUTISTA" userId="4234489a-f210-4949-b3ca-adca1d814dab" providerId="ADAL" clId="{BA8EB4E2-FDE7-4337-9248-AAF736D812BE}" dt="2024-01-10T19:35:33.088" v="160" actId="2890"/>
        <pc:sldMkLst>
          <pc:docMk/>
          <pc:sldMk cId="1579677953" sldId="274"/>
        </pc:sldMkLst>
      </pc:sldChg>
      <pc:sldChg chg="del">
        <pc:chgData name="JONATHAN GABRIEL LOOR BAUTISTA" userId="4234489a-f210-4949-b3ca-adca1d814dab" providerId="ADAL" clId="{BA8EB4E2-FDE7-4337-9248-AAF736D812BE}" dt="2024-01-10T19:27:24.977" v="79" actId="47"/>
        <pc:sldMkLst>
          <pc:docMk/>
          <pc:sldMk cId="1990230209" sldId="275"/>
        </pc:sldMkLst>
      </pc:sldChg>
      <pc:sldChg chg="addSp delSp modSp add mod">
        <pc:chgData name="JONATHAN GABRIEL LOOR BAUTISTA" userId="4234489a-f210-4949-b3ca-adca1d814dab" providerId="ADAL" clId="{BA8EB4E2-FDE7-4337-9248-AAF736D812BE}" dt="2024-01-10T19:40:35.722" v="205" actId="20577"/>
        <pc:sldMkLst>
          <pc:docMk/>
          <pc:sldMk cId="2704981625" sldId="275"/>
        </pc:sldMkLst>
      </pc:sldChg>
      <pc:sldChg chg="delSp modSp add mod">
        <pc:chgData name="JONATHAN GABRIEL LOOR BAUTISTA" userId="4234489a-f210-4949-b3ca-adca1d814dab" providerId="ADAL" clId="{BA8EB4E2-FDE7-4337-9248-AAF736D812BE}" dt="2024-01-10T19:41:21.100" v="225"/>
        <pc:sldMkLst>
          <pc:docMk/>
          <pc:sldMk cId="1243469074" sldId="276"/>
        </pc:sldMkLst>
      </pc:sldChg>
      <pc:sldChg chg="del">
        <pc:chgData name="JONATHAN GABRIEL LOOR BAUTISTA" userId="4234489a-f210-4949-b3ca-adca1d814dab" providerId="ADAL" clId="{BA8EB4E2-FDE7-4337-9248-AAF736D812BE}" dt="2024-01-10T19:27:24.845" v="78" actId="47"/>
        <pc:sldMkLst>
          <pc:docMk/>
          <pc:sldMk cId="3116047295" sldId="276"/>
        </pc:sldMkLst>
      </pc:sldChg>
      <pc:sldChg chg="del">
        <pc:chgData name="JONATHAN GABRIEL LOOR BAUTISTA" userId="4234489a-f210-4949-b3ca-adca1d814dab" providerId="ADAL" clId="{BA8EB4E2-FDE7-4337-9248-AAF736D812BE}" dt="2024-01-10T19:27:24.341" v="74" actId="47"/>
        <pc:sldMkLst>
          <pc:docMk/>
          <pc:sldMk cId="283829873" sldId="277"/>
        </pc:sldMkLst>
      </pc:sldChg>
      <pc:sldChg chg="addSp modSp add mod">
        <pc:chgData name="JONATHAN GABRIEL LOOR BAUTISTA" userId="4234489a-f210-4949-b3ca-adca1d814dab" providerId="ADAL" clId="{BA8EB4E2-FDE7-4337-9248-AAF736D812BE}" dt="2024-01-10T19:41:58.374" v="231" actId="1076"/>
        <pc:sldMkLst>
          <pc:docMk/>
          <pc:sldMk cId="4164239669" sldId="277"/>
        </pc:sldMkLst>
      </pc:sldChg>
      <pc:sldChg chg="delSp modSp add mod">
        <pc:chgData name="JONATHAN GABRIEL LOOR BAUTISTA" userId="4234489a-f210-4949-b3ca-adca1d814dab" providerId="ADAL" clId="{BA8EB4E2-FDE7-4337-9248-AAF736D812BE}" dt="2024-01-10T19:45:07.634" v="256" actId="20577"/>
        <pc:sldMkLst>
          <pc:docMk/>
          <pc:sldMk cId="1902898404" sldId="278"/>
        </pc:sldMkLst>
      </pc:sldChg>
      <pc:sldChg chg="del">
        <pc:chgData name="JONATHAN GABRIEL LOOR BAUTISTA" userId="4234489a-f210-4949-b3ca-adca1d814dab" providerId="ADAL" clId="{BA8EB4E2-FDE7-4337-9248-AAF736D812BE}" dt="2024-01-10T19:27:24.232" v="73" actId="47"/>
        <pc:sldMkLst>
          <pc:docMk/>
          <pc:sldMk cId="2812217883" sldId="278"/>
        </pc:sldMkLst>
      </pc:sldChg>
      <pc:sldChg chg="modSp add mod">
        <pc:chgData name="JONATHAN GABRIEL LOOR BAUTISTA" userId="4234489a-f210-4949-b3ca-adca1d814dab" providerId="ADAL" clId="{BA8EB4E2-FDE7-4337-9248-AAF736D812BE}" dt="2024-01-10T19:48:04.958" v="278" actId="113"/>
        <pc:sldMkLst>
          <pc:docMk/>
          <pc:sldMk cId="3552304945" sldId="279"/>
        </pc:sldMkLst>
      </pc:sldChg>
      <pc:sldChg chg="del">
        <pc:chgData name="JONATHAN GABRIEL LOOR BAUTISTA" userId="4234489a-f210-4949-b3ca-adca1d814dab" providerId="ADAL" clId="{BA8EB4E2-FDE7-4337-9248-AAF736D812BE}" dt="2024-01-10T19:27:24.090" v="72" actId="47"/>
        <pc:sldMkLst>
          <pc:docMk/>
          <pc:sldMk cId="3800849061" sldId="279"/>
        </pc:sldMkLst>
      </pc:sldChg>
      <pc:sldChg chg="addSp modSp add mod">
        <pc:chgData name="JONATHAN GABRIEL LOOR BAUTISTA" userId="4234489a-f210-4949-b3ca-adca1d814dab" providerId="ADAL" clId="{BA8EB4E2-FDE7-4337-9248-AAF736D812BE}" dt="2024-01-10T19:52:27.485" v="372" actId="1076"/>
        <pc:sldMkLst>
          <pc:docMk/>
          <pc:sldMk cId="930664112" sldId="280"/>
        </pc:sldMkLst>
      </pc:sldChg>
      <pc:sldChg chg="del">
        <pc:chgData name="JONATHAN GABRIEL LOOR BAUTISTA" userId="4234489a-f210-4949-b3ca-adca1d814dab" providerId="ADAL" clId="{BA8EB4E2-FDE7-4337-9248-AAF736D812BE}" dt="2024-01-10T19:27:24.014" v="71" actId="47"/>
        <pc:sldMkLst>
          <pc:docMk/>
          <pc:sldMk cId="1522707480" sldId="280"/>
        </pc:sldMkLst>
      </pc:sldChg>
      <pc:sldChg chg="addSp delSp modSp add mod">
        <pc:chgData name="JONATHAN GABRIEL LOOR BAUTISTA" userId="4234489a-f210-4949-b3ca-adca1d814dab" providerId="ADAL" clId="{BA8EB4E2-FDE7-4337-9248-AAF736D812BE}" dt="2024-01-10T19:55:14.901" v="415" actId="20577"/>
        <pc:sldMkLst>
          <pc:docMk/>
          <pc:sldMk cId="118533800" sldId="281"/>
        </pc:sldMkLst>
      </pc:sldChg>
      <pc:sldChg chg="del">
        <pc:chgData name="JONATHAN GABRIEL LOOR BAUTISTA" userId="4234489a-f210-4949-b3ca-adca1d814dab" providerId="ADAL" clId="{BA8EB4E2-FDE7-4337-9248-AAF736D812BE}" dt="2024-01-10T19:27:25.122" v="80" actId="47"/>
        <pc:sldMkLst>
          <pc:docMk/>
          <pc:sldMk cId="2421653994" sldId="281"/>
        </pc:sldMkLst>
      </pc:sldChg>
      <pc:sldChg chg="del">
        <pc:chgData name="JONATHAN GABRIEL LOOR BAUTISTA" userId="4234489a-f210-4949-b3ca-adca1d814dab" providerId="ADAL" clId="{BA8EB4E2-FDE7-4337-9248-AAF736D812BE}" dt="2024-01-10T19:27:24.714" v="77" actId="47"/>
        <pc:sldMkLst>
          <pc:docMk/>
          <pc:sldMk cId="354079946" sldId="282"/>
        </pc:sldMkLst>
      </pc:sldChg>
      <pc:sldChg chg="delSp modSp add mod">
        <pc:chgData name="JONATHAN GABRIEL LOOR BAUTISTA" userId="4234489a-f210-4949-b3ca-adca1d814dab" providerId="ADAL" clId="{BA8EB4E2-FDE7-4337-9248-AAF736D812BE}" dt="2024-01-10T19:55:46.051" v="449" actId="20577"/>
        <pc:sldMkLst>
          <pc:docMk/>
          <pc:sldMk cId="3860355998" sldId="282"/>
        </pc:sldMkLst>
      </pc:sldChg>
      <pc:sldChg chg="addSp delSp modSp add mod">
        <pc:chgData name="JONATHAN GABRIEL LOOR BAUTISTA" userId="4234489a-f210-4949-b3ca-adca1d814dab" providerId="ADAL" clId="{BA8EB4E2-FDE7-4337-9248-AAF736D812BE}" dt="2024-01-10T19:58:21.437" v="459" actId="1076"/>
        <pc:sldMkLst>
          <pc:docMk/>
          <pc:sldMk cId="3758386642" sldId="283"/>
        </pc:sldMkLst>
      </pc:sldChg>
      <pc:sldChg chg="del">
        <pc:chgData name="JONATHAN GABRIEL LOOR BAUTISTA" userId="4234489a-f210-4949-b3ca-adca1d814dab" providerId="ADAL" clId="{BA8EB4E2-FDE7-4337-9248-AAF736D812BE}" dt="2024-01-10T19:27:24.586" v="76" actId="47"/>
        <pc:sldMkLst>
          <pc:docMk/>
          <pc:sldMk cId="3965466414" sldId="283"/>
        </pc:sldMkLst>
      </pc:sldChg>
      <pc:sldChg chg="add del ord">
        <pc:chgData name="JONATHAN GABRIEL LOOR BAUTISTA" userId="4234489a-f210-4949-b3ca-adca1d814dab" providerId="ADAL" clId="{BA8EB4E2-FDE7-4337-9248-AAF736D812BE}" dt="2024-01-10T20:03:15.290" v="464" actId="47"/>
        <pc:sldMkLst>
          <pc:docMk/>
          <pc:sldMk cId="1401367529" sldId="284"/>
        </pc:sldMkLst>
      </pc:sldChg>
      <pc:sldChg chg="del">
        <pc:chgData name="JONATHAN GABRIEL LOOR BAUTISTA" userId="4234489a-f210-4949-b3ca-adca1d814dab" providerId="ADAL" clId="{BA8EB4E2-FDE7-4337-9248-AAF736D812BE}" dt="2024-01-10T19:27:24.455" v="75" actId="47"/>
        <pc:sldMkLst>
          <pc:docMk/>
          <pc:sldMk cId="1900853572" sldId="284"/>
        </pc:sldMkLst>
      </pc:sldChg>
      <pc:sldChg chg="addSp delSp modSp add mod">
        <pc:chgData name="JONATHAN GABRIEL LOOR BAUTISTA" userId="4234489a-f210-4949-b3ca-adca1d814dab" providerId="ADAL" clId="{BA8EB4E2-FDE7-4337-9248-AAF736D812BE}" dt="2024-01-10T20:42:49.959" v="783" actId="20577"/>
        <pc:sldMkLst>
          <pc:docMk/>
          <pc:sldMk cId="3796690466" sldId="285"/>
        </pc:sldMkLst>
      </pc:sldChg>
      <pc:sldChg chg="addSp delSp modSp add mod ord">
        <pc:chgData name="JONATHAN GABRIEL LOOR BAUTISTA" userId="4234489a-f210-4949-b3ca-adca1d814dab" providerId="ADAL" clId="{BA8EB4E2-FDE7-4337-9248-AAF736D812BE}" dt="2024-01-10T20:58:13.448" v="881" actId="20577"/>
        <pc:sldMkLst>
          <pc:docMk/>
          <pc:sldMk cId="3119478525" sldId="286"/>
        </pc:sldMkLst>
      </pc:sldChg>
      <pc:sldChg chg="delSp modSp add del mod">
        <pc:chgData name="JONATHAN GABRIEL LOOR BAUTISTA" userId="4234489a-f210-4949-b3ca-adca1d814dab" providerId="ADAL" clId="{BA8EB4E2-FDE7-4337-9248-AAF736D812BE}" dt="2024-01-10T20:51:31.595" v="787" actId="47"/>
        <pc:sldMkLst>
          <pc:docMk/>
          <pc:sldMk cId="1942945093" sldId="287"/>
        </pc:sldMkLst>
      </pc:sldChg>
      <pc:sldChg chg="addSp delSp modSp add mod">
        <pc:chgData name="JONATHAN GABRIEL LOOR BAUTISTA" userId="4234489a-f210-4949-b3ca-adca1d814dab" providerId="ADAL" clId="{BA8EB4E2-FDE7-4337-9248-AAF736D812BE}" dt="2024-01-10T21:09:39.560" v="1076" actId="9405"/>
        <pc:sldMkLst>
          <pc:docMk/>
          <pc:sldMk cId="1109680319" sldId="288"/>
        </pc:sldMkLst>
      </pc:sldChg>
      <pc:sldChg chg="addSp modSp add mod">
        <pc:chgData name="JONATHAN GABRIEL LOOR BAUTISTA" userId="4234489a-f210-4949-b3ca-adca1d814dab" providerId="ADAL" clId="{BA8EB4E2-FDE7-4337-9248-AAF736D812BE}" dt="2024-01-10T21:00:41.657" v="889" actId="1076"/>
        <pc:sldMkLst>
          <pc:docMk/>
          <pc:sldMk cId="1431093033" sldId="289"/>
        </pc:sldMkLst>
      </pc:sldChg>
    </pc:docChg>
  </pc:docChgLst>
  <pc:docChgLst>
    <pc:chgData name="JONATHAN GABRIEL LOOR BAUTISTA" userId="4234489a-f210-4949-b3ca-adca1d814dab" providerId="ADAL" clId="{CA9E5BA9-EB2F-4B98-BE29-D96613308550}"/>
    <pc:docChg chg="undo custSel addSld delSld modSld sldOrd">
      <pc:chgData name="JONATHAN GABRIEL LOOR BAUTISTA" userId="4234489a-f210-4949-b3ca-adca1d814dab" providerId="ADAL" clId="{CA9E5BA9-EB2F-4B98-BE29-D96613308550}" dt="2025-04-28T13:36:52.748" v="1019" actId="14100"/>
      <pc:docMkLst>
        <pc:docMk/>
      </pc:docMkLst>
      <pc:sldChg chg="del">
        <pc:chgData name="JONATHAN GABRIEL LOOR BAUTISTA" userId="4234489a-f210-4949-b3ca-adca1d814dab" providerId="ADAL" clId="{CA9E5BA9-EB2F-4B98-BE29-D96613308550}" dt="2025-04-27T23:15:26.712" v="64" actId="47"/>
        <pc:sldMkLst>
          <pc:docMk/>
          <pc:sldMk cId="4165485877" sldId="280"/>
        </pc:sldMkLst>
      </pc:sldChg>
      <pc:sldChg chg="del">
        <pc:chgData name="JONATHAN GABRIEL LOOR BAUTISTA" userId="4234489a-f210-4949-b3ca-adca1d814dab" providerId="ADAL" clId="{CA9E5BA9-EB2F-4B98-BE29-D96613308550}" dt="2025-04-27T23:15:28.204" v="65" actId="47"/>
        <pc:sldMkLst>
          <pc:docMk/>
          <pc:sldMk cId="1147876043" sldId="281"/>
        </pc:sldMkLst>
      </pc:sldChg>
      <pc:sldChg chg="del">
        <pc:chgData name="JONATHAN GABRIEL LOOR BAUTISTA" userId="4234489a-f210-4949-b3ca-adca1d814dab" providerId="ADAL" clId="{CA9E5BA9-EB2F-4B98-BE29-D96613308550}" dt="2025-04-27T23:15:28.629" v="66" actId="47"/>
        <pc:sldMkLst>
          <pc:docMk/>
          <pc:sldMk cId="1481732886" sldId="282"/>
        </pc:sldMkLst>
      </pc:sldChg>
      <pc:sldChg chg="del">
        <pc:chgData name="JONATHAN GABRIEL LOOR BAUTISTA" userId="4234489a-f210-4949-b3ca-adca1d814dab" providerId="ADAL" clId="{CA9E5BA9-EB2F-4B98-BE29-D96613308550}" dt="2025-04-27T23:15:29.096" v="67" actId="47"/>
        <pc:sldMkLst>
          <pc:docMk/>
          <pc:sldMk cId="2227686819" sldId="283"/>
        </pc:sldMkLst>
      </pc:sldChg>
      <pc:sldChg chg="del">
        <pc:chgData name="JONATHAN GABRIEL LOOR BAUTISTA" userId="4234489a-f210-4949-b3ca-adca1d814dab" providerId="ADAL" clId="{CA9E5BA9-EB2F-4B98-BE29-D96613308550}" dt="2025-04-27T23:15:29.530" v="68" actId="47"/>
        <pc:sldMkLst>
          <pc:docMk/>
          <pc:sldMk cId="3192749992" sldId="284"/>
        </pc:sldMkLst>
      </pc:sldChg>
      <pc:sldChg chg="del">
        <pc:chgData name="JONATHAN GABRIEL LOOR BAUTISTA" userId="4234489a-f210-4949-b3ca-adca1d814dab" providerId="ADAL" clId="{CA9E5BA9-EB2F-4B98-BE29-D96613308550}" dt="2025-04-27T23:15:36.943" v="69" actId="47"/>
        <pc:sldMkLst>
          <pc:docMk/>
          <pc:sldMk cId="3922002190" sldId="285"/>
        </pc:sldMkLst>
      </pc:sldChg>
      <pc:sldChg chg="del">
        <pc:chgData name="JONATHAN GABRIEL LOOR BAUTISTA" userId="4234489a-f210-4949-b3ca-adca1d814dab" providerId="ADAL" clId="{CA9E5BA9-EB2F-4B98-BE29-D96613308550}" dt="2025-04-27T23:15:39.243" v="70" actId="47"/>
        <pc:sldMkLst>
          <pc:docMk/>
          <pc:sldMk cId="684473735" sldId="286"/>
        </pc:sldMkLst>
      </pc:sldChg>
      <pc:sldChg chg="addSp delSp modSp mod">
        <pc:chgData name="JONATHAN GABRIEL LOOR BAUTISTA" userId="4234489a-f210-4949-b3ca-adca1d814dab" providerId="ADAL" clId="{CA9E5BA9-EB2F-4B98-BE29-D96613308550}" dt="2025-04-27T23:32:33.413" v="145" actId="14100"/>
        <pc:sldMkLst>
          <pc:docMk/>
          <pc:sldMk cId="1030578679" sldId="287"/>
        </pc:sldMkLst>
      </pc:sldChg>
      <pc:sldChg chg="del">
        <pc:chgData name="JONATHAN GABRIEL LOOR BAUTISTA" userId="4234489a-f210-4949-b3ca-adca1d814dab" providerId="ADAL" clId="{CA9E5BA9-EB2F-4B98-BE29-D96613308550}" dt="2025-04-27T23:36:59.234" v="189" actId="47"/>
        <pc:sldMkLst>
          <pc:docMk/>
          <pc:sldMk cId="3681866873" sldId="288"/>
        </pc:sldMkLst>
      </pc:sldChg>
      <pc:sldChg chg="del">
        <pc:chgData name="JONATHAN GABRIEL LOOR BAUTISTA" userId="4234489a-f210-4949-b3ca-adca1d814dab" providerId="ADAL" clId="{CA9E5BA9-EB2F-4B98-BE29-D96613308550}" dt="2025-04-27T23:36:58.964" v="188" actId="47"/>
        <pc:sldMkLst>
          <pc:docMk/>
          <pc:sldMk cId="3440852824" sldId="289"/>
        </pc:sldMkLst>
      </pc:sldChg>
      <pc:sldChg chg="del">
        <pc:chgData name="JONATHAN GABRIEL LOOR BAUTISTA" userId="4234489a-f210-4949-b3ca-adca1d814dab" providerId="ADAL" clId="{CA9E5BA9-EB2F-4B98-BE29-D96613308550}" dt="2025-04-27T23:15:16.313" v="63" actId="47"/>
        <pc:sldMkLst>
          <pc:docMk/>
          <pc:sldMk cId="705843136" sldId="290"/>
        </pc:sldMkLst>
      </pc:sldChg>
      <pc:sldChg chg="addSp delSp modSp add mod">
        <pc:chgData name="JONATHAN GABRIEL LOOR BAUTISTA" userId="4234489a-f210-4949-b3ca-adca1d814dab" providerId="ADAL" clId="{CA9E5BA9-EB2F-4B98-BE29-D96613308550}" dt="2025-04-27T23:36:31.372" v="187" actId="20577"/>
        <pc:sldMkLst>
          <pc:docMk/>
          <pc:sldMk cId="4262102034" sldId="290"/>
        </pc:sldMkLst>
      </pc:sldChg>
      <pc:sldChg chg="addSp delSp modSp add mod">
        <pc:chgData name="JONATHAN GABRIEL LOOR BAUTISTA" userId="4234489a-f210-4949-b3ca-adca1d814dab" providerId="ADAL" clId="{CA9E5BA9-EB2F-4B98-BE29-D96613308550}" dt="2025-04-27T23:47:28.476" v="330" actId="14100"/>
        <pc:sldMkLst>
          <pc:docMk/>
          <pc:sldMk cId="3917552893" sldId="291"/>
        </pc:sldMkLst>
      </pc:sldChg>
      <pc:sldChg chg="addSp delSp modSp add mod">
        <pc:chgData name="JONATHAN GABRIEL LOOR BAUTISTA" userId="4234489a-f210-4949-b3ca-adca1d814dab" providerId="ADAL" clId="{CA9E5BA9-EB2F-4B98-BE29-D96613308550}" dt="2025-04-28T00:55:01.767" v="401" actId="14100"/>
        <pc:sldMkLst>
          <pc:docMk/>
          <pc:sldMk cId="3838651608" sldId="292"/>
        </pc:sldMkLst>
      </pc:sldChg>
      <pc:sldChg chg="addSp delSp modSp add mod">
        <pc:chgData name="JONATHAN GABRIEL LOOR BAUTISTA" userId="4234489a-f210-4949-b3ca-adca1d814dab" providerId="ADAL" clId="{CA9E5BA9-EB2F-4B98-BE29-D96613308550}" dt="2025-04-28T01:05:50.427" v="449"/>
        <pc:sldMkLst>
          <pc:docMk/>
          <pc:sldMk cId="1660400904" sldId="293"/>
        </pc:sldMkLst>
      </pc:sldChg>
      <pc:sldChg chg="addSp delSp modSp add mod ord">
        <pc:chgData name="JONATHAN GABRIEL LOOR BAUTISTA" userId="4234489a-f210-4949-b3ca-adca1d814dab" providerId="ADAL" clId="{CA9E5BA9-EB2F-4B98-BE29-D96613308550}" dt="2025-04-28T12:28:40.659" v="600" actId="113"/>
        <pc:sldMkLst>
          <pc:docMk/>
          <pc:sldMk cId="675903930" sldId="294"/>
        </pc:sldMkLst>
      </pc:sldChg>
      <pc:sldChg chg="addSp delSp modSp add mod ord">
        <pc:chgData name="JONATHAN GABRIEL LOOR BAUTISTA" userId="4234489a-f210-4949-b3ca-adca1d814dab" providerId="ADAL" clId="{CA9E5BA9-EB2F-4B98-BE29-D96613308550}" dt="2025-04-28T12:50:39.251" v="799" actId="1076"/>
        <pc:sldMkLst>
          <pc:docMk/>
          <pc:sldMk cId="3784401589" sldId="295"/>
        </pc:sldMkLst>
      </pc:sldChg>
      <pc:sldChg chg="delSp modSp add mod">
        <pc:chgData name="JONATHAN GABRIEL LOOR BAUTISTA" userId="4234489a-f210-4949-b3ca-adca1d814dab" providerId="ADAL" clId="{CA9E5BA9-EB2F-4B98-BE29-D96613308550}" dt="2025-04-28T13:01:05.260" v="872" actId="20577"/>
        <pc:sldMkLst>
          <pc:docMk/>
          <pc:sldMk cId="3907512282" sldId="296"/>
        </pc:sldMkLst>
      </pc:sldChg>
      <pc:sldChg chg="modSp add mod">
        <pc:chgData name="JONATHAN GABRIEL LOOR BAUTISTA" userId="4234489a-f210-4949-b3ca-adca1d814dab" providerId="ADAL" clId="{CA9E5BA9-EB2F-4B98-BE29-D96613308550}" dt="2025-04-28T13:29:13.884" v="951" actId="20577"/>
        <pc:sldMkLst>
          <pc:docMk/>
          <pc:sldMk cId="2463088549" sldId="297"/>
        </pc:sldMkLst>
      </pc:sldChg>
      <pc:sldChg chg="addSp modSp add mod">
        <pc:chgData name="JONATHAN GABRIEL LOOR BAUTISTA" userId="4234489a-f210-4949-b3ca-adca1d814dab" providerId="ADAL" clId="{CA9E5BA9-EB2F-4B98-BE29-D96613308550}" dt="2025-04-28T13:34:31.051" v="990" actId="11"/>
        <pc:sldMkLst>
          <pc:docMk/>
          <pc:sldMk cId="2176370239" sldId="298"/>
        </pc:sldMkLst>
      </pc:sldChg>
      <pc:sldChg chg="addSp delSp modSp add mod">
        <pc:chgData name="JONATHAN GABRIEL LOOR BAUTISTA" userId="4234489a-f210-4949-b3ca-adca1d814dab" providerId="ADAL" clId="{CA9E5BA9-EB2F-4B98-BE29-D96613308550}" dt="2025-04-28T13:35:09.414" v="1006" actId="1076"/>
        <pc:sldMkLst>
          <pc:docMk/>
          <pc:sldMk cId="3227574610" sldId="299"/>
        </pc:sldMkLst>
      </pc:sldChg>
      <pc:sldChg chg="addSp delSp modSp add mod">
        <pc:chgData name="JONATHAN GABRIEL LOOR BAUTISTA" userId="4234489a-f210-4949-b3ca-adca1d814dab" providerId="ADAL" clId="{CA9E5BA9-EB2F-4B98-BE29-D96613308550}" dt="2025-04-28T13:36:52.748" v="1019" actId="14100"/>
        <pc:sldMkLst>
          <pc:docMk/>
          <pc:sldMk cId="122779942" sldId="300"/>
        </pc:sldMkLst>
      </pc:sldChg>
    </pc:docChg>
  </pc:docChgLst>
  <pc:docChgLst>
    <pc:chgData name="JONATHAN GABRIEL LOOR BAUTISTA" userId="4234489a-f210-4949-b3ca-adca1d814dab" providerId="ADAL" clId="{BA8BBFC0-3D22-442E-9892-B114FDF3CFAC}"/>
    <pc:docChg chg="undo custSel addSld delSld modSld">
      <pc:chgData name="JONATHAN GABRIEL LOOR BAUTISTA" userId="4234489a-f210-4949-b3ca-adca1d814dab" providerId="ADAL" clId="{BA8BBFC0-3D22-442E-9892-B114FDF3CFAC}" dt="2025-05-09T17:55:07.757" v="417" actId="27636"/>
      <pc:docMkLst>
        <pc:docMk/>
      </pc:docMkLst>
      <pc:sldChg chg="del">
        <pc:chgData name="JONATHAN GABRIEL LOOR BAUTISTA" userId="4234489a-f210-4949-b3ca-adca1d814dab" providerId="ADAL" clId="{BA8BBFC0-3D22-442E-9892-B114FDF3CFAC}" dt="2025-05-05T13:11:03.838" v="1" actId="47"/>
        <pc:sldMkLst>
          <pc:docMk/>
          <pc:sldMk cId="1030578679" sldId="287"/>
        </pc:sldMkLst>
      </pc:sldChg>
      <pc:sldChg chg="del">
        <pc:chgData name="JONATHAN GABRIEL LOOR BAUTISTA" userId="4234489a-f210-4949-b3ca-adca1d814dab" providerId="ADAL" clId="{BA8BBFC0-3D22-442E-9892-B114FDF3CFAC}" dt="2025-05-05T13:11:04.020" v="2" actId="47"/>
        <pc:sldMkLst>
          <pc:docMk/>
          <pc:sldMk cId="4262102034" sldId="290"/>
        </pc:sldMkLst>
      </pc:sldChg>
      <pc:sldChg chg="del">
        <pc:chgData name="JONATHAN GABRIEL LOOR BAUTISTA" userId="4234489a-f210-4949-b3ca-adca1d814dab" providerId="ADAL" clId="{BA8BBFC0-3D22-442E-9892-B114FDF3CFAC}" dt="2025-05-05T13:11:04.283" v="3" actId="47"/>
        <pc:sldMkLst>
          <pc:docMk/>
          <pc:sldMk cId="3917552893" sldId="291"/>
        </pc:sldMkLst>
      </pc:sldChg>
      <pc:sldChg chg="del">
        <pc:chgData name="JONATHAN GABRIEL LOOR BAUTISTA" userId="4234489a-f210-4949-b3ca-adca1d814dab" providerId="ADAL" clId="{BA8BBFC0-3D22-442E-9892-B114FDF3CFAC}" dt="2025-05-05T13:11:04.636" v="4" actId="47"/>
        <pc:sldMkLst>
          <pc:docMk/>
          <pc:sldMk cId="3838651608" sldId="292"/>
        </pc:sldMkLst>
      </pc:sldChg>
      <pc:sldChg chg="del">
        <pc:chgData name="JONATHAN GABRIEL LOOR BAUTISTA" userId="4234489a-f210-4949-b3ca-adca1d814dab" providerId="ADAL" clId="{BA8BBFC0-3D22-442E-9892-B114FDF3CFAC}" dt="2025-05-05T13:11:04.947" v="5" actId="47"/>
        <pc:sldMkLst>
          <pc:docMk/>
          <pc:sldMk cId="1660400904" sldId="293"/>
        </pc:sldMkLst>
      </pc:sldChg>
      <pc:sldChg chg="del">
        <pc:chgData name="JONATHAN GABRIEL LOOR BAUTISTA" userId="4234489a-f210-4949-b3ca-adca1d814dab" providerId="ADAL" clId="{BA8BBFC0-3D22-442E-9892-B114FDF3CFAC}" dt="2025-05-05T13:11:05.201" v="6" actId="47"/>
        <pc:sldMkLst>
          <pc:docMk/>
          <pc:sldMk cId="675903930" sldId="294"/>
        </pc:sldMkLst>
      </pc:sldChg>
      <pc:sldChg chg="del">
        <pc:chgData name="JONATHAN GABRIEL LOOR BAUTISTA" userId="4234489a-f210-4949-b3ca-adca1d814dab" providerId="ADAL" clId="{BA8BBFC0-3D22-442E-9892-B114FDF3CFAC}" dt="2025-05-05T13:11:05.764" v="7" actId="47"/>
        <pc:sldMkLst>
          <pc:docMk/>
          <pc:sldMk cId="3784401589" sldId="295"/>
        </pc:sldMkLst>
      </pc:sldChg>
      <pc:sldChg chg="addSp modSp mod">
        <pc:chgData name="JONATHAN GABRIEL LOOR BAUTISTA" userId="4234489a-f210-4949-b3ca-adca1d814dab" providerId="ADAL" clId="{BA8BBFC0-3D22-442E-9892-B114FDF3CFAC}" dt="2025-05-09T17:50:18.197" v="349" actId="947"/>
        <pc:sldMkLst>
          <pc:docMk/>
          <pc:sldMk cId="3907512282" sldId="296"/>
        </pc:sldMkLst>
      </pc:sldChg>
      <pc:sldChg chg="addSp modSp mod">
        <pc:chgData name="JONATHAN GABRIEL LOOR BAUTISTA" userId="4234489a-f210-4949-b3ca-adca1d814dab" providerId="ADAL" clId="{BA8BBFC0-3D22-442E-9892-B114FDF3CFAC}" dt="2025-05-09T17:50:31.897" v="351" actId="113"/>
        <pc:sldMkLst>
          <pc:docMk/>
          <pc:sldMk cId="2463088549" sldId="297"/>
        </pc:sldMkLst>
      </pc:sldChg>
      <pc:sldChg chg="addSp delSp modSp add mod">
        <pc:chgData name="JONATHAN GABRIEL LOOR BAUTISTA" userId="4234489a-f210-4949-b3ca-adca1d814dab" providerId="ADAL" clId="{BA8BBFC0-3D22-442E-9892-B114FDF3CFAC}" dt="2025-05-09T17:53:45.910" v="354" actId="14100"/>
        <pc:sldMkLst>
          <pc:docMk/>
          <pc:sldMk cId="1712436894" sldId="298"/>
        </pc:sldMkLst>
      </pc:sldChg>
      <pc:sldChg chg="del">
        <pc:chgData name="JONATHAN GABRIEL LOOR BAUTISTA" userId="4234489a-f210-4949-b3ca-adca1d814dab" providerId="ADAL" clId="{BA8BBFC0-3D22-442E-9892-B114FDF3CFAC}" dt="2025-05-05T13:14:45.657" v="220" actId="47"/>
        <pc:sldMkLst>
          <pc:docMk/>
          <pc:sldMk cId="2176370239" sldId="298"/>
        </pc:sldMkLst>
      </pc:sldChg>
      <pc:sldChg chg="addSp modSp add del mod">
        <pc:chgData name="JONATHAN GABRIEL LOOR BAUTISTA" userId="4234489a-f210-4949-b3ca-adca1d814dab" providerId="ADAL" clId="{BA8BBFC0-3D22-442E-9892-B114FDF3CFAC}" dt="2025-05-05T13:21:41.892" v="347" actId="2696"/>
        <pc:sldMkLst>
          <pc:docMk/>
          <pc:sldMk cId="167108118" sldId="299"/>
        </pc:sldMkLst>
      </pc:sldChg>
      <pc:sldChg chg="addSp modSp add mod">
        <pc:chgData name="JONATHAN GABRIEL LOOR BAUTISTA" userId="4234489a-f210-4949-b3ca-adca1d814dab" providerId="ADAL" clId="{BA8BBFC0-3D22-442E-9892-B114FDF3CFAC}" dt="2025-05-09T17:55:07.757" v="417" actId="27636"/>
        <pc:sldMkLst>
          <pc:docMk/>
          <pc:sldMk cId="919229235" sldId="299"/>
        </pc:sldMkLst>
      </pc:sldChg>
      <pc:sldChg chg="del">
        <pc:chgData name="JONATHAN GABRIEL LOOR BAUTISTA" userId="4234489a-f210-4949-b3ca-adca1d814dab" providerId="ADAL" clId="{BA8BBFC0-3D22-442E-9892-B114FDF3CFAC}" dt="2025-05-05T13:14:45.222" v="219" actId="47"/>
        <pc:sldMkLst>
          <pc:docMk/>
          <pc:sldMk cId="3227574610" sldId="299"/>
        </pc:sldMkLst>
      </pc:sldChg>
      <pc:sldChg chg="del">
        <pc:chgData name="JONATHAN GABRIEL LOOR BAUTISTA" userId="4234489a-f210-4949-b3ca-adca1d814dab" providerId="ADAL" clId="{BA8BBFC0-3D22-442E-9892-B114FDF3CFAC}" dt="2025-05-05T13:14:44.959" v="218" actId="47"/>
        <pc:sldMkLst>
          <pc:docMk/>
          <pc:sldMk cId="122779942" sldId="300"/>
        </pc:sldMkLst>
      </pc:sldChg>
    </pc:docChg>
  </pc:docChgLst>
  <pc:docChgLst>
    <pc:chgData name="JONATHAN GABRIEL LOOR BAUTISTA" userId="4234489a-f210-4949-b3ca-adca1d814dab" providerId="ADAL" clId="{50071045-9DA3-451F-90A9-5E50EF455384}"/>
    <pc:docChg chg="undo custSel addSld delSld modSld">
      <pc:chgData name="JONATHAN GABRIEL LOOR BAUTISTA" userId="4234489a-f210-4949-b3ca-adca1d814dab" providerId="ADAL" clId="{50071045-9DA3-451F-90A9-5E50EF455384}" dt="2025-06-09T13:49:36.843" v="1048" actId="20577"/>
      <pc:docMkLst>
        <pc:docMk/>
      </pc:docMkLst>
      <pc:sldChg chg="del">
        <pc:chgData name="JONATHAN GABRIEL LOOR BAUTISTA" userId="4234489a-f210-4949-b3ca-adca1d814dab" providerId="ADAL" clId="{50071045-9DA3-451F-90A9-5E50EF455384}" dt="2025-06-02T18:11:20.658" v="72" actId="47"/>
        <pc:sldMkLst>
          <pc:docMk/>
          <pc:sldMk cId="3907512282" sldId="296"/>
        </pc:sldMkLst>
      </pc:sldChg>
      <pc:sldChg chg="del">
        <pc:chgData name="JONATHAN GABRIEL LOOR BAUTISTA" userId="4234489a-f210-4949-b3ca-adca1d814dab" providerId="ADAL" clId="{50071045-9DA3-451F-90A9-5E50EF455384}" dt="2025-06-02T18:11:19.134" v="70" actId="47"/>
        <pc:sldMkLst>
          <pc:docMk/>
          <pc:sldMk cId="2463088549" sldId="297"/>
        </pc:sldMkLst>
      </pc:sldChg>
      <pc:sldChg chg="modSp mod">
        <pc:chgData name="JONATHAN GABRIEL LOOR BAUTISTA" userId="4234489a-f210-4949-b3ca-adca1d814dab" providerId="ADAL" clId="{50071045-9DA3-451F-90A9-5E50EF455384}" dt="2025-06-09T13:49:36.843" v="1048" actId="20577"/>
        <pc:sldMkLst>
          <pc:docMk/>
          <pc:sldMk cId="2797038675" sldId="308"/>
        </pc:sldMkLst>
        <pc:spChg chg="mod">
          <ac:chgData name="JONATHAN GABRIEL LOOR BAUTISTA" userId="4234489a-f210-4949-b3ca-adca1d814dab" providerId="ADAL" clId="{50071045-9DA3-451F-90A9-5E50EF455384}" dt="2025-06-09T13:49:36.843" v="1048" actId="20577"/>
          <ac:spMkLst>
            <pc:docMk/>
            <pc:sldMk cId="2797038675" sldId="308"/>
            <ac:spMk id="24579" creationId="{4A07FB0D-6150-AAF0-5891-DBAE1962AC9A}"/>
          </ac:spMkLst>
        </pc:spChg>
      </pc:sldChg>
      <pc:sldChg chg="del">
        <pc:chgData name="JONATHAN GABRIEL LOOR BAUTISTA" userId="4234489a-f210-4949-b3ca-adca1d814dab" providerId="ADAL" clId="{50071045-9DA3-451F-90A9-5E50EF455384}" dt="2025-06-02T18:11:20.020" v="71" actId="47"/>
        <pc:sldMkLst>
          <pc:docMk/>
          <pc:sldMk cId="1910494269" sldId="309"/>
        </pc:sldMkLst>
      </pc:sldChg>
      <pc:sldChg chg="addSp delSp modSp mod">
        <pc:chgData name="JONATHAN GABRIEL LOOR BAUTISTA" userId="4234489a-f210-4949-b3ca-adca1d814dab" providerId="ADAL" clId="{50071045-9DA3-451F-90A9-5E50EF455384}" dt="2025-06-09T13:15:20.926" v="197" actId="1076"/>
        <pc:sldMkLst>
          <pc:docMk/>
          <pc:sldMk cId="1616950650" sldId="310"/>
        </pc:sldMkLst>
        <pc:spChg chg="mod">
          <ac:chgData name="JONATHAN GABRIEL LOOR BAUTISTA" userId="4234489a-f210-4949-b3ca-adca1d814dab" providerId="ADAL" clId="{50071045-9DA3-451F-90A9-5E50EF455384}" dt="2025-06-02T23:45:48.235" v="98" actId="20577"/>
          <ac:spMkLst>
            <pc:docMk/>
            <pc:sldMk cId="1616950650" sldId="310"/>
            <ac:spMk id="24578" creationId="{F704A0B1-6CFE-A1DB-B041-736278967E58}"/>
          </ac:spMkLst>
        </pc:spChg>
        <pc:spChg chg="mod">
          <ac:chgData name="JONATHAN GABRIEL LOOR BAUTISTA" userId="4234489a-f210-4949-b3ca-adca1d814dab" providerId="ADAL" clId="{50071045-9DA3-451F-90A9-5E50EF455384}" dt="2025-06-09T13:12:34.256" v="182"/>
          <ac:spMkLst>
            <pc:docMk/>
            <pc:sldMk cId="1616950650" sldId="310"/>
            <ac:spMk id="24579" creationId="{1888D9FB-8D9F-D797-B0CA-E72C7D932817}"/>
          </ac:spMkLst>
        </pc:spChg>
      </pc:sldChg>
      <pc:sldChg chg="addSp delSp modSp add mod">
        <pc:chgData name="JONATHAN GABRIEL LOOR BAUTISTA" userId="4234489a-f210-4949-b3ca-adca1d814dab" providerId="ADAL" clId="{50071045-9DA3-451F-90A9-5E50EF455384}" dt="2025-06-09T13:22:05.911" v="212" actId="1076"/>
        <pc:sldMkLst>
          <pc:docMk/>
          <pc:sldMk cId="488625705" sldId="311"/>
        </pc:sldMkLst>
      </pc:sldChg>
      <pc:sldChg chg="del">
        <pc:chgData name="JONATHAN GABRIEL LOOR BAUTISTA" userId="4234489a-f210-4949-b3ca-adca1d814dab" providerId="ADAL" clId="{50071045-9DA3-451F-90A9-5E50EF455384}" dt="2025-06-02T18:11:25.121" v="74" actId="47"/>
        <pc:sldMkLst>
          <pc:docMk/>
          <pc:sldMk cId="3659524975" sldId="311"/>
        </pc:sldMkLst>
      </pc:sldChg>
      <pc:sldChg chg="addSp delSp modSp add mod">
        <pc:chgData name="JONATHAN GABRIEL LOOR BAUTISTA" userId="4234489a-f210-4949-b3ca-adca1d814dab" providerId="ADAL" clId="{50071045-9DA3-451F-90A9-5E50EF455384}" dt="2025-06-09T13:36:38.639" v="504" actId="14100"/>
        <pc:sldMkLst>
          <pc:docMk/>
          <pc:sldMk cId="826297303" sldId="312"/>
        </pc:sldMkLst>
      </pc:sldChg>
      <pc:sldChg chg="del">
        <pc:chgData name="JONATHAN GABRIEL LOOR BAUTISTA" userId="4234489a-f210-4949-b3ca-adca1d814dab" providerId="ADAL" clId="{50071045-9DA3-451F-90A9-5E50EF455384}" dt="2025-06-02T18:11:25.506" v="75" actId="47"/>
        <pc:sldMkLst>
          <pc:docMk/>
          <pc:sldMk cId="1022462976" sldId="312"/>
        </pc:sldMkLst>
      </pc:sldChg>
      <pc:sldChg chg="addSp delSp modSp add mod">
        <pc:chgData name="JONATHAN GABRIEL LOOR BAUTISTA" userId="4234489a-f210-4949-b3ca-adca1d814dab" providerId="ADAL" clId="{50071045-9DA3-451F-90A9-5E50EF455384}" dt="2025-06-09T13:39:04.228" v="510" actId="1076"/>
        <pc:sldMkLst>
          <pc:docMk/>
          <pc:sldMk cId="2765133208" sldId="313"/>
        </pc:sldMkLst>
      </pc:sldChg>
      <pc:sldChg chg="del">
        <pc:chgData name="JONATHAN GABRIEL LOOR BAUTISTA" userId="4234489a-f210-4949-b3ca-adca1d814dab" providerId="ADAL" clId="{50071045-9DA3-451F-90A9-5E50EF455384}" dt="2025-06-02T18:11:26.788" v="76" actId="47"/>
        <pc:sldMkLst>
          <pc:docMk/>
          <pc:sldMk cId="3630284739" sldId="313"/>
        </pc:sldMkLst>
      </pc:sldChg>
      <pc:sldChg chg="addSp delSp modSp add mod">
        <pc:chgData name="JONATHAN GABRIEL LOOR BAUTISTA" userId="4234489a-f210-4949-b3ca-adca1d814dab" providerId="ADAL" clId="{50071045-9DA3-451F-90A9-5E50EF455384}" dt="2025-06-09T13:46:27.553" v="829" actId="20577"/>
        <pc:sldMkLst>
          <pc:docMk/>
          <pc:sldMk cId="884586642" sldId="314"/>
        </pc:sldMkLst>
        <pc:spChg chg="mod">
          <ac:chgData name="JONATHAN GABRIEL LOOR BAUTISTA" userId="4234489a-f210-4949-b3ca-adca1d814dab" providerId="ADAL" clId="{50071045-9DA3-451F-90A9-5E50EF455384}" dt="2025-06-09T13:46:27.553" v="829" actId="20577"/>
          <ac:spMkLst>
            <pc:docMk/>
            <pc:sldMk cId="884586642" sldId="314"/>
            <ac:spMk id="24578" creationId="{B8348CD8-0A92-1659-888C-22AAF4F4C714}"/>
          </ac:spMkLst>
        </pc:spChg>
        <pc:spChg chg="mod">
          <ac:chgData name="JONATHAN GABRIEL LOOR BAUTISTA" userId="4234489a-f210-4949-b3ca-adca1d814dab" providerId="ADAL" clId="{50071045-9DA3-451F-90A9-5E50EF455384}" dt="2025-06-09T13:46:21.173" v="805" actId="6549"/>
          <ac:spMkLst>
            <pc:docMk/>
            <pc:sldMk cId="884586642" sldId="314"/>
            <ac:spMk id="24579" creationId="{0EB9277F-C240-AC09-7113-B4F8D0B000C3}"/>
          </ac:spMkLst>
        </pc:spChg>
      </pc:sldChg>
      <pc:sldChg chg="del">
        <pc:chgData name="JONATHAN GABRIEL LOOR BAUTISTA" userId="4234489a-f210-4949-b3ca-adca1d814dab" providerId="ADAL" clId="{50071045-9DA3-451F-90A9-5E50EF455384}" dt="2025-06-02T18:11:24.768" v="73" actId="47"/>
        <pc:sldMkLst>
          <pc:docMk/>
          <pc:sldMk cId="1402953868" sldId="314"/>
        </pc:sldMkLst>
      </pc:sldChg>
      <pc:sldChg chg="add del">
        <pc:chgData name="JONATHAN GABRIEL LOOR BAUTISTA" userId="4234489a-f210-4949-b3ca-adca1d814dab" providerId="ADAL" clId="{50071045-9DA3-451F-90A9-5E50EF455384}" dt="2025-06-09T13:44:44.477" v="754" actId="47"/>
        <pc:sldMkLst>
          <pc:docMk/>
          <pc:sldMk cId="2988985112" sldId="315"/>
        </pc:sldMkLst>
      </pc:sldChg>
      <pc:sldChg chg="modSp add del mod">
        <pc:chgData name="JONATHAN GABRIEL LOOR BAUTISTA" userId="4234489a-f210-4949-b3ca-adca1d814dab" providerId="ADAL" clId="{50071045-9DA3-451F-90A9-5E50EF455384}" dt="2025-06-09T13:48:25.055" v="981" actId="47"/>
        <pc:sldMkLst>
          <pc:docMk/>
          <pc:sldMk cId="1389626286" sldId="316"/>
        </pc:sldMkLst>
      </pc:sldChg>
    </pc:docChg>
  </pc:docChgLst>
  <pc:docChgLst>
    <pc:chgData name="JONATHAN GABRIEL LOOR BAUTISTA" userId="4234489a-f210-4949-b3ca-adca1d814dab" providerId="ADAL" clId="{060DDFA7-0ED1-4434-A690-0E20AEBE99A7}"/>
    <pc:docChg chg="undo custSel addSld delSld modSld sldOrd modMainMaster">
      <pc:chgData name="JONATHAN GABRIEL LOOR BAUTISTA" userId="4234489a-f210-4949-b3ca-adca1d814dab" providerId="ADAL" clId="{060DDFA7-0ED1-4434-A690-0E20AEBE99A7}" dt="2023-10-31T14:15:58.986" v="582" actId="20577"/>
      <pc:docMkLst>
        <pc:docMk/>
      </pc:docMkLst>
      <pc:sldChg chg="modSp mod">
        <pc:chgData name="JONATHAN GABRIEL LOOR BAUTISTA" userId="4234489a-f210-4949-b3ca-adca1d814dab" providerId="ADAL" clId="{060DDFA7-0ED1-4434-A690-0E20AEBE99A7}" dt="2023-10-30T21:09:57.255" v="203" actId="14100"/>
        <pc:sldMkLst>
          <pc:docMk/>
          <pc:sldMk cId="0" sldId="256"/>
        </pc:sldMkLst>
      </pc:sldChg>
      <pc:sldChg chg="del">
        <pc:chgData name="JONATHAN GABRIEL LOOR BAUTISTA" userId="4234489a-f210-4949-b3ca-adca1d814dab" providerId="ADAL" clId="{060DDFA7-0ED1-4434-A690-0E20AEBE99A7}" dt="2023-10-30T21:06:17.258" v="130" actId="47"/>
        <pc:sldMkLst>
          <pc:docMk/>
          <pc:sldMk cId="0" sldId="257"/>
        </pc:sldMkLst>
      </pc:sldChg>
      <pc:sldChg chg="addSp delSp modSp mod setBg">
        <pc:chgData name="JONATHAN GABRIEL LOOR BAUTISTA" userId="4234489a-f210-4949-b3ca-adca1d814dab" providerId="ADAL" clId="{060DDFA7-0ED1-4434-A690-0E20AEBE99A7}" dt="2023-10-31T14:11:53.464" v="513" actId="1076"/>
        <pc:sldMkLst>
          <pc:docMk/>
          <pc:sldMk cId="0" sldId="258"/>
        </pc:sldMkLst>
      </pc:sldChg>
      <pc:sldChg chg="addSp modSp add mod">
        <pc:chgData name="JONATHAN GABRIEL LOOR BAUTISTA" userId="4234489a-f210-4949-b3ca-adca1d814dab" providerId="ADAL" clId="{060DDFA7-0ED1-4434-A690-0E20AEBE99A7}" dt="2023-10-31T14:07:01.113" v="488" actId="20577"/>
        <pc:sldMkLst>
          <pc:docMk/>
          <pc:sldMk cId="365126346" sldId="259"/>
        </pc:sldMkLst>
      </pc:sldChg>
      <pc:sldChg chg="addSp delSp modSp add del mod ord">
        <pc:chgData name="JONATHAN GABRIEL LOOR BAUTISTA" userId="4234489a-f210-4949-b3ca-adca1d814dab" providerId="ADAL" clId="{060DDFA7-0ED1-4434-A690-0E20AEBE99A7}" dt="2023-10-31T14:06:12.179" v="424" actId="20577"/>
        <pc:sldMkLst>
          <pc:docMk/>
          <pc:sldMk cId="2494341450" sldId="260"/>
        </pc:sldMkLst>
      </pc:sldChg>
      <pc:sldChg chg="addSp delSp modSp add mod">
        <pc:chgData name="JONATHAN GABRIEL LOOR BAUTISTA" userId="4234489a-f210-4949-b3ca-adca1d814dab" providerId="ADAL" clId="{060DDFA7-0ED1-4434-A690-0E20AEBE99A7}" dt="2023-10-31T14:15:07.912" v="528" actId="1076"/>
        <pc:sldMkLst>
          <pc:docMk/>
          <pc:sldMk cId="1096243283" sldId="261"/>
        </pc:sldMkLst>
      </pc:sldChg>
      <pc:sldChg chg="addSp delSp modSp add mod">
        <pc:chgData name="JONATHAN GABRIEL LOOR BAUTISTA" userId="4234489a-f210-4949-b3ca-adca1d814dab" providerId="ADAL" clId="{060DDFA7-0ED1-4434-A690-0E20AEBE99A7}" dt="2023-10-31T13:54:07.335" v="388"/>
        <pc:sldMkLst>
          <pc:docMk/>
          <pc:sldMk cId="446297087" sldId="262"/>
        </pc:sldMkLst>
      </pc:sldChg>
      <pc:sldChg chg="addSp delSp modSp add mod">
        <pc:chgData name="JONATHAN GABRIEL LOOR BAUTISTA" userId="4234489a-f210-4949-b3ca-adca1d814dab" providerId="ADAL" clId="{060DDFA7-0ED1-4434-A690-0E20AEBE99A7}" dt="2023-10-31T13:59:41.552" v="399" actId="1076"/>
        <pc:sldMkLst>
          <pc:docMk/>
          <pc:sldMk cId="3749474826" sldId="263"/>
        </pc:sldMkLst>
      </pc:sldChg>
      <pc:sldChg chg="addSp delSp modSp add mod">
        <pc:chgData name="JONATHAN GABRIEL LOOR BAUTISTA" userId="4234489a-f210-4949-b3ca-adca1d814dab" providerId="ADAL" clId="{060DDFA7-0ED1-4434-A690-0E20AEBE99A7}" dt="2023-10-31T14:01:12.512" v="406" actId="1076"/>
        <pc:sldMkLst>
          <pc:docMk/>
          <pc:sldMk cId="1712364955" sldId="264"/>
        </pc:sldMkLst>
      </pc:sldChg>
      <pc:sldChg chg="addSp delSp modSp add mod">
        <pc:chgData name="JONATHAN GABRIEL LOOR BAUTISTA" userId="4234489a-f210-4949-b3ca-adca1d814dab" providerId="ADAL" clId="{060DDFA7-0ED1-4434-A690-0E20AEBE99A7}" dt="2023-10-31T14:02:25.713" v="411" actId="1076"/>
        <pc:sldMkLst>
          <pc:docMk/>
          <pc:sldMk cId="3972352135" sldId="265"/>
        </pc:sldMkLst>
      </pc:sldChg>
      <pc:sldChg chg="modSp add mod">
        <pc:chgData name="JONATHAN GABRIEL LOOR BAUTISTA" userId="4234489a-f210-4949-b3ca-adca1d814dab" providerId="ADAL" clId="{060DDFA7-0ED1-4434-A690-0E20AEBE99A7}" dt="2023-10-31T14:15:58.986" v="582" actId="20577"/>
        <pc:sldMkLst>
          <pc:docMk/>
          <pc:sldMk cId="628235030" sldId="266"/>
        </pc:sldMkLst>
      </pc:sldChg>
      <pc:sldChg chg="del">
        <pc:chgData name="JONATHAN GABRIEL LOOR BAUTISTA" userId="4234489a-f210-4949-b3ca-adca1d814dab" providerId="ADAL" clId="{060DDFA7-0ED1-4434-A690-0E20AEBE99A7}" dt="2023-10-30T21:06:59.256" v="136" actId="47"/>
        <pc:sldMkLst>
          <pc:docMk/>
          <pc:sldMk cId="3148635589" sldId="270"/>
        </pc:sldMkLst>
      </pc:sldChg>
      <pc:sldChg chg="del">
        <pc:chgData name="JONATHAN GABRIEL LOOR BAUTISTA" userId="4234489a-f210-4949-b3ca-adca1d814dab" providerId="ADAL" clId="{060DDFA7-0ED1-4434-A690-0E20AEBE99A7}" dt="2023-10-30T21:06:59.386" v="137" actId="47"/>
        <pc:sldMkLst>
          <pc:docMk/>
          <pc:sldMk cId="2453666722" sldId="271"/>
        </pc:sldMkLst>
      </pc:sldChg>
      <pc:sldChg chg="del">
        <pc:chgData name="JONATHAN GABRIEL LOOR BAUTISTA" userId="4234489a-f210-4949-b3ca-adca1d814dab" providerId="ADAL" clId="{060DDFA7-0ED1-4434-A690-0E20AEBE99A7}" dt="2023-10-30T21:06:59.863" v="140" actId="47"/>
        <pc:sldMkLst>
          <pc:docMk/>
          <pc:sldMk cId="3274624831" sldId="272"/>
        </pc:sldMkLst>
      </pc:sldChg>
      <pc:sldChg chg="del">
        <pc:chgData name="JONATHAN GABRIEL LOOR BAUTISTA" userId="4234489a-f210-4949-b3ca-adca1d814dab" providerId="ADAL" clId="{060DDFA7-0ED1-4434-A690-0E20AEBE99A7}" dt="2023-10-30T21:06:57.871" v="133" actId="47"/>
        <pc:sldMkLst>
          <pc:docMk/>
          <pc:sldMk cId="2752778094" sldId="273"/>
        </pc:sldMkLst>
      </pc:sldChg>
      <pc:sldChg chg="del">
        <pc:chgData name="JONATHAN GABRIEL LOOR BAUTISTA" userId="4234489a-f210-4949-b3ca-adca1d814dab" providerId="ADAL" clId="{060DDFA7-0ED1-4434-A690-0E20AEBE99A7}" dt="2023-10-30T21:06:58.785" v="134" actId="47"/>
        <pc:sldMkLst>
          <pc:docMk/>
          <pc:sldMk cId="1191621404" sldId="274"/>
        </pc:sldMkLst>
      </pc:sldChg>
      <pc:sldChg chg="del">
        <pc:chgData name="JONATHAN GABRIEL LOOR BAUTISTA" userId="4234489a-f210-4949-b3ca-adca1d814dab" providerId="ADAL" clId="{060DDFA7-0ED1-4434-A690-0E20AEBE99A7}" dt="2023-10-30T21:06:59.051" v="135" actId="47"/>
        <pc:sldMkLst>
          <pc:docMk/>
          <pc:sldMk cId="1408870596" sldId="275"/>
        </pc:sldMkLst>
      </pc:sldChg>
      <pc:sldChg chg="del">
        <pc:chgData name="JONATHAN GABRIEL LOOR BAUTISTA" userId="4234489a-f210-4949-b3ca-adca1d814dab" providerId="ADAL" clId="{060DDFA7-0ED1-4434-A690-0E20AEBE99A7}" dt="2023-10-30T21:06:59.568" v="138" actId="47"/>
        <pc:sldMkLst>
          <pc:docMk/>
          <pc:sldMk cId="2004126196" sldId="276"/>
        </pc:sldMkLst>
      </pc:sldChg>
      <pc:sldChg chg="del">
        <pc:chgData name="JONATHAN GABRIEL LOOR BAUTISTA" userId="4234489a-f210-4949-b3ca-adca1d814dab" providerId="ADAL" clId="{060DDFA7-0ED1-4434-A690-0E20AEBE99A7}" dt="2023-10-30T21:06:59.728" v="139" actId="47"/>
        <pc:sldMkLst>
          <pc:docMk/>
          <pc:sldMk cId="2374801582" sldId="277"/>
        </pc:sldMkLst>
      </pc:sldChg>
      <pc:sldChg chg="del">
        <pc:chgData name="JONATHAN GABRIEL LOOR BAUTISTA" userId="4234489a-f210-4949-b3ca-adca1d814dab" providerId="ADAL" clId="{060DDFA7-0ED1-4434-A690-0E20AEBE99A7}" dt="2023-10-30T21:06:59.999" v="141" actId="47"/>
        <pc:sldMkLst>
          <pc:docMk/>
          <pc:sldMk cId="1796450385" sldId="278"/>
        </pc:sldMkLst>
      </pc:sldChg>
      <pc:sldChg chg="del">
        <pc:chgData name="JONATHAN GABRIEL LOOR BAUTISTA" userId="4234489a-f210-4949-b3ca-adca1d814dab" providerId="ADAL" clId="{060DDFA7-0ED1-4434-A690-0E20AEBE99A7}" dt="2023-10-30T21:06:19.264" v="131" actId="47"/>
        <pc:sldMkLst>
          <pc:docMk/>
          <pc:sldMk cId="1137748348" sldId="279"/>
        </pc:sldMkLst>
      </pc:sldChg>
      <pc:sldChg chg="del">
        <pc:chgData name="JONATHAN GABRIEL LOOR BAUTISTA" userId="4234489a-f210-4949-b3ca-adca1d814dab" providerId="ADAL" clId="{060DDFA7-0ED1-4434-A690-0E20AEBE99A7}" dt="2023-10-30T21:07:00.132" v="142" actId="47"/>
        <pc:sldMkLst>
          <pc:docMk/>
          <pc:sldMk cId="1911223544" sldId="280"/>
        </pc:sldMkLst>
      </pc:sldChg>
      <pc:sldChg chg="del">
        <pc:chgData name="JONATHAN GABRIEL LOOR BAUTISTA" userId="4234489a-f210-4949-b3ca-adca1d814dab" providerId="ADAL" clId="{060DDFA7-0ED1-4434-A690-0E20AEBE99A7}" dt="2023-10-30T21:07:00.455" v="143" actId="47"/>
        <pc:sldMkLst>
          <pc:docMk/>
          <pc:sldMk cId="1419791792" sldId="282"/>
        </pc:sldMkLst>
      </pc:sldChg>
      <pc:sldChg chg="del">
        <pc:chgData name="JONATHAN GABRIEL LOOR BAUTISTA" userId="4234489a-f210-4949-b3ca-adca1d814dab" providerId="ADAL" clId="{060DDFA7-0ED1-4434-A690-0E20AEBE99A7}" dt="2023-10-30T21:07:00.550" v="144" actId="47"/>
        <pc:sldMkLst>
          <pc:docMk/>
          <pc:sldMk cId="1650563039" sldId="283"/>
        </pc:sldMkLst>
      </pc:sldChg>
      <pc:sldChg chg="del">
        <pc:chgData name="JONATHAN GABRIEL LOOR BAUTISTA" userId="4234489a-f210-4949-b3ca-adca1d814dab" providerId="ADAL" clId="{060DDFA7-0ED1-4434-A690-0E20AEBE99A7}" dt="2023-10-30T21:07:00.919" v="145" actId="47"/>
        <pc:sldMkLst>
          <pc:docMk/>
          <pc:sldMk cId="347908706" sldId="284"/>
        </pc:sldMkLst>
      </pc:sldChg>
      <pc:sldChg chg="del">
        <pc:chgData name="JONATHAN GABRIEL LOOR BAUTISTA" userId="4234489a-f210-4949-b3ca-adca1d814dab" providerId="ADAL" clId="{060DDFA7-0ED1-4434-A690-0E20AEBE99A7}" dt="2023-10-30T21:07:03.741" v="147" actId="47"/>
        <pc:sldMkLst>
          <pc:docMk/>
          <pc:sldMk cId="3849679617" sldId="285"/>
        </pc:sldMkLst>
      </pc:sldChg>
      <pc:sldChg chg="del">
        <pc:chgData name="JONATHAN GABRIEL LOOR BAUTISTA" userId="4234489a-f210-4949-b3ca-adca1d814dab" providerId="ADAL" clId="{060DDFA7-0ED1-4434-A690-0E20AEBE99A7}" dt="2023-10-30T21:07:01.725" v="146" actId="47"/>
        <pc:sldMkLst>
          <pc:docMk/>
          <pc:sldMk cId="627336759" sldId="286"/>
        </pc:sldMkLst>
      </pc:sldChg>
      <pc:sldChg chg="del">
        <pc:chgData name="JONATHAN GABRIEL LOOR BAUTISTA" userId="4234489a-f210-4949-b3ca-adca1d814dab" providerId="ADAL" clId="{060DDFA7-0ED1-4434-A690-0E20AEBE99A7}" dt="2023-10-30T21:06:51.513" v="132" actId="47"/>
        <pc:sldMkLst>
          <pc:docMk/>
          <pc:sldMk cId="3899911817" sldId="287"/>
        </pc:sldMkLst>
      </pc:sldChg>
      <pc:sldMasterChg chg="modSp modSldLayout">
        <pc:chgData name="JONATHAN GABRIEL LOOR BAUTISTA" userId="4234489a-f210-4949-b3ca-adca1d814dab" providerId="ADAL" clId="{060DDFA7-0ED1-4434-A690-0E20AEBE99A7}" dt="2023-10-30T21:08:33.515" v="186"/>
        <pc:sldMasterMkLst>
          <pc:docMk/>
          <pc:sldMasterMk cId="0" sldId="2147483648"/>
        </pc:sldMasterMkLst>
        <pc:sldLayoutChg chg="modSp">
          <pc:chgData name="JONATHAN GABRIEL LOOR BAUTISTA" userId="4234489a-f210-4949-b3ca-adca1d814dab" providerId="ADAL" clId="{060DDFA7-0ED1-4434-A690-0E20AEBE99A7}" dt="2023-10-30T21:08:33.515" v="186"/>
          <pc:sldLayoutMkLst>
            <pc:docMk/>
            <pc:sldMasterMk cId="0" sldId="2147483648"/>
            <pc:sldLayoutMk cId="3939597044" sldId="2147483649"/>
          </pc:sldLayoutMkLst>
        </pc:sldLayoutChg>
        <pc:sldLayoutChg chg="modSp">
          <pc:chgData name="JONATHAN GABRIEL LOOR BAUTISTA" userId="4234489a-f210-4949-b3ca-adca1d814dab" providerId="ADAL" clId="{060DDFA7-0ED1-4434-A690-0E20AEBE99A7}" dt="2023-10-30T21:08:33.515" v="186"/>
          <pc:sldLayoutMkLst>
            <pc:docMk/>
            <pc:sldMasterMk cId="0" sldId="2147483648"/>
            <pc:sldLayoutMk cId="448047980" sldId="2147483651"/>
          </pc:sldLayoutMkLst>
        </pc:sldLayoutChg>
        <pc:sldLayoutChg chg="modSp">
          <pc:chgData name="JONATHAN GABRIEL LOOR BAUTISTA" userId="4234489a-f210-4949-b3ca-adca1d814dab" providerId="ADAL" clId="{060DDFA7-0ED1-4434-A690-0E20AEBE99A7}" dt="2023-10-30T21:08:33.515" v="186"/>
          <pc:sldLayoutMkLst>
            <pc:docMk/>
            <pc:sldMasterMk cId="0" sldId="2147483648"/>
            <pc:sldLayoutMk cId="2119514795" sldId="2147483652"/>
          </pc:sldLayoutMkLst>
        </pc:sldLayoutChg>
        <pc:sldLayoutChg chg="modSp">
          <pc:chgData name="JONATHAN GABRIEL LOOR BAUTISTA" userId="4234489a-f210-4949-b3ca-adca1d814dab" providerId="ADAL" clId="{060DDFA7-0ED1-4434-A690-0E20AEBE99A7}" dt="2023-10-30T21:08:33.515" v="186"/>
          <pc:sldLayoutMkLst>
            <pc:docMk/>
            <pc:sldMasterMk cId="0" sldId="2147483648"/>
            <pc:sldLayoutMk cId="4050028034" sldId="2147483653"/>
          </pc:sldLayoutMkLst>
        </pc:sldLayoutChg>
        <pc:sldLayoutChg chg="modSp">
          <pc:chgData name="JONATHAN GABRIEL LOOR BAUTISTA" userId="4234489a-f210-4949-b3ca-adca1d814dab" providerId="ADAL" clId="{060DDFA7-0ED1-4434-A690-0E20AEBE99A7}" dt="2023-10-30T21:08:33.515" v="186"/>
          <pc:sldLayoutMkLst>
            <pc:docMk/>
            <pc:sldMasterMk cId="0" sldId="2147483648"/>
            <pc:sldLayoutMk cId="438817288" sldId="2147483656"/>
          </pc:sldLayoutMkLst>
        </pc:sldLayoutChg>
        <pc:sldLayoutChg chg="modSp">
          <pc:chgData name="JONATHAN GABRIEL LOOR BAUTISTA" userId="4234489a-f210-4949-b3ca-adca1d814dab" providerId="ADAL" clId="{060DDFA7-0ED1-4434-A690-0E20AEBE99A7}" dt="2023-10-30T21:08:33.515" v="186"/>
          <pc:sldLayoutMkLst>
            <pc:docMk/>
            <pc:sldMasterMk cId="0" sldId="2147483648"/>
            <pc:sldLayoutMk cId="1447904796" sldId="2147483657"/>
          </pc:sldLayoutMkLst>
        </pc:sldLayoutChg>
        <pc:sldLayoutChg chg="modSp">
          <pc:chgData name="JONATHAN GABRIEL LOOR BAUTISTA" userId="4234489a-f210-4949-b3ca-adca1d814dab" providerId="ADAL" clId="{060DDFA7-0ED1-4434-A690-0E20AEBE99A7}" dt="2023-10-30T21:08:33.515" v="186"/>
          <pc:sldLayoutMkLst>
            <pc:docMk/>
            <pc:sldMasterMk cId="0" sldId="2147483648"/>
            <pc:sldLayoutMk cId="481004487" sldId="2147483659"/>
          </pc:sldLayoutMkLst>
        </pc:sldLayoutChg>
      </pc:sldMasterChg>
    </pc:docChg>
  </pc:docChgLst>
  <pc:docChgLst>
    <pc:chgData name="JONATHAN GABRIEL LOOR BAUTISTA" userId="4234489a-f210-4949-b3ca-adca1d814dab" providerId="ADAL" clId="{57DA4C2B-8C1A-42D2-A239-F1671319639B}"/>
    <pc:docChg chg="undo custSel addSld delSld modSld sldOrd">
      <pc:chgData name="JONATHAN GABRIEL LOOR BAUTISTA" userId="4234489a-f210-4949-b3ca-adca1d814dab" providerId="ADAL" clId="{57DA4C2B-8C1A-42D2-A239-F1671319639B}" dt="2025-06-20T14:25:22.518" v="1072" actId="20577"/>
      <pc:docMkLst>
        <pc:docMk/>
      </pc:docMkLst>
      <pc:sldChg chg="modSp mod">
        <pc:chgData name="JONATHAN GABRIEL LOOR BAUTISTA" userId="4234489a-f210-4949-b3ca-adca1d814dab" providerId="ADAL" clId="{57DA4C2B-8C1A-42D2-A239-F1671319639B}" dt="2025-06-16T02:51:03.254" v="1046" actId="20577"/>
        <pc:sldMkLst>
          <pc:docMk/>
          <pc:sldMk cId="0" sldId="256"/>
        </pc:sldMkLst>
        <pc:spChg chg="mod">
          <ac:chgData name="JONATHAN GABRIEL LOOR BAUTISTA" userId="4234489a-f210-4949-b3ca-adca1d814dab" providerId="ADAL" clId="{57DA4C2B-8C1A-42D2-A239-F1671319639B}" dt="2025-06-16T02:51:03.254" v="1046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JONATHAN GABRIEL LOOR BAUTISTA" userId="4234489a-f210-4949-b3ca-adca1d814dab" providerId="ADAL" clId="{57DA4C2B-8C1A-42D2-A239-F1671319639B}" dt="2025-06-20T14:25:22.518" v="1072" actId="20577"/>
        <pc:sldMkLst>
          <pc:docMk/>
          <pc:sldMk cId="2797038675" sldId="308"/>
        </pc:sldMkLst>
        <pc:spChg chg="mod">
          <ac:chgData name="JONATHAN GABRIEL LOOR BAUTISTA" userId="4234489a-f210-4949-b3ca-adca1d814dab" providerId="ADAL" clId="{57DA4C2B-8C1A-42D2-A239-F1671319639B}" dt="2025-06-20T14:25:22.518" v="1072" actId="20577"/>
          <ac:spMkLst>
            <pc:docMk/>
            <pc:sldMk cId="2797038675" sldId="308"/>
            <ac:spMk id="24579" creationId="{4A07FB0D-6150-AAF0-5891-DBAE1962AC9A}"/>
          </ac:spMkLst>
        </pc:spChg>
      </pc:sldChg>
      <pc:sldChg chg="addSp delSp modSp mod">
        <pc:chgData name="JONATHAN GABRIEL LOOR BAUTISTA" userId="4234489a-f210-4949-b3ca-adca1d814dab" providerId="ADAL" clId="{57DA4C2B-8C1A-42D2-A239-F1671319639B}" dt="2025-06-16T02:23:22.015" v="786" actId="20577"/>
        <pc:sldMkLst>
          <pc:docMk/>
          <pc:sldMk cId="1616950650" sldId="310"/>
        </pc:sldMkLst>
        <pc:spChg chg="mod">
          <ac:chgData name="JONATHAN GABRIEL LOOR BAUTISTA" userId="4234489a-f210-4949-b3ca-adca1d814dab" providerId="ADAL" clId="{57DA4C2B-8C1A-42D2-A239-F1671319639B}" dt="2025-06-16T02:23:22.015" v="786" actId="20577"/>
          <ac:spMkLst>
            <pc:docMk/>
            <pc:sldMk cId="1616950650" sldId="310"/>
            <ac:spMk id="24578" creationId="{F704A0B1-6CFE-A1DB-B041-736278967E58}"/>
          </ac:spMkLst>
        </pc:spChg>
        <pc:spChg chg="mod">
          <ac:chgData name="JONATHAN GABRIEL LOOR BAUTISTA" userId="4234489a-f210-4949-b3ca-adca1d814dab" providerId="ADAL" clId="{57DA4C2B-8C1A-42D2-A239-F1671319639B}" dt="2025-06-15T18:45:30.102" v="208" actId="20577"/>
          <ac:spMkLst>
            <pc:docMk/>
            <pc:sldMk cId="1616950650" sldId="310"/>
            <ac:spMk id="24579" creationId="{1888D9FB-8D9F-D797-B0CA-E72C7D932817}"/>
          </ac:spMkLst>
        </pc:spChg>
        <pc:picChg chg="add mod">
          <ac:chgData name="JONATHAN GABRIEL LOOR BAUTISTA" userId="4234489a-f210-4949-b3ca-adca1d814dab" providerId="ADAL" clId="{57DA4C2B-8C1A-42D2-A239-F1671319639B}" dt="2025-06-15T18:46:20.663" v="215" actId="14100"/>
          <ac:picMkLst>
            <pc:docMk/>
            <pc:sldMk cId="1616950650" sldId="310"/>
            <ac:picMk id="3" creationId="{A60DD66F-159D-3892-0425-8BD672F793A1}"/>
          </ac:picMkLst>
        </pc:picChg>
        <pc:picChg chg="add mod">
          <ac:chgData name="JONATHAN GABRIEL LOOR BAUTISTA" userId="4234489a-f210-4949-b3ca-adca1d814dab" providerId="ADAL" clId="{57DA4C2B-8C1A-42D2-A239-F1671319639B}" dt="2025-06-15T18:46:34.787" v="218" actId="1076"/>
          <ac:picMkLst>
            <pc:docMk/>
            <pc:sldMk cId="1616950650" sldId="310"/>
            <ac:picMk id="5" creationId="{F456AEEB-67FE-AEBB-BC91-195D242C9031}"/>
          </ac:picMkLst>
        </pc:picChg>
      </pc:sldChg>
      <pc:sldChg chg="del">
        <pc:chgData name="JONATHAN GABRIEL LOOR BAUTISTA" userId="4234489a-f210-4949-b3ca-adca1d814dab" providerId="ADAL" clId="{57DA4C2B-8C1A-42D2-A239-F1671319639B}" dt="2025-06-16T01:12:26.018" v="484" actId="47"/>
        <pc:sldMkLst>
          <pc:docMk/>
          <pc:sldMk cId="488625705" sldId="311"/>
        </pc:sldMkLst>
      </pc:sldChg>
      <pc:sldChg chg="del">
        <pc:chgData name="JONATHAN GABRIEL LOOR BAUTISTA" userId="4234489a-f210-4949-b3ca-adca1d814dab" providerId="ADAL" clId="{57DA4C2B-8C1A-42D2-A239-F1671319639B}" dt="2025-06-16T01:12:26.873" v="485" actId="47"/>
        <pc:sldMkLst>
          <pc:docMk/>
          <pc:sldMk cId="826297303" sldId="312"/>
        </pc:sldMkLst>
      </pc:sldChg>
      <pc:sldChg chg="del">
        <pc:chgData name="JONATHAN GABRIEL LOOR BAUTISTA" userId="4234489a-f210-4949-b3ca-adca1d814dab" providerId="ADAL" clId="{57DA4C2B-8C1A-42D2-A239-F1671319639B}" dt="2025-06-16T01:12:27.592" v="486" actId="47"/>
        <pc:sldMkLst>
          <pc:docMk/>
          <pc:sldMk cId="2765133208" sldId="313"/>
        </pc:sldMkLst>
      </pc:sldChg>
      <pc:sldChg chg="addSp modSp mod">
        <pc:chgData name="JONATHAN GABRIEL LOOR BAUTISTA" userId="4234489a-f210-4949-b3ca-adca1d814dab" providerId="ADAL" clId="{57DA4C2B-8C1A-42D2-A239-F1671319639B}" dt="2025-06-16T02:32:51.609" v="821" actId="20577"/>
        <pc:sldMkLst>
          <pc:docMk/>
          <pc:sldMk cId="884586642" sldId="314"/>
        </pc:sldMkLst>
        <pc:spChg chg="mod">
          <ac:chgData name="JONATHAN GABRIEL LOOR BAUTISTA" userId="4234489a-f210-4949-b3ca-adca1d814dab" providerId="ADAL" clId="{57DA4C2B-8C1A-42D2-A239-F1671319639B}" dt="2025-06-16T02:32:51.609" v="821" actId="20577"/>
          <ac:spMkLst>
            <pc:docMk/>
            <pc:sldMk cId="884586642" sldId="314"/>
            <ac:spMk id="24579" creationId="{0EB9277F-C240-AC09-7113-B4F8D0B000C3}"/>
          </ac:spMkLst>
        </pc:spChg>
        <pc:picChg chg="add mod">
          <ac:chgData name="JONATHAN GABRIEL LOOR BAUTISTA" userId="4234489a-f210-4949-b3ca-adca1d814dab" providerId="ADAL" clId="{57DA4C2B-8C1A-42D2-A239-F1671319639B}" dt="2025-06-16T01:13:47.120" v="504" actId="1076"/>
          <ac:picMkLst>
            <pc:docMk/>
            <pc:sldMk cId="884586642" sldId="314"/>
            <ac:picMk id="3" creationId="{B8A406B9-C29F-B9CD-B6E4-05758C987D2B}"/>
          </ac:picMkLst>
        </pc:picChg>
      </pc:sldChg>
      <pc:sldChg chg="add del setBg">
        <pc:chgData name="JONATHAN GABRIEL LOOR BAUTISTA" userId="4234489a-f210-4949-b3ca-adca1d814dab" providerId="ADAL" clId="{57DA4C2B-8C1A-42D2-A239-F1671319639B}" dt="2025-06-15T18:48:57.884" v="241"/>
        <pc:sldMkLst>
          <pc:docMk/>
          <pc:sldMk cId="70390200" sldId="315"/>
        </pc:sldMkLst>
      </pc:sldChg>
      <pc:sldChg chg="addSp delSp modSp add mod">
        <pc:chgData name="JONATHAN GABRIEL LOOR BAUTISTA" userId="4234489a-f210-4949-b3ca-adca1d814dab" providerId="ADAL" clId="{57DA4C2B-8C1A-42D2-A239-F1671319639B}" dt="2025-06-15T18:59:02.725" v="483" actId="1076"/>
        <pc:sldMkLst>
          <pc:docMk/>
          <pc:sldMk cId="3117005790" sldId="315"/>
        </pc:sldMkLst>
        <pc:spChg chg="mod">
          <ac:chgData name="JONATHAN GABRIEL LOOR BAUTISTA" userId="4234489a-f210-4949-b3ca-adca1d814dab" providerId="ADAL" clId="{57DA4C2B-8C1A-42D2-A239-F1671319639B}" dt="2025-06-15T18:58:13.259" v="479" actId="20577"/>
          <ac:spMkLst>
            <pc:docMk/>
            <pc:sldMk cId="3117005790" sldId="315"/>
            <ac:spMk id="24579" creationId="{6B2C2B9F-A91F-5035-FAF0-EBC53115B47A}"/>
          </ac:spMkLst>
        </pc:spChg>
        <pc:graphicFrameChg chg="add mod modGraphic">
          <ac:chgData name="JONATHAN GABRIEL LOOR BAUTISTA" userId="4234489a-f210-4949-b3ca-adca1d814dab" providerId="ADAL" clId="{57DA4C2B-8C1A-42D2-A239-F1671319639B}" dt="2025-06-15T18:56:38.685" v="442" actId="20577"/>
          <ac:graphicFrameMkLst>
            <pc:docMk/>
            <pc:sldMk cId="3117005790" sldId="315"/>
            <ac:graphicFrameMk id="14" creationId="{81470BFB-5717-9018-A6DA-6C7DCA336C32}"/>
          </ac:graphicFrameMkLst>
        </pc:graphicFrameChg>
        <pc:picChg chg="add mod">
          <ac:chgData name="JONATHAN GABRIEL LOOR BAUTISTA" userId="4234489a-f210-4949-b3ca-adca1d814dab" providerId="ADAL" clId="{57DA4C2B-8C1A-42D2-A239-F1671319639B}" dt="2025-06-15T18:50:11.791" v="277" actId="1076"/>
          <ac:picMkLst>
            <pc:docMk/>
            <pc:sldMk cId="3117005790" sldId="315"/>
            <ac:picMk id="4" creationId="{A8FD0346-4AB9-9546-5CE5-1BB13B314BE7}"/>
          </ac:picMkLst>
        </pc:picChg>
        <pc:picChg chg="add mod ord">
          <ac:chgData name="JONATHAN GABRIEL LOOR BAUTISTA" userId="4234489a-f210-4949-b3ca-adca1d814dab" providerId="ADAL" clId="{57DA4C2B-8C1A-42D2-A239-F1671319639B}" dt="2025-06-15T18:55:45.851" v="382" actId="1076"/>
          <ac:picMkLst>
            <pc:docMk/>
            <pc:sldMk cId="3117005790" sldId="315"/>
            <ac:picMk id="8" creationId="{F576145D-80B4-9D53-80DB-FD93B8B58913}"/>
          </ac:picMkLst>
        </pc:picChg>
        <pc:picChg chg="add mod ord">
          <ac:chgData name="JONATHAN GABRIEL LOOR BAUTISTA" userId="4234489a-f210-4949-b3ca-adca1d814dab" providerId="ADAL" clId="{57DA4C2B-8C1A-42D2-A239-F1671319639B}" dt="2025-06-15T18:56:16.448" v="440" actId="14100"/>
          <ac:picMkLst>
            <pc:docMk/>
            <pc:sldMk cId="3117005790" sldId="315"/>
            <ac:picMk id="10" creationId="{748B8C03-622C-762F-469A-4DE14478CE0D}"/>
          </ac:picMkLst>
        </pc:picChg>
        <pc:picChg chg="add mod ord">
          <ac:chgData name="JONATHAN GABRIEL LOOR BAUTISTA" userId="4234489a-f210-4949-b3ca-adca1d814dab" providerId="ADAL" clId="{57DA4C2B-8C1A-42D2-A239-F1671319639B}" dt="2025-06-15T18:56:54.853" v="445" actId="1076"/>
          <ac:picMkLst>
            <pc:docMk/>
            <pc:sldMk cId="3117005790" sldId="315"/>
            <ac:picMk id="12" creationId="{28E72B8B-7555-51B7-E2BE-2F41311C5563}"/>
          </ac:picMkLst>
        </pc:picChg>
        <pc:picChg chg="add mod">
          <ac:chgData name="JONATHAN GABRIEL LOOR BAUTISTA" userId="4234489a-f210-4949-b3ca-adca1d814dab" providerId="ADAL" clId="{57DA4C2B-8C1A-42D2-A239-F1671319639B}" dt="2025-06-15T18:57:15.096" v="447" actId="1076"/>
          <ac:picMkLst>
            <pc:docMk/>
            <pc:sldMk cId="3117005790" sldId="315"/>
            <ac:picMk id="16" creationId="{97140E61-FCB0-C118-8E39-9AB12E418FF3}"/>
          </ac:picMkLst>
        </pc:picChg>
        <pc:picChg chg="add mod">
          <ac:chgData name="JONATHAN GABRIEL LOOR BAUTISTA" userId="4234489a-f210-4949-b3ca-adca1d814dab" providerId="ADAL" clId="{57DA4C2B-8C1A-42D2-A239-F1671319639B}" dt="2025-06-15T18:57:45.165" v="449" actId="1076"/>
          <ac:picMkLst>
            <pc:docMk/>
            <pc:sldMk cId="3117005790" sldId="315"/>
            <ac:picMk id="18" creationId="{77E47D00-5C90-345F-9458-771DC201F03F}"/>
          </ac:picMkLst>
        </pc:picChg>
        <pc:picChg chg="add mod">
          <ac:chgData name="JONATHAN GABRIEL LOOR BAUTISTA" userId="4234489a-f210-4949-b3ca-adca1d814dab" providerId="ADAL" clId="{57DA4C2B-8C1A-42D2-A239-F1671319639B}" dt="2025-06-15T18:58:34.929" v="481" actId="1076"/>
          <ac:picMkLst>
            <pc:docMk/>
            <pc:sldMk cId="3117005790" sldId="315"/>
            <ac:picMk id="20" creationId="{163FC355-4618-B01D-ABE6-FC6F8931128D}"/>
          </ac:picMkLst>
        </pc:picChg>
        <pc:picChg chg="add mod">
          <ac:chgData name="JONATHAN GABRIEL LOOR BAUTISTA" userId="4234489a-f210-4949-b3ca-adca1d814dab" providerId="ADAL" clId="{57DA4C2B-8C1A-42D2-A239-F1671319639B}" dt="2025-06-15T18:59:02.725" v="483" actId="1076"/>
          <ac:picMkLst>
            <pc:docMk/>
            <pc:sldMk cId="3117005790" sldId="315"/>
            <ac:picMk id="22" creationId="{D511DDA0-D08A-A9AA-2D9E-84971ED7C8B6}"/>
          </ac:picMkLst>
        </pc:picChg>
      </pc:sldChg>
      <pc:sldChg chg="modSp add mod">
        <pc:chgData name="JONATHAN GABRIEL LOOR BAUTISTA" userId="4234489a-f210-4949-b3ca-adca1d814dab" providerId="ADAL" clId="{57DA4C2B-8C1A-42D2-A239-F1671319639B}" dt="2025-06-16T01:26:18.011" v="597" actId="20577"/>
        <pc:sldMkLst>
          <pc:docMk/>
          <pc:sldMk cId="3434463202" sldId="316"/>
        </pc:sldMkLst>
        <pc:spChg chg="mod">
          <ac:chgData name="JONATHAN GABRIEL LOOR BAUTISTA" userId="4234489a-f210-4949-b3ca-adca1d814dab" providerId="ADAL" clId="{57DA4C2B-8C1A-42D2-A239-F1671319639B}" dt="2025-06-16T01:26:18.011" v="597" actId="20577"/>
          <ac:spMkLst>
            <pc:docMk/>
            <pc:sldMk cId="3434463202" sldId="316"/>
            <ac:spMk id="24579" creationId="{26029060-4E6E-FCF0-6437-5BCC5916B006}"/>
          </ac:spMkLst>
        </pc:spChg>
      </pc:sldChg>
      <pc:sldChg chg="modSp add mod">
        <pc:chgData name="JONATHAN GABRIEL LOOR BAUTISTA" userId="4234489a-f210-4949-b3ca-adca1d814dab" providerId="ADAL" clId="{57DA4C2B-8C1A-42D2-A239-F1671319639B}" dt="2025-06-20T13:51:55.435" v="1049" actId="20577"/>
        <pc:sldMkLst>
          <pc:docMk/>
          <pc:sldMk cId="1042539914" sldId="317"/>
        </pc:sldMkLst>
        <pc:spChg chg="mod">
          <ac:chgData name="JONATHAN GABRIEL LOOR BAUTISTA" userId="4234489a-f210-4949-b3ca-adca1d814dab" providerId="ADAL" clId="{57DA4C2B-8C1A-42D2-A239-F1671319639B}" dt="2025-06-20T13:51:55.435" v="1049" actId="20577"/>
          <ac:spMkLst>
            <pc:docMk/>
            <pc:sldMk cId="1042539914" sldId="317"/>
            <ac:spMk id="24579" creationId="{2484B87B-DF6E-9E31-76EF-7E130BA08AAC}"/>
          </ac:spMkLst>
        </pc:spChg>
      </pc:sldChg>
      <pc:sldChg chg="modSp add del mod">
        <pc:chgData name="JONATHAN GABRIEL LOOR BAUTISTA" userId="4234489a-f210-4949-b3ca-adca1d814dab" providerId="ADAL" clId="{57DA4C2B-8C1A-42D2-A239-F1671319639B}" dt="2025-06-16T02:37:49.465" v="879" actId="47"/>
        <pc:sldMkLst>
          <pc:docMk/>
          <pc:sldMk cId="2053352271" sldId="318"/>
        </pc:sldMkLst>
      </pc:sldChg>
      <pc:sldChg chg="addSp delSp modSp add mod ord">
        <pc:chgData name="JONATHAN GABRIEL LOOR BAUTISTA" userId="4234489a-f210-4949-b3ca-adca1d814dab" providerId="ADAL" clId="{57DA4C2B-8C1A-42D2-A239-F1671319639B}" dt="2025-06-16T02:26:04.305" v="816" actId="1076"/>
        <pc:sldMkLst>
          <pc:docMk/>
          <pc:sldMk cId="1978300178" sldId="319"/>
        </pc:sldMkLst>
        <pc:spChg chg="mod">
          <ac:chgData name="JONATHAN GABRIEL LOOR BAUTISTA" userId="4234489a-f210-4949-b3ca-adca1d814dab" providerId="ADAL" clId="{57DA4C2B-8C1A-42D2-A239-F1671319639B}" dt="2025-06-16T02:24:15.680" v="790" actId="20577"/>
          <ac:spMkLst>
            <pc:docMk/>
            <pc:sldMk cId="1978300178" sldId="319"/>
            <ac:spMk id="24578" creationId="{C9104164-AEC5-BC72-6FDE-C30EDAFE21F0}"/>
          </ac:spMkLst>
        </pc:spChg>
        <pc:spChg chg="mod">
          <ac:chgData name="JONATHAN GABRIEL LOOR BAUTISTA" userId="4234489a-f210-4949-b3ca-adca1d814dab" providerId="ADAL" clId="{57DA4C2B-8C1A-42D2-A239-F1671319639B}" dt="2025-06-16T02:25:44.320" v="811" actId="20577"/>
          <ac:spMkLst>
            <pc:docMk/>
            <pc:sldMk cId="1978300178" sldId="319"/>
            <ac:spMk id="24579" creationId="{3FB30F4D-60FF-4560-1F8B-3E2231A5547B}"/>
          </ac:spMkLst>
        </pc:spChg>
        <pc:picChg chg="add mod">
          <ac:chgData name="JONATHAN GABRIEL LOOR BAUTISTA" userId="4234489a-f210-4949-b3ca-adca1d814dab" providerId="ADAL" clId="{57DA4C2B-8C1A-42D2-A239-F1671319639B}" dt="2025-06-16T02:26:04.305" v="816" actId="1076"/>
          <ac:picMkLst>
            <pc:docMk/>
            <pc:sldMk cId="1978300178" sldId="319"/>
            <ac:picMk id="4" creationId="{F3B3CEFB-915D-6DCD-9D4C-257DD13C2C03}"/>
          </ac:picMkLst>
        </pc:picChg>
      </pc:sldChg>
      <pc:sldChg chg="delSp modSp add mod ord">
        <pc:chgData name="JONATHAN GABRIEL LOOR BAUTISTA" userId="4234489a-f210-4949-b3ca-adca1d814dab" providerId="ADAL" clId="{57DA4C2B-8C1A-42D2-A239-F1671319639B}" dt="2025-06-16T02:34:00.688" v="856" actId="20577"/>
        <pc:sldMkLst>
          <pc:docMk/>
          <pc:sldMk cId="2675775695" sldId="320"/>
        </pc:sldMkLst>
        <pc:spChg chg="mod">
          <ac:chgData name="JONATHAN GABRIEL LOOR BAUTISTA" userId="4234489a-f210-4949-b3ca-adca1d814dab" providerId="ADAL" clId="{57DA4C2B-8C1A-42D2-A239-F1671319639B}" dt="2025-06-16T02:34:00.688" v="856" actId="20577"/>
          <ac:spMkLst>
            <pc:docMk/>
            <pc:sldMk cId="2675775695" sldId="320"/>
            <ac:spMk id="24579" creationId="{FA466C9E-FD0E-AA83-EEE0-90FD997E067E}"/>
          </ac:spMkLst>
        </pc:spChg>
      </pc:sldChg>
      <pc:sldChg chg="addSp delSp modSp add mod">
        <pc:chgData name="JONATHAN GABRIEL LOOR BAUTISTA" userId="4234489a-f210-4949-b3ca-adca1d814dab" providerId="ADAL" clId="{57DA4C2B-8C1A-42D2-A239-F1671319639B}" dt="2025-06-16T02:50:00.581" v="1033" actId="20577"/>
        <pc:sldMkLst>
          <pc:docMk/>
          <pc:sldMk cId="1427707774" sldId="321"/>
        </pc:sldMkLst>
        <pc:spChg chg="add del">
          <ac:chgData name="JONATHAN GABRIEL LOOR BAUTISTA" userId="4234489a-f210-4949-b3ca-adca1d814dab" providerId="ADAL" clId="{57DA4C2B-8C1A-42D2-A239-F1671319639B}" dt="2025-06-16T02:47:48.156" v="918" actId="478"/>
          <ac:spMkLst>
            <pc:docMk/>
            <pc:sldMk cId="1427707774" sldId="321"/>
            <ac:spMk id="6" creationId="{B1F3B432-7621-CC3F-2F93-FA37F4FE52C6}"/>
          </ac:spMkLst>
        </pc:spChg>
        <pc:spChg chg="mod ord">
          <ac:chgData name="JONATHAN GABRIEL LOOR BAUTISTA" userId="4234489a-f210-4949-b3ca-adca1d814dab" providerId="ADAL" clId="{57DA4C2B-8C1A-42D2-A239-F1671319639B}" dt="2025-06-16T02:50:00.581" v="1033" actId="20577"/>
          <ac:spMkLst>
            <pc:docMk/>
            <pc:sldMk cId="1427707774" sldId="321"/>
            <ac:spMk id="24579" creationId="{134F43B2-88DD-4384-E7B8-23C3B0D4A615}"/>
          </ac:spMkLst>
        </pc:spChg>
      </pc:sldChg>
      <pc:sldChg chg="add">
        <pc:chgData name="JONATHAN GABRIEL LOOR BAUTISTA" userId="4234489a-f210-4949-b3ca-adca1d814dab" providerId="ADAL" clId="{57DA4C2B-8C1A-42D2-A239-F1671319639B}" dt="2025-06-16T02:36:23.848" v="858" actId="2890"/>
        <pc:sldMkLst>
          <pc:docMk/>
          <pc:sldMk cId="3329842662" sldId="322"/>
        </pc:sldMkLst>
      </pc:sldChg>
    </pc:docChg>
  </pc:docChgLst>
  <pc:docChgLst>
    <pc:chgData name="JONATHAN GABRIEL LOOR BAUTISTA" userId="4234489a-f210-4949-b3ca-adca1d814dab" providerId="ADAL" clId="{331DE3F3-B272-46BB-BC05-336C21B73F45}"/>
    <pc:docChg chg="delSld">
      <pc:chgData name="JONATHAN GABRIEL LOOR BAUTISTA" userId="4234489a-f210-4949-b3ca-adca1d814dab" providerId="ADAL" clId="{331DE3F3-B272-46BB-BC05-336C21B73F45}" dt="2024-06-21T16:59:27.027" v="0" actId="47"/>
      <pc:docMkLst>
        <pc:docMk/>
      </pc:docMkLst>
      <pc:sldChg chg="del">
        <pc:chgData name="JONATHAN GABRIEL LOOR BAUTISTA" userId="4234489a-f210-4949-b3ca-adca1d814dab" providerId="ADAL" clId="{331DE3F3-B272-46BB-BC05-336C21B73F45}" dt="2024-06-21T16:59:27.027" v="0" actId="47"/>
        <pc:sldMkLst>
          <pc:docMk/>
          <pc:sldMk cId="1579677953" sldId="274"/>
        </pc:sldMkLst>
      </pc:sldChg>
    </pc:docChg>
  </pc:docChgLst>
  <pc:docChgLst>
    <pc:chgData name="JONATHAN GABRIEL LOOR BAUTISTA" userId="4234489a-f210-4949-b3ca-adca1d814dab" providerId="ADAL" clId="{04822459-6DF3-4311-8DFB-DA30866346C2}"/>
    <pc:docChg chg="undo redo custSel addSld delSld modSld">
      <pc:chgData name="JONATHAN GABRIEL LOOR BAUTISTA" userId="4234489a-f210-4949-b3ca-adca1d814dab" providerId="ADAL" clId="{04822459-6DF3-4311-8DFB-DA30866346C2}" dt="2025-04-21T14:26:27.741" v="3565" actId="1076"/>
      <pc:docMkLst>
        <pc:docMk/>
      </pc:docMkLst>
      <pc:sldChg chg="modSp mod">
        <pc:chgData name="JONATHAN GABRIEL LOOR BAUTISTA" userId="4234489a-f210-4949-b3ca-adca1d814dab" providerId="ADAL" clId="{04822459-6DF3-4311-8DFB-DA30866346C2}" dt="2025-04-21T12:50:55.771" v="48" actId="20577"/>
        <pc:sldMkLst>
          <pc:docMk/>
          <pc:sldMk cId="0" sldId="256"/>
        </pc:sldMkLst>
        <pc:spChg chg="mod">
          <ac:chgData name="JONATHAN GABRIEL LOOR BAUTISTA" userId="4234489a-f210-4949-b3ca-adca1d814dab" providerId="ADAL" clId="{04822459-6DF3-4311-8DFB-DA30866346C2}" dt="2025-04-21T12:50:55.771" v="48" actId="20577"/>
          <ac:spMkLst>
            <pc:docMk/>
            <pc:sldMk cId="0" sldId="256"/>
            <ac:spMk id="5" creationId="{00000000-0000-0000-0000-000000000000}"/>
          </ac:spMkLst>
        </pc:spChg>
      </pc:sldChg>
      <pc:sldChg chg="del">
        <pc:chgData name="JONATHAN GABRIEL LOOR BAUTISTA" userId="4234489a-f210-4949-b3ca-adca1d814dab" providerId="ADAL" clId="{04822459-6DF3-4311-8DFB-DA30866346C2}" dt="2025-04-21T12:51:10.562" v="49" actId="47"/>
        <pc:sldMkLst>
          <pc:docMk/>
          <pc:sldMk cId="445900017" sldId="272"/>
        </pc:sldMkLst>
      </pc:sldChg>
      <pc:sldChg chg="del">
        <pc:chgData name="JONATHAN GABRIEL LOOR BAUTISTA" userId="4234489a-f210-4949-b3ca-adca1d814dab" providerId="ADAL" clId="{04822459-6DF3-4311-8DFB-DA30866346C2}" dt="2025-04-21T12:51:11.183" v="50" actId="47"/>
        <pc:sldMkLst>
          <pc:docMk/>
          <pc:sldMk cId="2459953676" sldId="273"/>
        </pc:sldMkLst>
      </pc:sldChg>
      <pc:sldChg chg="del">
        <pc:chgData name="JONATHAN GABRIEL LOOR BAUTISTA" userId="4234489a-f210-4949-b3ca-adca1d814dab" providerId="ADAL" clId="{04822459-6DF3-4311-8DFB-DA30866346C2}" dt="2025-04-21T12:51:12.151" v="51" actId="47"/>
        <pc:sldMkLst>
          <pc:docMk/>
          <pc:sldMk cId="416056654" sldId="274"/>
        </pc:sldMkLst>
      </pc:sldChg>
      <pc:sldChg chg="del">
        <pc:chgData name="JONATHAN GABRIEL LOOR BAUTISTA" userId="4234489a-f210-4949-b3ca-adca1d814dab" providerId="ADAL" clId="{04822459-6DF3-4311-8DFB-DA30866346C2}" dt="2025-04-21T12:51:12.659" v="52" actId="47"/>
        <pc:sldMkLst>
          <pc:docMk/>
          <pc:sldMk cId="1498002989" sldId="275"/>
        </pc:sldMkLst>
      </pc:sldChg>
      <pc:sldChg chg="del">
        <pc:chgData name="JONATHAN GABRIEL LOOR BAUTISTA" userId="4234489a-f210-4949-b3ca-adca1d814dab" providerId="ADAL" clId="{04822459-6DF3-4311-8DFB-DA30866346C2}" dt="2025-04-21T12:51:13.114" v="53" actId="47"/>
        <pc:sldMkLst>
          <pc:docMk/>
          <pc:sldMk cId="2030638201" sldId="276"/>
        </pc:sldMkLst>
      </pc:sldChg>
      <pc:sldChg chg="del">
        <pc:chgData name="JONATHAN GABRIEL LOOR BAUTISTA" userId="4234489a-f210-4949-b3ca-adca1d814dab" providerId="ADAL" clId="{04822459-6DF3-4311-8DFB-DA30866346C2}" dt="2025-04-21T12:51:13.451" v="54" actId="47"/>
        <pc:sldMkLst>
          <pc:docMk/>
          <pc:sldMk cId="4034665855" sldId="277"/>
        </pc:sldMkLst>
      </pc:sldChg>
      <pc:sldChg chg="del">
        <pc:chgData name="JONATHAN GABRIEL LOOR BAUTISTA" userId="4234489a-f210-4949-b3ca-adca1d814dab" providerId="ADAL" clId="{04822459-6DF3-4311-8DFB-DA30866346C2}" dt="2025-04-21T12:51:14.033" v="55" actId="47"/>
        <pc:sldMkLst>
          <pc:docMk/>
          <pc:sldMk cId="3978225186" sldId="278"/>
        </pc:sldMkLst>
      </pc:sldChg>
      <pc:sldChg chg="del">
        <pc:chgData name="JONATHAN GABRIEL LOOR BAUTISTA" userId="4234489a-f210-4949-b3ca-adca1d814dab" providerId="ADAL" clId="{04822459-6DF3-4311-8DFB-DA30866346C2}" dt="2025-04-21T12:51:15.272" v="56" actId="47"/>
        <pc:sldMkLst>
          <pc:docMk/>
          <pc:sldMk cId="3324638368" sldId="279"/>
        </pc:sldMkLst>
      </pc:sldChg>
      <pc:sldChg chg="addSp modSp mod">
        <pc:chgData name="JONATHAN GABRIEL LOOR BAUTISTA" userId="4234489a-f210-4949-b3ca-adca1d814dab" providerId="ADAL" clId="{04822459-6DF3-4311-8DFB-DA30866346C2}" dt="2025-04-21T12:57:02.804" v="343" actId="1076"/>
        <pc:sldMkLst>
          <pc:docMk/>
          <pc:sldMk cId="4165485877" sldId="280"/>
        </pc:sldMkLst>
      </pc:sldChg>
      <pc:sldChg chg="addSp modSp mod">
        <pc:chgData name="JONATHAN GABRIEL LOOR BAUTISTA" userId="4234489a-f210-4949-b3ca-adca1d814dab" providerId="ADAL" clId="{04822459-6DF3-4311-8DFB-DA30866346C2}" dt="2025-04-21T13:18:14.159" v="1301" actId="113"/>
        <pc:sldMkLst>
          <pc:docMk/>
          <pc:sldMk cId="1147876043" sldId="281"/>
        </pc:sldMkLst>
      </pc:sldChg>
      <pc:sldChg chg="addSp delSp modSp add mod">
        <pc:chgData name="JONATHAN GABRIEL LOOR BAUTISTA" userId="4234489a-f210-4949-b3ca-adca1d814dab" providerId="ADAL" clId="{04822459-6DF3-4311-8DFB-DA30866346C2}" dt="2025-04-21T13:09:19.136" v="1155" actId="20577"/>
        <pc:sldMkLst>
          <pc:docMk/>
          <pc:sldMk cId="1481732886" sldId="282"/>
        </pc:sldMkLst>
      </pc:sldChg>
      <pc:sldChg chg="addSp delSp modSp add mod">
        <pc:chgData name="JONATHAN GABRIEL LOOR BAUTISTA" userId="4234489a-f210-4949-b3ca-adca1d814dab" providerId="ADAL" clId="{04822459-6DF3-4311-8DFB-DA30866346C2}" dt="2025-04-21T13:17:19.086" v="1258" actId="13926"/>
        <pc:sldMkLst>
          <pc:docMk/>
          <pc:sldMk cId="2227686819" sldId="283"/>
        </pc:sldMkLst>
      </pc:sldChg>
      <pc:sldChg chg="addSp delSp modSp add mod">
        <pc:chgData name="JONATHAN GABRIEL LOOR BAUTISTA" userId="4234489a-f210-4949-b3ca-adca1d814dab" providerId="ADAL" clId="{04822459-6DF3-4311-8DFB-DA30866346C2}" dt="2025-04-21T13:27:03.598" v="1919" actId="1076"/>
        <pc:sldMkLst>
          <pc:docMk/>
          <pc:sldMk cId="3192749992" sldId="284"/>
        </pc:sldMkLst>
      </pc:sldChg>
      <pc:sldChg chg="delSp modSp add mod">
        <pc:chgData name="JONATHAN GABRIEL LOOR BAUTISTA" userId="4234489a-f210-4949-b3ca-adca1d814dab" providerId="ADAL" clId="{04822459-6DF3-4311-8DFB-DA30866346C2}" dt="2025-04-21T13:35:15.167" v="2388" actId="20577"/>
        <pc:sldMkLst>
          <pc:docMk/>
          <pc:sldMk cId="3922002190" sldId="285"/>
        </pc:sldMkLst>
      </pc:sldChg>
      <pc:sldChg chg="addSp modSp add mod">
        <pc:chgData name="JONATHAN GABRIEL LOOR BAUTISTA" userId="4234489a-f210-4949-b3ca-adca1d814dab" providerId="ADAL" clId="{04822459-6DF3-4311-8DFB-DA30866346C2}" dt="2025-04-21T13:49:59.314" v="2717" actId="14100"/>
        <pc:sldMkLst>
          <pc:docMk/>
          <pc:sldMk cId="684473735" sldId="286"/>
        </pc:sldMkLst>
      </pc:sldChg>
      <pc:sldChg chg="addSp delSp modSp add mod">
        <pc:chgData name="JONATHAN GABRIEL LOOR BAUTISTA" userId="4234489a-f210-4949-b3ca-adca1d814dab" providerId="ADAL" clId="{04822459-6DF3-4311-8DFB-DA30866346C2}" dt="2025-04-21T13:57:11.790" v="2805" actId="113"/>
        <pc:sldMkLst>
          <pc:docMk/>
          <pc:sldMk cId="1030578679" sldId="287"/>
        </pc:sldMkLst>
      </pc:sldChg>
      <pc:sldChg chg="addSp delSp modSp add mod">
        <pc:chgData name="JONATHAN GABRIEL LOOR BAUTISTA" userId="4234489a-f210-4949-b3ca-adca1d814dab" providerId="ADAL" clId="{04822459-6DF3-4311-8DFB-DA30866346C2}" dt="2025-04-21T14:07:06.595" v="2886" actId="1076"/>
        <pc:sldMkLst>
          <pc:docMk/>
          <pc:sldMk cId="3681866873" sldId="288"/>
        </pc:sldMkLst>
      </pc:sldChg>
      <pc:sldChg chg="addSp delSp modSp add mod">
        <pc:chgData name="JONATHAN GABRIEL LOOR BAUTISTA" userId="4234489a-f210-4949-b3ca-adca1d814dab" providerId="ADAL" clId="{04822459-6DF3-4311-8DFB-DA30866346C2}" dt="2025-04-21T14:17:34.142" v="2917" actId="1076"/>
        <pc:sldMkLst>
          <pc:docMk/>
          <pc:sldMk cId="3440852824" sldId="289"/>
        </pc:sldMkLst>
      </pc:sldChg>
      <pc:sldChg chg="addSp delSp modSp add mod">
        <pc:chgData name="JONATHAN GABRIEL LOOR BAUTISTA" userId="4234489a-f210-4949-b3ca-adca1d814dab" providerId="ADAL" clId="{04822459-6DF3-4311-8DFB-DA30866346C2}" dt="2025-04-21T14:26:27.741" v="3565" actId="1076"/>
        <pc:sldMkLst>
          <pc:docMk/>
          <pc:sldMk cId="705843136" sldId="290"/>
        </pc:sldMkLst>
      </pc:sldChg>
    </pc:docChg>
  </pc:docChgLst>
  <pc:docChgLst>
    <pc:chgData name="JONATHAN GABRIEL LOOR BAUTISTA" userId="4234489a-f210-4949-b3ca-adca1d814dab" providerId="ADAL" clId="{AEB3EEBA-245D-427B-B8D1-DB45284D7449}"/>
    <pc:docChg chg="undo custSel addSld delSld modSld sldOrd">
      <pc:chgData name="JONATHAN GABRIEL LOOR BAUTISTA" userId="4234489a-f210-4949-b3ca-adca1d814dab" providerId="ADAL" clId="{AEB3EEBA-245D-427B-B8D1-DB45284D7449}" dt="2025-05-19T14:46:20.910" v="1374" actId="1076"/>
      <pc:docMkLst>
        <pc:docMk/>
      </pc:docMkLst>
      <pc:sldChg chg="modSp mod">
        <pc:chgData name="JONATHAN GABRIEL LOOR BAUTISTA" userId="4234489a-f210-4949-b3ca-adca1d814dab" providerId="ADAL" clId="{AEB3EEBA-245D-427B-B8D1-DB45284D7449}" dt="2025-05-15T13:14:12.816" v="46" actId="20577"/>
        <pc:sldMkLst>
          <pc:docMk/>
          <pc:sldMk cId="0" sldId="256"/>
        </pc:sldMkLst>
        <pc:spChg chg="mod">
          <ac:chgData name="JONATHAN GABRIEL LOOR BAUTISTA" userId="4234489a-f210-4949-b3ca-adca1d814dab" providerId="ADAL" clId="{AEB3EEBA-245D-427B-B8D1-DB45284D7449}" dt="2025-05-15T13:14:12.816" v="46" actId="20577"/>
          <ac:spMkLst>
            <pc:docMk/>
            <pc:sldMk cId="0" sldId="256"/>
            <ac:spMk id="5" creationId="{00000000-0000-0000-0000-000000000000}"/>
          </ac:spMkLst>
        </pc:spChg>
      </pc:sldChg>
      <pc:sldChg chg="addSp delSp modSp mod">
        <pc:chgData name="JONATHAN GABRIEL LOOR BAUTISTA" userId="4234489a-f210-4949-b3ca-adca1d814dab" providerId="ADAL" clId="{AEB3EEBA-245D-427B-B8D1-DB45284D7449}" dt="2025-05-16T19:52:09.928" v="344" actId="14100"/>
        <pc:sldMkLst>
          <pc:docMk/>
          <pc:sldMk cId="3907512282" sldId="296"/>
        </pc:sldMkLst>
      </pc:sldChg>
      <pc:sldChg chg="addSp delSp modSp mod">
        <pc:chgData name="JONATHAN GABRIEL LOOR BAUTISTA" userId="4234489a-f210-4949-b3ca-adca1d814dab" providerId="ADAL" clId="{AEB3EEBA-245D-427B-B8D1-DB45284D7449}" dt="2025-05-16T19:53:56.547" v="349" actId="1076"/>
        <pc:sldMkLst>
          <pc:docMk/>
          <pc:sldMk cId="2463088549" sldId="297"/>
        </pc:sldMkLst>
      </pc:sldChg>
      <pc:sldChg chg="addSp delSp modSp add mod">
        <pc:chgData name="JONATHAN GABRIEL LOOR BAUTISTA" userId="4234489a-f210-4949-b3ca-adca1d814dab" providerId="ADAL" clId="{AEB3EEBA-245D-427B-B8D1-DB45284D7449}" dt="2025-05-16T20:08:17.594" v="437" actId="20577"/>
        <pc:sldMkLst>
          <pc:docMk/>
          <pc:sldMk cId="340544771" sldId="298"/>
        </pc:sldMkLst>
      </pc:sldChg>
      <pc:sldChg chg="del">
        <pc:chgData name="JONATHAN GABRIEL LOOR BAUTISTA" userId="4234489a-f210-4949-b3ca-adca1d814dab" providerId="ADAL" clId="{AEB3EEBA-245D-427B-B8D1-DB45284D7449}" dt="2025-05-15T13:16:05.364" v="88" actId="47"/>
        <pc:sldMkLst>
          <pc:docMk/>
          <pc:sldMk cId="1712436894" sldId="298"/>
        </pc:sldMkLst>
      </pc:sldChg>
      <pc:sldChg chg="del">
        <pc:chgData name="JONATHAN GABRIEL LOOR BAUTISTA" userId="4234489a-f210-4949-b3ca-adca1d814dab" providerId="ADAL" clId="{AEB3EEBA-245D-427B-B8D1-DB45284D7449}" dt="2025-05-15T13:16:05.069" v="87" actId="47"/>
        <pc:sldMkLst>
          <pc:docMk/>
          <pc:sldMk cId="919229235" sldId="299"/>
        </pc:sldMkLst>
      </pc:sldChg>
      <pc:sldChg chg="addSp delSp modSp add mod">
        <pc:chgData name="JONATHAN GABRIEL LOOR BAUTISTA" userId="4234489a-f210-4949-b3ca-adca1d814dab" providerId="ADAL" clId="{AEB3EEBA-245D-427B-B8D1-DB45284D7449}" dt="2025-05-16T19:55:19.519" v="377" actId="20577"/>
        <pc:sldMkLst>
          <pc:docMk/>
          <pc:sldMk cId="2958359049" sldId="299"/>
        </pc:sldMkLst>
      </pc:sldChg>
      <pc:sldChg chg="modSp add del mod">
        <pc:chgData name="JONATHAN GABRIEL LOOR BAUTISTA" userId="4234489a-f210-4949-b3ca-adca1d814dab" providerId="ADAL" clId="{AEB3EEBA-245D-427B-B8D1-DB45284D7449}" dt="2025-05-16T20:08:53.029" v="451" actId="47"/>
        <pc:sldMkLst>
          <pc:docMk/>
          <pc:sldMk cId="4042485159" sldId="300"/>
        </pc:sldMkLst>
      </pc:sldChg>
      <pc:sldChg chg="modSp add mod ord">
        <pc:chgData name="JONATHAN GABRIEL LOOR BAUTISTA" userId="4234489a-f210-4949-b3ca-adca1d814dab" providerId="ADAL" clId="{AEB3EEBA-245D-427B-B8D1-DB45284D7449}" dt="2025-05-16T20:34:35.595" v="837" actId="1076"/>
        <pc:sldMkLst>
          <pc:docMk/>
          <pc:sldMk cId="570870609" sldId="301"/>
        </pc:sldMkLst>
      </pc:sldChg>
      <pc:sldChg chg="addSp delSp modSp add mod">
        <pc:chgData name="JONATHAN GABRIEL LOOR BAUTISTA" userId="4234489a-f210-4949-b3ca-adca1d814dab" providerId="ADAL" clId="{AEB3EEBA-245D-427B-B8D1-DB45284D7449}" dt="2025-05-16T20:36:55.131" v="862" actId="1076"/>
        <pc:sldMkLst>
          <pc:docMk/>
          <pc:sldMk cId="4058535090" sldId="302"/>
        </pc:sldMkLst>
      </pc:sldChg>
      <pc:sldChg chg="addSp delSp modSp add mod">
        <pc:chgData name="JONATHAN GABRIEL LOOR BAUTISTA" userId="4234489a-f210-4949-b3ca-adca1d814dab" providerId="ADAL" clId="{AEB3EEBA-245D-427B-B8D1-DB45284D7449}" dt="2025-05-16T20:39:27.010" v="926" actId="20577"/>
        <pc:sldMkLst>
          <pc:docMk/>
          <pc:sldMk cId="643062816" sldId="303"/>
        </pc:sldMkLst>
      </pc:sldChg>
      <pc:sldChg chg="addSp delSp modSp add mod">
        <pc:chgData name="JONATHAN GABRIEL LOOR BAUTISTA" userId="4234489a-f210-4949-b3ca-adca1d814dab" providerId="ADAL" clId="{AEB3EEBA-245D-427B-B8D1-DB45284D7449}" dt="2025-05-19T14:46:20.910" v="1374" actId="1076"/>
        <pc:sldMkLst>
          <pc:docMk/>
          <pc:sldMk cId="4291610913" sldId="304"/>
        </pc:sldMkLst>
      </pc:sldChg>
      <pc:sldChg chg="delSp modSp add mod">
        <pc:chgData name="JONATHAN GABRIEL LOOR BAUTISTA" userId="4234489a-f210-4949-b3ca-adca1d814dab" providerId="ADAL" clId="{AEB3EEBA-245D-427B-B8D1-DB45284D7449}" dt="2025-05-16T20:56:17.916" v="1189" actId="20577"/>
        <pc:sldMkLst>
          <pc:docMk/>
          <pc:sldMk cId="118540457" sldId="305"/>
        </pc:sldMkLst>
      </pc:sldChg>
      <pc:sldChg chg="addSp delSp modSp add mod">
        <pc:chgData name="JONATHAN GABRIEL LOOR BAUTISTA" userId="4234489a-f210-4949-b3ca-adca1d814dab" providerId="ADAL" clId="{AEB3EEBA-245D-427B-B8D1-DB45284D7449}" dt="2025-05-19T14:36:07.149" v="1373" actId="113"/>
        <pc:sldMkLst>
          <pc:docMk/>
          <pc:sldMk cId="1249538767" sldId="306"/>
        </pc:sldMkLst>
      </pc:sldChg>
      <pc:sldChg chg="addSp delSp modSp add mod">
        <pc:chgData name="JONATHAN GABRIEL LOOR BAUTISTA" userId="4234489a-f210-4949-b3ca-adca1d814dab" providerId="ADAL" clId="{AEB3EEBA-245D-427B-B8D1-DB45284D7449}" dt="2025-05-16T20:28:21.316" v="498" actId="14100"/>
        <pc:sldMkLst>
          <pc:docMk/>
          <pc:sldMk cId="1905160335" sldId="307"/>
        </pc:sldMkLst>
      </pc:sldChg>
      <pc:sldChg chg="modSp add mod">
        <pc:chgData name="JONATHAN GABRIEL LOOR BAUTISTA" userId="4234489a-f210-4949-b3ca-adca1d814dab" providerId="ADAL" clId="{AEB3EEBA-245D-427B-B8D1-DB45284D7449}" dt="2025-05-16T21:05:53.880" v="1365" actId="20577"/>
        <pc:sldMkLst>
          <pc:docMk/>
          <pc:sldMk cId="2797038675" sldId="308"/>
        </pc:sldMkLst>
        <pc:spChg chg="mod">
          <ac:chgData name="JONATHAN GABRIEL LOOR BAUTISTA" userId="4234489a-f210-4949-b3ca-adca1d814dab" providerId="ADAL" clId="{AEB3EEBA-245D-427B-B8D1-DB45284D7449}" dt="2025-05-16T21:05:53.880" v="1365" actId="20577"/>
          <ac:spMkLst>
            <pc:docMk/>
            <pc:sldMk cId="2797038675" sldId="308"/>
            <ac:spMk id="24579" creationId="{4A07FB0D-6150-AAF0-5891-DBAE1962AC9A}"/>
          </ac:spMkLst>
        </pc:spChg>
      </pc:sldChg>
      <pc:sldChg chg="add del">
        <pc:chgData name="JONATHAN GABRIEL LOOR BAUTISTA" userId="4234489a-f210-4949-b3ca-adca1d814dab" providerId="ADAL" clId="{AEB3EEBA-245D-427B-B8D1-DB45284D7449}" dt="2025-05-16T20:47:32.388" v="1112" actId="47"/>
        <pc:sldMkLst>
          <pc:docMk/>
          <pc:sldMk cId="4041070015" sldId="308"/>
        </pc:sldMkLst>
      </pc:sldChg>
    </pc:docChg>
  </pc:docChgLst>
  <pc:docChgLst>
    <pc:chgData name="JONATHAN GABRIEL LOOR BAUTISTA" userId="4234489a-f210-4949-b3ca-adca1d814dab" providerId="ADAL" clId="{FE2EE89C-43BE-45E3-8A42-D09B34D705A0}"/>
    <pc:docChg chg="undo custSel modSld">
      <pc:chgData name="JONATHAN GABRIEL LOOR BAUTISTA" userId="4234489a-f210-4949-b3ca-adca1d814dab" providerId="ADAL" clId="{FE2EE89C-43BE-45E3-8A42-D09B34D705A0}" dt="2024-12-03T20:10:20.473" v="251" actId="20577"/>
      <pc:docMkLst>
        <pc:docMk/>
      </pc:docMkLst>
      <pc:sldChg chg="addSp delSp modSp mod">
        <pc:chgData name="JONATHAN GABRIEL LOOR BAUTISTA" userId="4234489a-f210-4949-b3ca-adca1d814dab" providerId="ADAL" clId="{FE2EE89C-43BE-45E3-8A42-D09B34D705A0}" dt="2024-12-03T19:34:05.596" v="104" actId="14100"/>
        <pc:sldMkLst>
          <pc:docMk/>
          <pc:sldMk cId="445900017" sldId="272"/>
        </pc:sldMkLst>
      </pc:sldChg>
      <pc:sldChg chg="modSp mod">
        <pc:chgData name="JONATHAN GABRIEL LOOR BAUTISTA" userId="4234489a-f210-4949-b3ca-adca1d814dab" providerId="ADAL" clId="{FE2EE89C-43BE-45E3-8A42-D09B34D705A0}" dt="2024-12-03T19:52:19.539" v="116" actId="20577"/>
        <pc:sldMkLst>
          <pc:docMk/>
          <pc:sldMk cId="3860355998" sldId="282"/>
        </pc:sldMkLst>
      </pc:sldChg>
      <pc:sldChg chg="modSp mod">
        <pc:chgData name="JONATHAN GABRIEL LOOR BAUTISTA" userId="4234489a-f210-4949-b3ca-adca1d814dab" providerId="ADAL" clId="{FE2EE89C-43BE-45E3-8A42-D09B34D705A0}" dt="2024-12-03T20:02:50.114" v="159"/>
        <pc:sldMkLst>
          <pc:docMk/>
          <pc:sldMk cId="3796690466" sldId="285"/>
        </pc:sldMkLst>
      </pc:sldChg>
      <pc:sldChg chg="modSp mod">
        <pc:chgData name="JONATHAN GABRIEL LOOR BAUTISTA" userId="4234489a-f210-4949-b3ca-adca1d814dab" providerId="ADAL" clId="{FE2EE89C-43BE-45E3-8A42-D09B34D705A0}" dt="2024-12-03T20:07:18.882" v="214" actId="20577"/>
        <pc:sldMkLst>
          <pc:docMk/>
          <pc:sldMk cId="3119478525" sldId="286"/>
        </pc:sldMkLst>
      </pc:sldChg>
      <pc:sldChg chg="delSp modSp mod">
        <pc:chgData name="JONATHAN GABRIEL LOOR BAUTISTA" userId="4234489a-f210-4949-b3ca-adca1d814dab" providerId="ADAL" clId="{FE2EE89C-43BE-45E3-8A42-D09B34D705A0}" dt="2024-12-03T20:10:20.473" v="251" actId="20577"/>
        <pc:sldMkLst>
          <pc:docMk/>
          <pc:sldMk cId="1109680319" sldId="288"/>
        </pc:sldMkLst>
      </pc:sldChg>
    </pc:docChg>
  </pc:docChgLst>
  <pc:docChgLst>
    <pc:chgData name="JONATHAN GABRIEL LOOR BAUTISTA" userId="4234489a-f210-4949-b3ca-adca1d814dab" providerId="ADAL" clId="{F28D2AB1-228F-4DEB-9B4E-61AC32A2299B}"/>
    <pc:docChg chg="undo custSel addSld delSld modSld sldOrd">
      <pc:chgData name="JONATHAN GABRIEL LOOR BAUTISTA" userId="4234489a-f210-4949-b3ca-adca1d814dab" providerId="ADAL" clId="{F28D2AB1-228F-4DEB-9B4E-61AC32A2299B}" dt="2023-12-14T15:15:37.573" v="645" actId="20577"/>
      <pc:docMkLst>
        <pc:docMk/>
      </pc:docMkLst>
      <pc:sldChg chg="modSp mod">
        <pc:chgData name="JONATHAN GABRIEL LOOR BAUTISTA" userId="4234489a-f210-4949-b3ca-adca1d814dab" providerId="ADAL" clId="{F28D2AB1-228F-4DEB-9B4E-61AC32A2299B}" dt="2023-12-07T00:23:22.136" v="76" actId="20577"/>
        <pc:sldMkLst>
          <pc:docMk/>
          <pc:sldMk cId="0" sldId="256"/>
        </pc:sldMkLst>
      </pc:sldChg>
      <pc:sldChg chg="del">
        <pc:chgData name="JONATHAN GABRIEL LOOR BAUTISTA" userId="4234489a-f210-4949-b3ca-adca1d814dab" providerId="ADAL" clId="{F28D2AB1-228F-4DEB-9B4E-61AC32A2299B}" dt="2023-12-06T23:39:08.356" v="0" actId="47"/>
        <pc:sldMkLst>
          <pc:docMk/>
          <pc:sldMk cId="0" sldId="258"/>
        </pc:sldMkLst>
      </pc:sldChg>
      <pc:sldChg chg="del">
        <pc:chgData name="JONATHAN GABRIEL LOOR BAUTISTA" userId="4234489a-f210-4949-b3ca-adca1d814dab" providerId="ADAL" clId="{F28D2AB1-228F-4DEB-9B4E-61AC32A2299B}" dt="2023-12-06T23:39:08.537" v="1" actId="47"/>
        <pc:sldMkLst>
          <pc:docMk/>
          <pc:sldMk cId="1227780459" sldId="259"/>
        </pc:sldMkLst>
      </pc:sldChg>
      <pc:sldChg chg="del">
        <pc:chgData name="JONATHAN GABRIEL LOOR BAUTISTA" userId="4234489a-f210-4949-b3ca-adca1d814dab" providerId="ADAL" clId="{F28D2AB1-228F-4DEB-9B4E-61AC32A2299B}" dt="2023-12-06T23:39:08.640" v="2" actId="47"/>
        <pc:sldMkLst>
          <pc:docMk/>
          <pc:sldMk cId="2412575459" sldId="260"/>
        </pc:sldMkLst>
      </pc:sldChg>
      <pc:sldChg chg="del">
        <pc:chgData name="JONATHAN GABRIEL LOOR BAUTISTA" userId="4234489a-f210-4949-b3ca-adca1d814dab" providerId="ADAL" clId="{F28D2AB1-228F-4DEB-9B4E-61AC32A2299B}" dt="2023-12-06T23:39:08.824" v="3" actId="47"/>
        <pc:sldMkLst>
          <pc:docMk/>
          <pc:sldMk cId="1332033609" sldId="261"/>
        </pc:sldMkLst>
      </pc:sldChg>
      <pc:sldChg chg="del">
        <pc:chgData name="JONATHAN GABRIEL LOOR BAUTISTA" userId="4234489a-f210-4949-b3ca-adca1d814dab" providerId="ADAL" clId="{F28D2AB1-228F-4DEB-9B4E-61AC32A2299B}" dt="2023-12-06T23:39:08.962" v="4" actId="47"/>
        <pc:sldMkLst>
          <pc:docMk/>
          <pc:sldMk cId="4174583105" sldId="262"/>
        </pc:sldMkLst>
      </pc:sldChg>
      <pc:sldChg chg="del">
        <pc:chgData name="JONATHAN GABRIEL LOOR BAUTISTA" userId="4234489a-f210-4949-b3ca-adca1d814dab" providerId="ADAL" clId="{F28D2AB1-228F-4DEB-9B4E-61AC32A2299B}" dt="2023-12-06T23:39:09.155" v="5" actId="47"/>
        <pc:sldMkLst>
          <pc:docMk/>
          <pc:sldMk cId="315044553" sldId="263"/>
        </pc:sldMkLst>
      </pc:sldChg>
      <pc:sldChg chg="del">
        <pc:chgData name="JONATHAN GABRIEL LOOR BAUTISTA" userId="4234489a-f210-4949-b3ca-adca1d814dab" providerId="ADAL" clId="{F28D2AB1-228F-4DEB-9B4E-61AC32A2299B}" dt="2023-12-06T23:39:09.296" v="6" actId="47"/>
        <pc:sldMkLst>
          <pc:docMk/>
          <pc:sldMk cId="928763728" sldId="264"/>
        </pc:sldMkLst>
      </pc:sldChg>
      <pc:sldChg chg="del">
        <pc:chgData name="JONATHAN GABRIEL LOOR BAUTISTA" userId="4234489a-f210-4949-b3ca-adca1d814dab" providerId="ADAL" clId="{F28D2AB1-228F-4DEB-9B4E-61AC32A2299B}" dt="2023-12-06T23:39:10.602" v="7" actId="47"/>
        <pc:sldMkLst>
          <pc:docMk/>
          <pc:sldMk cId="1592637203" sldId="265"/>
        </pc:sldMkLst>
      </pc:sldChg>
      <pc:sldChg chg="del">
        <pc:chgData name="JONATHAN GABRIEL LOOR BAUTISTA" userId="4234489a-f210-4949-b3ca-adca1d814dab" providerId="ADAL" clId="{F28D2AB1-228F-4DEB-9B4E-61AC32A2299B}" dt="2023-12-06T23:39:10.855" v="8" actId="47"/>
        <pc:sldMkLst>
          <pc:docMk/>
          <pc:sldMk cId="4287966700" sldId="266"/>
        </pc:sldMkLst>
      </pc:sldChg>
      <pc:sldChg chg="del">
        <pc:chgData name="JONATHAN GABRIEL LOOR BAUTISTA" userId="4234489a-f210-4949-b3ca-adca1d814dab" providerId="ADAL" clId="{F28D2AB1-228F-4DEB-9B4E-61AC32A2299B}" dt="2023-12-06T23:39:11.336" v="9" actId="47"/>
        <pc:sldMkLst>
          <pc:docMk/>
          <pc:sldMk cId="814129114" sldId="267"/>
        </pc:sldMkLst>
      </pc:sldChg>
      <pc:sldChg chg="modSp del mod">
        <pc:chgData name="JONATHAN GABRIEL LOOR BAUTISTA" userId="4234489a-f210-4949-b3ca-adca1d814dab" providerId="ADAL" clId="{F28D2AB1-228F-4DEB-9B4E-61AC32A2299B}" dt="2023-12-14T13:02:00.093" v="233" actId="47"/>
        <pc:sldMkLst>
          <pc:docMk/>
          <pc:sldMk cId="318255523" sldId="268"/>
        </pc:sldMkLst>
      </pc:sldChg>
      <pc:sldChg chg="del">
        <pc:chgData name="JONATHAN GABRIEL LOOR BAUTISTA" userId="4234489a-f210-4949-b3ca-adca1d814dab" providerId="ADAL" clId="{F28D2AB1-228F-4DEB-9B4E-61AC32A2299B}" dt="2023-12-14T13:02:00.668" v="234" actId="47"/>
        <pc:sldMkLst>
          <pc:docMk/>
          <pc:sldMk cId="2736320437" sldId="269"/>
        </pc:sldMkLst>
      </pc:sldChg>
      <pc:sldChg chg="del">
        <pc:chgData name="JONATHAN GABRIEL LOOR BAUTISTA" userId="4234489a-f210-4949-b3ca-adca1d814dab" providerId="ADAL" clId="{F28D2AB1-228F-4DEB-9B4E-61AC32A2299B}" dt="2023-12-14T13:02:01.097" v="235" actId="47"/>
        <pc:sldMkLst>
          <pc:docMk/>
          <pc:sldMk cId="1881090054" sldId="271"/>
        </pc:sldMkLst>
      </pc:sldChg>
      <pc:sldChg chg="addSp delSp modSp add mod">
        <pc:chgData name="JONATHAN GABRIEL LOOR BAUTISTA" userId="4234489a-f210-4949-b3ca-adca1d814dab" providerId="ADAL" clId="{F28D2AB1-228F-4DEB-9B4E-61AC32A2299B}" dt="2023-12-07T00:24:36.822" v="122" actId="20577"/>
        <pc:sldMkLst>
          <pc:docMk/>
          <pc:sldMk cId="445900017" sldId="272"/>
        </pc:sldMkLst>
      </pc:sldChg>
      <pc:sldChg chg="del">
        <pc:chgData name="JONATHAN GABRIEL LOOR BAUTISTA" userId="4234489a-f210-4949-b3ca-adca1d814dab" providerId="ADAL" clId="{F28D2AB1-228F-4DEB-9B4E-61AC32A2299B}" dt="2023-12-06T23:39:14.533" v="10" actId="47"/>
        <pc:sldMkLst>
          <pc:docMk/>
          <pc:sldMk cId="3429618453" sldId="272"/>
        </pc:sldMkLst>
      </pc:sldChg>
      <pc:sldChg chg="addSp delSp modSp add mod">
        <pc:chgData name="JONATHAN GABRIEL LOOR BAUTISTA" userId="4234489a-f210-4949-b3ca-adca1d814dab" providerId="ADAL" clId="{F28D2AB1-228F-4DEB-9B4E-61AC32A2299B}" dt="2023-12-07T00:25:22.830" v="132" actId="14100"/>
        <pc:sldMkLst>
          <pc:docMk/>
          <pc:sldMk cId="3479178164" sldId="273"/>
        </pc:sldMkLst>
      </pc:sldChg>
      <pc:sldChg chg="del">
        <pc:chgData name="JONATHAN GABRIEL LOOR BAUTISTA" userId="4234489a-f210-4949-b3ca-adca1d814dab" providerId="ADAL" clId="{F28D2AB1-228F-4DEB-9B4E-61AC32A2299B}" dt="2023-12-06T23:39:15.628" v="11" actId="47"/>
        <pc:sldMkLst>
          <pc:docMk/>
          <pc:sldMk cId="4092677898" sldId="273"/>
        </pc:sldMkLst>
      </pc:sldChg>
      <pc:sldChg chg="addSp delSp modSp add mod">
        <pc:chgData name="JONATHAN GABRIEL LOOR BAUTISTA" userId="4234489a-f210-4949-b3ca-adca1d814dab" providerId="ADAL" clId="{F28D2AB1-228F-4DEB-9B4E-61AC32A2299B}" dt="2023-12-14T13:13:35.472" v="297" actId="1076"/>
        <pc:sldMkLst>
          <pc:docMk/>
          <pc:sldMk cId="329500094" sldId="274"/>
        </pc:sldMkLst>
      </pc:sldChg>
      <pc:sldChg chg="del">
        <pc:chgData name="JONATHAN GABRIEL LOOR BAUTISTA" userId="4234489a-f210-4949-b3ca-adca1d814dab" providerId="ADAL" clId="{F28D2AB1-228F-4DEB-9B4E-61AC32A2299B}" dt="2023-12-06T23:39:16.341" v="12" actId="47"/>
        <pc:sldMkLst>
          <pc:docMk/>
          <pc:sldMk cId="1612052355" sldId="274"/>
        </pc:sldMkLst>
      </pc:sldChg>
      <pc:sldChg chg="addSp delSp modSp add mod">
        <pc:chgData name="JONATHAN GABRIEL LOOR BAUTISTA" userId="4234489a-f210-4949-b3ca-adca1d814dab" providerId="ADAL" clId="{F28D2AB1-228F-4DEB-9B4E-61AC32A2299B}" dt="2023-12-14T13:40:00.497" v="520" actId="20577"/>
        <pc:sldMkLst>
          <pc:docMk/>
          <pc:sldMk cId="1990230209" sldId="275"/>
        </pc:sldMkLst>
      </pc:sldChg>
      <pc:sldChg chg="del">
        <pc:chgData name="JONATHAN GABRIEL LOOR BAUTISTA" userId="4234489a-f210-4949-b3ca-adca1d814dab" providerId="ADAL" clId="{F28D2AB1-228F-4DEB-9B4E-61AC32A2299B}" dt="2023-12-06T23:39:16.693" v="13" actId="47"/>
        <pc:sldMkLst>
          <pc:docMk/>
          <pc:sldMk cId="4282241318" sldId="275"/>
        </pc:sldMkLst>
      </pc:sldChg>
      <pc:sldChg chg="del">
        <pc:chgData name="JONATHAN GABRIEL LOOR BAUTISTA" userId="4234489a-f210-4949-b3ca-adca1d814dab" providerId="ADAL" clId="{F28D2AB1-228F-4DEB-9B4E-61AC32A2299B}" dt="2023-12-06T23:39:17.319" v="14" actId="47"/>
        <pc:sldMkLst>
          <pc:docMk/>
          <pc:sldMk cId="1303374823" sldId="276"/>
        </pc:sldMkLst>
      </pc:sldChg>
      <pc:sldChg chg="addSp delSp modSp add mod">
        <pc:chgData name="JONATHAN GABRIEL LOOR BAUTISTA" userId="4234489a-f210-4949-b3ca-adca1d814dab" providerId="ADAL" clId="{F28D2AB1-228F-4DEB-9B4E-61AC32A2299B}" dt="2023-12-14T13:22:47.240" v="381" actId="1076"/>
        <pc:sldMkLst>
          <pc:docMk/>
          <pc:sldMk cId="3116047295" sldId="276"/>
        </pc:sldMkLst>
      </pc:sldChg>
      <pc:sldChg chg="addSp delSp modSp add mod">
        <pc:chgData name="JONATHAN GABRIEL LOOR BAUTISTA" userId="4234489a-f210-4949-b3ca-adca1d814dab" providerId="ADAL" clId="{F28D2AB1-228F-4DEB-9B4E-61AC32A2299B}" dt="2023-12-07T01:07:27.537" v="211" actId="1076"/>
        <pc:sldMkLst>
          <pc:docMk/>
          <pc:sldMk cId="283829873" sldId="277"/>
        </pc:sldMkLst>
      </pc:sldChg>
      <pc:sldChg chg="addSp delSp modSp add mod">
        <pc:chgData name="JONATHAN GABRIEL LOOR BAUTISTA" userId="4234489a-f210-4949-b3ca-adca1d814dab" providerId="ADAL" clId="{F28D2AB1-228F-4DEB-9B4E-61AC32A2299B}" dt="2023-12-07T01:07:42.488" v="215" actId="1076"/>
        <pc:sldMkLst>
          <pc:docMk/>
          <pc:sldMk cId="2812217883" sldId="278"/>
        </pc:sldMkLst>
      </pc:sldChg>
      <pc:sldChg chg="addSp delSp modSp add mod">
        <pc:chgData name="JONATHAN GABRIEL LOOR BAUTISTA" userId="4234489a-f210-4949-b3ca-adca1d814dab" providerId="ADAL" clId="{F28D2AB1-228F-4DEB-9B4E-61AC32A2299B}" dt="2023-12-07T01:08:33.249" v="223" actId="1076"/>
        <pc:sldMkLst>
          <pc:docMk/>
          <pc:sldMk cId="3800849061" sldId="279"/>
        </pc:sldMkLst>
      </pc:sldChg>
      <pc:sldChg chg="addSp delSp modSp add mod">
        <pc:chgData name="JONATHAN GABRIEL LOOR BAUTISTA" userId="4234489a-f210-4949-b3ca-adca1d814dab" providerId="ADAL" clId="{F28D2AB1-228F-4DEB-9B4E-61AC32A2299B}" dt="2023-12-07T01:11:44.853" v="232" actId="1076"/>
        <pc:sldMkLst>
          <pc:docMk/>
          <pc:sldMk cId="1522707480" sldId="280"/>
        </pc:sldMkLst>
      </pc:sldChg>
      <pc:sldChg chg="add ord">
        <pc:chgData name="JONATHAN GABRIEL LOOR BAUTISTA" userId="4234489a-f210-4949-b3ca-adca1d814dab" providerId="ADAL" clId="{F28D2AB1-228F-4DEB-9B4E-61AC32A2299B}" dt="2023-12-14T13:28:49.888" v="429"/>
        <pc:sldMkLst>
          <pc:docMk/>
          <pc:sldMk cId="2421653994" sldId="281"/>
        </pc:sldMkLst>
      </pc:sldChg>
      <pc:sldChg chg="delSp modSp add mod">
        <pc:chgData name="JONATHAN GABRIEL LOOR BAUTISTA" userId="4234489a-f210-4949-b3ca-adca1d814dab" providerId="ADAL" clId="{F28D2AB1-228F-4DEB-9B4E-61AC32A2299B}" dt="2023-12-14T15:15:29.623" v="641" actId="20577"/>
        <pc:sldMkLst>
          <pc:docMk/>
          <pc:sldMk cId="354079946" sldId="282"/>
        </pc:sldMkLst>
      </pc:sldChg>
      <pc:sldChg chg="addSp modSp add mod">
        <pc:chgData name="JONATHAN GABRIEL LOOR BAUTISTA" userId="4234489a-f210-4949-b3ca-adca1d814dab" providerId="ADAL" clId="{F28D2AB1-228F-4DEB-9B4E-61AC32A2299B}" dt="2023-12-14T15:15:33.184" v="643" actId="20577"/>
        <pc:sldMkLst>
          <pc:docMk/>
          <pc:sldMk cId="3965466414" sldId="283"/>
        </pc:sldMkLst>
      </pc:sldChg>
      <pc:sldChg chg="addSp delSp modSp add mod">
        <pc:chgData name="JONATHAN GABRIEL LOOR BAUTISTA" userId="4234489a-f210-4949-b3ca-adca1d814dab" providerId="ADAL" clId="{F28D2AB1-228F-4DEB-9B4E-61AC32A2299B}" dt="2023-12-14T15:15:37.573" v="645" actId="20577"/>
        <pc:sldMkLst>
          <pc:docMk/>
          <pc:sldMk cId="1900853572" sldId="284"/>
        </pc:sldMkLst>
      </pc:sldChg>
    </pc:docChg>
  </pc:docChgLst>
  <pc:docChgLst>
    <pc:chgData name="JONATHAN GABRIEL LOOR BAUTISTA" userId="4234489a-f210-4949-b3ca-adca1d814dab" providerId="ADAL" clId="{D94B325C-CBDC-40EB-8050-A66DD27D581D}"/>
    <pc:docChg chg="undo redo custSel addSld delSld modSld sldOrd">
      <pc:chgData name="JONATHAN GABRIEL LOOR BAUTISTA" userId="4234489a-f210-4949-b3ca-adca1d814dab" providerId="ADAL" clId="{D94B325C-CBDC-40EB-8050-A66DD27D581D}" dt="2025-05-26T12:25:30.239" v="2159" actId="1076"/>
      <pc:docMkLst>
        <pc:docMk/>
      </pc:docMkLst>
      <pc:sldChg chg="modSp mod">
        <pc:chgData name="JONATHAN GABRIEL LOOR BAUTISTA" userId="4234489a-f210-4949-b3ca-adca1d814dab" providerId="ADAL" clId="{D94B325C-CBDC-40EB-8050-A66DD27D581D}" dt="2025-05-22T13:44:23.198" v="56" actId="20577"/>
        <pc:sldMkLst>
          <pc:docMk/>
          <pc:sldMk cId="0" sldId="256"/>
        </pc:sldMkLst>
        <pc:spChg chg="mod">
          <ac:chgData name="JONATHAN GABRIEL LOOR BAUTISTA" userId="4234489a-f210-4949-b3ca-adca1d814dab" providerId="ADAL" clId="{D94B325C-CBDC-40EB-8050-A66DD27D581D}" dt="2025-05-22T13:44:23.198" v="56" actId="20577"/>
          <ac:spMkLst>
            <pc:docMk/>
            <pc:sldMk cId="0" sldId="256"/>
            <ac:spMk id="5" creationId="{00000000-0000-0000-0000-000000000000}"/>
          </ac:spMkLst>
        </pc:spChg>
      </pc:sldChg>
      <pc:sldChg chg="addSp delSp modSp mod ord">
        <pc:chgData name="JONATHAN GABRIEL LOOR BAUTISTA" userId="4234489a-f210-4949-b3ca-adca1d814dab" providerId="ADAL" clId="{D94B325C-CBDC-40EB-8050-A66DD27D581D}" dt="2025-05-26T03:21:38.392" v="340" actId="13926"/>
        <pc:sldMkLst>
          <pc:docMk/>
          <pc:sldMk cId="3907512282" sldId="296"/>
        </pc:sldMkLst>
      </pc:sldChg>
      <pc:sldChg chg="addSp delSp modSp mod">
        <pc:chgData name="JONATHAN GABRIEL LOOR BAUTISTA" userId="4234489a-f210-4949-b3ca-adca1d814dab" providerId="ADAL" clId="{D94B325C-CBDC-40EB-8050-A66DD27D581D}" dt="2025-05-26T03:20:26.776" v="323" actId="1076"/>
        <pc:sldMkLst>
          <pc:docMk/>
          <pc:sldMk cId="2463088549" sldId="297"/>
        </pc:sldMkLst>
      </pc:sldChg>
      <pc:sldChg chg="del">
        <pc:chgData name="JONATHAN GABRIEL LOOR BAUTISTA" userId="4234489a-f210-4949-b3ca-adca1d814dab" providerId="ADAL" clId="{D94B325C-CBDC-40EB-8050-A66DD27D581D}" dt="2025-05-22T13:45:33.557" v="100" actId="47"/>
        <pc:sldMkLst>
          <pc:docMk/>
          <pc:sldMk cId="340544771" sldId="298"/>
        </pc:sldMkLst>
      </pc:sldChg>
      <pc:sldChg chg="del">
        <pc:chgData name="JONATHAN GABRIEL LOOR BAUTISTA" userId="4234489a-f210-4949-b3ca-adca1d814dab" providerId="ADAL" clId="{D94B325C-CBDC-40EB-8050-A66DD27D581D}" dt="2025-05-22T13:45:32.837" v="99" actId="47"/>
        <pc:sldMkLst>
          <pc:docMk/>
          <pc:sldMk cId="2958359049" sldId="299"/>
        </pc:sldMkLst>
      </pc:sldChg>
      <pc:sldChg chg="del">
        <pc:chgData name="JONATHAN GABRIEL LOOR BAUTISTA" userId="4234489a-f210-4949-b3ca-adca1d814dab" providerId="ADAL" clId="{D94B325C-CBDC-40EB-8050-A66DD27D581D}" dt="2025-05-22T13:45:35.414" v="102" actId="47"/>
        <pc:sldMkLst>
          <pc:docMk/>
          <pc:sldMk cId="570870609" sldId="301"/>
        </pc:sldMkLst>
      </pc:sldChg>
      <pc:sldChg chg="del">
        <pc:chgData name="JONATHAN GABRIEL LOOR BAUTISTA" userId="4234489a-f210-4949-b3ca-adca1d814dab" providerId="ADAL" clId="{D94B325C-CBDC-40EB-8050-A66DD27D581D}" dt="2025-05-22T13:45:36.881" v="103" actId="47"/>
        <pc:sldMkLst>
          <pc:docMk/>
          <pc:sldMk cId="4058535090" sldId="302"/>
        </pc:sldMkLst>
      </pc:sldChg>
      <pc:sldChg chg="del">
        <pc:chgData name="JONATHAN GABRIEL LOOR BAUTISTA" userId="4234489a-f210-4949-b3ca-adca1d814dab" providerId="ADAL" clId="{D94B325C-CBDC-40EB-8050-A66DD27D581D}" dt="2025-05-22T13:45:37.740" v="104" actId="47"/>
        <pc:sldMkLst>
          <pc:docMk/>
          <pc:sldMk cId="643062816" sldId="303"/>
        </pc:sldMkLst>
      </pc:sldChg>
      <pc:sldChg chg="del">
        <pc:chgData name="JONATHAN GABRIEL LOOR BAUTISTA" userId="4234489a-f210-4949-b3ca-adca1d814dab" providerId="ADAL" clId="{D94B325C-CBDC-40EB-8050-A66DD27D581D}" dt="2025-05-22T13:45:38.290" v="105" actId="47"/>
        <pc:sldMkLst>
          <pc:docMk/>
          <pc:sldMk cId="4291610913" sldId="304"/>
        </pc:sldMkLst>
      </pc:sldChg>
      <pc:sldChg chg="del">
        <pc:chgData name="JONATHAN GABRIEL LOOR BAUTISTA" userId="4234489a-f210-4949-b3ca-adca1d814dab" providerId="ADAL" clId="{D94B325C-CBDC-40EB-8050-A66DD27D581D}" dt="2025-05-22T13:45:40.767" v="106" actId="47"/>
        <pc:sldMkLst>
          <pc:docMk/>
          <pc:sldMk cId="118540457" sldId="305"/>
        </pc:sldMkLst>
      </pc:sldChg>
      <pc:sldChg chg="del">
        <pc:chgData name="JONATHAN GABRIEL LOOR BAUTISTA" userId="4234489a-f210-4949-b3ca-adca1d814dab" providerId="ADAL" clId="{D94B325C-CBDC-40EB-8050-A66DD27D581D}" dt="2025-05-22T13:45:34.579" v="101" actId="47"/>
        <pc:sldMkLst>
          <pc:docMk/>
          <pc:sldMk cId="1249538767" sldId="306"/>
        </pc:sldMkLst>
      </pc:sldChg>
      <pc:sldChg chg="del">
        <pc:chgData name="JONATHAN GABRIEL LOOR BAUTISTA" userId="4234489a-f210-4949-b3ca-adca1d814dab" providerId="ADAL" clId="{D94B325C-CBDC-40EB-8050-A66DD27D581D}" dt="2025-05-22T13:45:26.734" v="98" actId="47"/>
        <pc:sldMkLst>
          <pc:docMk/>
          <pc:sldMk cId="1905160335" sldId="307"/>
        </pc:sldMkLst>
      </pc:sldChg>
      <pc:sldChg chg="modSp mod">
        <pc:chgData name="JONATHAN GABRIEL LOOR BAUTISTA" userId="4234489a-f210-4949-b3ca-adca1d814dab" providerId="ADAL" clId="{D94B325C-CBDC-40EB-8050-A66DD27D581D}" dt="2025-05-26T11:31:48.465" v="1675" actId="20577"/>
        <pc:sldMkLst>
          <pc:docMk/>
          <pc:sldMk cId="2797038675" sldId="308"/>
        </pc:sldMkLst>
        <pc:spChg chg="mod">
          <ac:chgData name="JONATHAN GABRIEL LOOR BAUTISTA" userId="4234489a-f210-4949-b3ca-adca1d814dab" providerId="ADAL" clId="{D94B325C-CBDC-40EB-8050-A66DD27D581D}" dt="2025-05-26T11:31:48.465" v="1675" actId="20577"/>
          <ac:spMkLst>
            <pc:docMk/>
            <pc:sldMk cId="2797038675" sldId="308"/>
            <ac:spMk id="24579" creationId="{4A07FB0D-6150-AAF0-5891-DBAE1962AC9A}"/>
          </ac:spMkLst>
        </pc:spChg>
      </pc:sldChg>
      <pc:sldChg chg="addSp delSp modSp add mod ord">
        <pc:chgData name="JONATHAN GABRIEL LOOR BAUTISTA" userId="4234489a-f210-4949-b3ca-adca1d814dab" providerId="ADAL" clId="{D94B325C-CBDC-40EB-8050-A66DD27D581D}" dt="2025-05-26T03:51:51.220" v="661" actId="1076"/>
        <pc:sldMkLst>
          <pc:docMk/>
          <pc:sldMk cId="1910494269" sldId="309"/>
        </pc:sldMkLst>
      </pc:sldChg>
      <pc:sldChg chg="addSp delSp modSp add mod">
        <pc:chgData name="JONATHAN GABRIEL LOOR BAUTISTA" userId="4234489a-f210-4949-b3ca-adca1d814dab" providerId="ADAL" clId="{D94B325C-CBDC-40EB-8050-A66DD27D581D}" dt="2025-05-26T03:05:50.462" v="229" actId="1076"/>
        <pc:sldMkLst>
          <pc:docMk/>
          <pc:sldMk cId="1616950650" sldId="310"/>
        </pc:sldMkLst>
        <pc:spChg chg="mod">
          <ac:chgData name="JONATHAN GABRIEL LOOR BAUTISTA" userId="4234489a-f210-4949-b3ca-adca1d814dab" providerId="ADAL" clId="{D94B325C-CBDC-40EB-8050-A66DD27D581D}" dt="2025-05-26T02:50:10.725" v="161" actId="20577"/>
          <ac:spMkLst>
            <pc:docMk/>
            <pc:sldMk cId="1616950650" sldId="310"/>
            <ac:spMk id="24578" creationId="{F704A0B1-6CFE-A1DB-B041-736278967E58}"/>
          </ac:spMkLst>
        </pc:spChg>
        <pc:spChg chg="mod">
          <ac:chgData name="JONATHAN GABRIEL LOOR BAUTISTA" userId="4234489a-f210-4949-b3ca-adca1d814dab" providerId="ADAL" clId="{D94B325C-CBDC-40EB-8050-A66DD27D581D}" dt="2025-05-26T03:05:41.033" v="226" actId="20577"/>
          <ac:spMkLst>
            <pc:docMk/>
            <pc:sldMk cId="1616950650" sldId="310"/>
            <ac:spMk id="24579" creationId="{1888D9FB-8D9F-D797-B0CA-E72C7D932817}"/>
          </ac:spMkLst>
        </pc:spChg>
      </pc:sldChg>
      <pc:sldChg chg="add del">
        <pc:chgData name="JONATHAN GABRIEL LOOR BAUTISTA" userId="4234489a-f210-4949-b3ca-adca1d814dab" providerId="ADAL" clId="{D94B325C-CBDC-40EB-8050-A66DD27D581D}" dt="2025-05-26T03:52:19.305" v="662" actId="2696"/>
        <pc:sldMkLst>
          <pc:docMk/>
          <pc:sldMk cId="2654721582" sldId="311"/>
        </pc:sldMkLst>
      </pc:sldChg>
      <pc:sldChg chg="addSp delSp modSp add mod ord">
        <pc:chgData name="JONATHAN GABRIEL LOOR BAUTISTA" userId="4234489a-f210-4949-b3ca-adca1d814dab" providerId="ADAL" clId="{D94B325C-CBDC-40EB-8050-A66DD27D581D}" dt="2025-05-26T12:19:30.570" v="2112" actId="20577"/>
        <pc:sldMkLst>
          <pc:docMk/>
          <pc:sldMk cId="3659524975" sldId="311"/>
        </pc:sldMkLst>
      </pc:sldChg>
      <pc:sldChg chg="modSp add mod ord">
        <pc:chgData name="JONATHAN GABRIEL LOOR BAUTISTA" userId="4234489a-f210-4949-b3ca-adca1d814dab" providerId="ADAL" clId="{D94B325C-CBDC-40EB-8050-A66DD27D581D}" dt="2025-05-26T12:19:22.460" v="2108" actId="20577"/>
        <pc:sldMkLst>
          <pc:docMk/>
          <pc:sldMk cId="1022462976" sldId="312"/>
        </pc:sldMkLst>
      </pc:sldChg>
      <pc:sldChg chg="addSp delSp modSp add mod">
        <pc:chgData name="JONATHAN GABRIEL LOOR BAUTISTA" userId="4234489a-f210-4949-b3ca-adca1d814dab" providerId="ADAL" clId="{D94B325C-CBDC-40EB-8050-A66DD27D581D}" dt="2025-05-26T12:19:07.298" v="2104" actId="20577"/>
        <pc:sldMkLst>
          <pc:docMk/>
          <pc:sldMk cId="3630284739" sldId="313"/>
        </pc:sldMkLst>
      </pc:sldChg>
      <pc:sldChg chg="addSp delSp modSp add mod ord">
        <pc:chgData name="JONATHAN GABRIEL LOOR BAUTISTA" userId="4234489a-f210-4949-b3ca-adca1d814dab" providerId="ADAL" clId="{D94B325C-CBDC-40EB-8050-A66DD27D581D}" dt="2025-05-26T12:25:30.239" v="2159" actId="1076"/>
        <pc:sldMkLst>
          <pc:docMk/>
          <pc:sldMk cId="1402953868" sldId="314"/>
        </pc:sldMkLst>
      </pc:sldChg>
    </pc:docChg>
  </pc:docChgLst>
  <pc:docChgLst>
    <pc:chgData name="JONATHAN GABRIEL LOOR BAUTISTA" userId="4234489a-f210-4949-b3ca-adca1d814dab" providerId="ADAL" clId="{03F51541-2227-4C66-877D-186E6B433BCC}"/>
    <pc:docChg chg="undo redo custSel addSld delSld modSld">
      <pc:chgData name="JONATHAN GABRIEL LOOR BAUTISTA" userId="4234489a-f210-4949-b3ca-adca1d814dab" providerId="ADAL" clId="{03F51541-2227-4C66-877D-186E6B433BCC}" dt="2025-01-17T12:37:29.121" v="1168" actId="20577"/>
      <pc:docMkLst>
        <pc:docMk/>
      </pc:docMkLst>
      <pc:sldChg chg="modSp mod">
        <pc:chgData name="JONATHAN GABRIEL LOOR BAUTISTA" userId="4234489a-f210-4949-b3ca-adca1d814dab" providerId="ADAL" clId="{03F51541-2227-4C66-877D-186E6B433BCC}" dt="2025-01-10T13:01:49.829" v="106" actId="20577"/>
        <pc:sldMkLst>
          <pc:docMk/>
          <pc:sldMk cId="0" sldId="256"/>
        </pc:sldMkLst>
      </pc:sldChg>
      <pc:sldChg chg="addSp delSp modSp mod">
        <pc:chgData name="JONATHAN GABRIEL LOOR BAUTISTA" userId="4234489a-f210-4949-b3ca-adca1d814dab" providerId="ADAL" clId="{03F51541-2227-4C66-877D-186E6B433BCC}" dt="2025-01-10T13:05:09.988" v="242" actId="1076"/>
        <pc:sldMkLst>
          <pc:docMk/>
          <pc:sldMk cId="445900017" sldId="272"/>
        </pc:sldMkLst>
      </pc:sldChg>
      <pc:sldChg chg="addSp delSp modSp add mod">
        <pc:chgData name="JONATHAN GABRIEL LOOR BAUTISTA" userId="4234489a-f210-4949-b3ca-adca1d814dab" providerId="ADAL" clId="{03F51541-2227-4C66-877D-186E6B433BCC}" dt="2025-01-10T13:07:10.006" v="274" actId="1076"/>
        <pc:sldMkLst>
          <pc:docMk/>
          <pc:sldMk cId="2459953676" sldId="273"/>
        </pc:sldMkLst>
      </pc:sldChg>
      <pc:sldChg chg="del">
        <pc:chgData name="JONATHAN GABRIEL LOOR BAUTISTA" userId="4234489a-f210-4949-b3ca-adca1d814dab" providerId="ADAL" clId="{03F51541-2227-4C66-877D-186E6B433BCC}" dt="2025-01-10T13:02:04.983" v="120" actId="47"/>
        <pc:sldMkLst>
          <pc:docMk/>
          <pc:sldMk cId="4133258574" sldId="273"/>
        </pc:sldMkLst>
      </pc:sldChg>
      <pc:sldChg chg="addSp delSp modSp add mod">
        <pc:chgData name="JONATHAN GABRIEL LOOR BAUTISTA" userId="4234489a-f210-4949-b3ca-adca1d814dab" providerId="ADAL" clId="{03F51541-2227-4C66-877D-186E6B433BCC}" dt="2025-01-10T14:04:06.734" v="286" actId="1076"/>
        <pc:sldMkLst>
          <pc:docMk/>
          <pc:sldMk cId="416056654" sldId="274"/>
        </pc:sldMkLst>
      </pc:sldChg>
      <pc:sldChg chg="add del setBg">
        <pc:chgData name="JONATHAN GABRIEL LOOR BAUTISTA" userId="4234489a-f210-4949-b3ca-adca1d814dab" providerId="ADAL" clId="{03F51541-2227-4C66-877D-186E6B433BCC}" dt="2025-01-10T14:03:31.177" v="276" actId="47"/>
        <pc:sldMkLst>
          <pc:docMk/>
          <pc:sldMk cId="3764557972" sldId="274"/>
        </pc:sldMkLst>
      </pc:sldChg>
      <pc:sldChg chg="add">
        <pc:chgData name="JONATHAN GABRIEL LOOR BAUTISTA" userId="4234489a-f210-4949-b3ca-adca1d814dab" providerId="ADAL" clId="{03F51541-2227-4C66-877D-186E6B433BCC}" dt="2025-01-10T14:04:12.567" v="287" actId="2890"/>
        <pc:sldMkLst>
          <pc:docMk/>
          <pc:sldMk cId="1498002989" sldId="275"/>
        </pc:sldMkLst>
      </pc:sldChg>
      <pc:sldChg chg="del">
        <pc:chgData name="JONATHAN GABRIEL LOOR BAUTISTA" userId="4234489a-f210-4949-b3ca-adca1d814dab" providerId="ADAL" clId="{03F51541-2227-4C66-877D-186E6B433BCC}" dt="2025-01-10T13:02:01.843" v="119" actId="47"/>
        <pc:sldMkLst>
          <pc:docMk/>
          <pc:sldMk cId="2704981625" sldId="275"/>
        </pc:sldMkLst>
      </pc:sldChg>
      <pc:sldChg chg="del">
        <pc:chgData name="JONATHAN GABRIEL LOOR BAUTISTA" userId="4234489a-f210-4949-b3ca-adca1d814dab" providerId="ADAL" clId="{03F51541-2227-4C66-877D-186E6B433BCC}" dt="2025-01-10T13:02:01.703" v="118" actId="47"/>
        <pc:sldMkLst>
          <pc:docMk/>
          <pc:sldMk cId="1243469074" sldId="276"/>
        </pc:sldMkLst>
      </pc:sldChg>
      <pc:sldChg chg="addSp delSp modSp add mod">
        <pc:chgData name="JONATHAN GABRIEL LOOR BAUTISTA" userId="4234489a-f210-4949-b3ca-adca1d814dab" providerId="ADAL" clId="{03F51541-2227-4C66-877D-186E6B433BCC}" dt="2025-01-10T14:05:09.970" v="301" actId="1076"/>
        <pc:sldMkLst>
          <pc:docMk/>
          <pc:sldMk cId="2030638201" sldId="276"/>
        </pc:sldMkLst>
      </pc:sldChg>
      <pc:sldChg chg="addSp delSp modSp add mod">
        <pc:chgData name="JONATHAN GABRIEL LOOR BAUTISTA" userId="4234489a-f210-4949-b3ca-adca1d814dab" providerId="ADAL" clId="{03F51541-2227-4C66-877D-186E6B433BCC}" dt="2025-01-10T14:06:13.402" v="328" actId="14100"/>
        <pc:sldMkLst>
          <pc:docMk/>
          <pc:sldMk cId="4034665855" sldId="277"/>
        </pc:sldMkLst>
      </pc:sldChg>
      <pc:sldChg chg="del">
        <pc:chgData name="JONATHAN GABRIEL LOOR BAUTISTA" userId="4234489a-f210-4949-b3ca-adca1d814dab" providerId="ADAL" clId="{03F51541-2227-4C66-877D-186E6B433BCC}" dt="2025-01-10T13:02:01.418" v="117" actId="47"/>
        <pc:sldMkLst>
          <pc:docMk/>
          <pc:sldMk cId="4164239669" sldId="277"/>
        </pc:sldMkLst>
      </pc:sldChg>
      <pc:sldChg chg="del">
        <pc:chgData name="JONATHAN GABRIEL LOOR BAUTISTA" userId="4234489a-f210-4949-b3ca-adca1d814dab" providerId="ADAL" clId="{03F51541-2227-4C66-877D-186E6B433BCC}" dt="2025-01-10T13:02:01.279" v="116" actId="47"/>
        <pc:sldMkLst>
          <pc:docMk/>
          <pc:sldMk cId="1902898404" sldId="278"/>
        </pc:sldMkLst>
      </pc:sldChg>
      <pc:sldChg chg="addSp delSp modSp add mod">
        <pc:chgData name="JONATHAN GABRIEL LOOR BAUTISTA" userId="4234489a-f210-4949-b3ca-adca1d814dab" providerId="ADAL" clId="{03F51541-2227-4C66-877D-186E6B433BCC}" dt="2025-01-10T14:26:01.099" v="381" actId="1076"/>
        <pc:sldMkLst>
          <pc:docMk/>
          <pc:sldMk cId="3978225186" sldId="278"/>
        </pc:sldMkLst>
      </pc:sldChg>
      <pc:sldChg chg="delSp modSp add mod">
        <pc:chgData name="JONATHAN GABRIEL LOOR BAUTISTA" userId="4234489a-f210-4949-b3ca-adca1d814dab" providerId="ADAL" clId="{03F51541-2227-4C66-877D-186E6B433BCC}" dt="2025-01-17T12:37:16.857" v="1156" actId="20577"/>
        <pc:sldMkLst>
          <pc:docMk/>
          <pc:sldMk cId="3324638368" sldId="279"/>
        </pc:sldMkLst>
      </pc:sldChg>
      <pc:sldChg chg="del">
        <pc:chgData name="JONATHAN GABRIEL LOOR BAUTISTA" userId="4234489a-f210-4949-b3ca-adca1d814dab" providerId="ADAL" clId="{03F51541-2227-4C66-877D-186E6B433BCC}" dt="2025-01-10T13:02:01.165" v="115" actId="47"/>
        <pc:sldMkLst>
          <pc:docMk/>
          <pc:sldMk cId="3552304945" sldId="279"/>
        </pc:sldMkLst>
      </pc:sldChg>
      <pc:sldChg chg="del">
        <pc:chgData name="JONATHAN GABRIEL LOOR BAUTISTA" userId="4234489a-f210-4949-b3ca-adca1d814dab" providerId="ADAL" clId="{03F51541-2227-4C66-877D-186E6B433BCC}" dt="2025-01-10T13:02:00.968" v="114" actId="47"/>
        <pc:sldMkLst>
          <pc:docMk/>
          <pc:sldMk cId="930664112" sldId="280"/>
        </pc:sldMkLst>
      </pc:sldChg>
      <pc:sldChg chg="modSp add mod">
        <pc:chgData name="JONATHAN GABRIEL LOOR BAUTISTA" userId="4234489a-f210-4949-b3ca-adca1d814dab" providerId="ADAL" clId="{03F51541-2227-4C66-877D-186E6B433BCC}" dt="2025-01-17T12:37:24.164" v="1164" actId="20577"/>
        <pc:sldMkLst>
          <pc:docMk/>
          <pc:sldMk cId="4165485877" sldId="280"/>
        </pc:sldMkLst>
      </pc:sldChg>
      <pc:sldChg chg="del">
        <pc:chgData name="JONATHAN GABRIEL LOOR BAUTISTA" userId="4234489a-f210-4949-b3ca-adca1d814dab" providerId="ADAL" clId="{03F51541-2227-4C66-877D-186E6B433BCC}" dt="2025-01-10T13:02:00.533" v="113" actId="47"/>
        <pc:sldMkLst>
          <pc:docMk/>
          <pc:sldMk cId="118533800" sldId="281"/>
        </pc:sldMkLst>
      </pc:sldChg>
      <pc:sldChg chg="modSp add mod">
        <pc:chgData name="JONATHAN GABRIEL LOOR BAUTISTA" userId="4234489a-f210-4949-b3ca-adca1d814dab" providerId="ADAL" clId="{03F51541-2227-4C66-877D-186E6B433BCC}" dt="2025-01-17T12:37:29.121" v="1168" actId="20577"/>
        <pc:sldMkLst>
          <pc:docMk/>
          <pc:sldMk cId="1147876043" sldId="281"/>
        </pc:sldMkLst>
      </pc:sldChg>
      <pc:sldChg chg="del">
        <pc:chgData name="JONATHAN GABRIEL LOOR BAUTISTA" userId="4234489a-f210-4949-b3ca-adca1d814dab" providerId="ADAL" clId="{03F51541-2227-4C66-877D-186E6B433BCC}" dt="2025-01-10T13:02:00.403" v="112" actId="47"/>
        <pc:sldMkLst>
          <pc:docMk/>
          <pc:sldMk cId="3860355998" sldId="282"/>
        </pc:sldMkLst>
      </pc:sldChg>
      <pc:sldChg chg="del">
        <pc:chgData name="JONATHAN GABRIEL LOOR BAUTISTA" userId="4234489a-f210-4949-b3ca-adca1d814dab" providerId="ADAL" clId="{03F51541-2227-4C66-877D-186E6B433BCC}" dt="2025-01-10T13:02:00.305" v="111" actId="47"/>
        <pc:sldMkLst>
          <pc:docMk/>
          <pc:sldMk cId="3758386642" sldId="283"/>
        </pc:sldMkLst>
      </pc:sldChg>
      <pc:sldChg chg="del">
        <pc:chgData name="JONATHAN GABRIEL LOOR BAUTISTA" userId="4234489a-f210-4949-b3ca-adca1d814dab" providerId="ADAL" clId="{03F51541-2227-4C66-877D-186E6B433BCC}" dt="2025-01-10T13:02:00.165" v="110" actId="47"/>
        <pc:sldMkLst>
          <pc:docMk/>
          <pc:sldMk cId="3796690466" sldId="285"/>
        </pc:sldMkLst>
      </pc:sldChg>
      <pc:sldChg chg="del">
        <pc:chgData name="JONATHAN GABRIEL LOOR BAUTISTA" userId="4234489a-f210-4949-b3ca-adca1d814dab" providerId="ADAL" clId="{03F51541-2227-4C66-877D-186E6B433BCC}" dt="2025-01-10T13:02:00.025" v="109" actId="47"/>
        <pc:sldMkLst>
          <pc:docMk/>
          <pc:sldMk cId="3119478525" sldId="286"/>
        </pc:sldMkLst>
      </pc:sldChg>
      <pc:sldChg chg="del">
        <pc:chgData name="JONATHAN GABRIEL LOOR BAUTISTA" userId="4234489a-f210-4949-b3ca-adca1d814dab" providerId="ADAL" clId="{03F51541-2227-4C66-877D-186E6B433BCC}" dt="2025-01-10T13:01:59.741" v="107" actId="47"/>
        <pc:sldMkLst>
          <pc:docMk/>
          <pc:sldMk cId="1109680319" sldId="288"/>
        </pc:sldMkLst>
      </pc:sldChg>
      <pc:sldChg chg="del">
        <pc:chgData name="JONATHAN GABRIEL LOOR BAUTISTA" userId="4234489a-f210-4949-b3ca-adca1d814dab" providerId="ADAL" clId="{03F51541-2227-4C66-877D-186E6B433BCC}" dt="2025-01-10T13:01:59.901" v="108" actId="47"/>
        <pc:sldMkLst>
          <pc:docMk/>
          <pc:sldMk cId="1431093033" sldId="28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1AAEE-B1CB-4409-AC48-B4C88EB5A83F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39026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EB28E-FB1D-4168-8929-5C31CA315BC9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922479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C3167-C126-47F5-BA6A-1969A43FAEE4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796394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22B72-CBDE-4E48-B0A3-67E9F34DE57E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345053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2665-CF16-4166-80EF-F84716260039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92284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F44F9-62F0-4245-9F46-5148319AB030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772945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BF86-F4B5-491B-B6E7-AEAE5525630C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690215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E014-B337-4C44-917C-31E944BB8D55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578251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02505-0CDF-403D-BD97-5F8C25CF30E3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456272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1E40-AEE7-470E-9981-D707E1CE8AB3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158061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8B4A9-B335-42E7-A1F8-0274A5A9F227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548350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E0ED4-231A-4844-B614-AE1835457F67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130864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31504" y="2420943"/>
            <a:ext cx="9433048" cy="1470025"/>
          </a:xfrm>
        </p:spPr>
        <p:txBody>
          <a:bodyPr anchor="ctr"/>
          <a:lstStyle/>
          <a:p>
            <a:r>
              <a:rPr lang="es-UY" altLang="en-US" sz="3200" b="1" dirty="0">
                <a:solidFill>
                  <a:schemeClr val="bg1"/>
                </a:solidFill>
              </a:rPr>
              <a:t>MÁQUINAS TÉRMICAS</a:t>
            </a:r>
            <a:endParaRPr lang="es-ES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10560496" y="6417253"/>
            <a:ext cx="1512168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631504" y="440748"/>
            <a:ext cx="8928992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s-UY" altLang="en-US" sz="2800" b="1" dirty="0">
                <a:solidFill>
                  <a:schemeClr val="tx1"/>
                </a:solidFill>
              </a:rPr>
              <a:t>ESCUELA POLITÉCNICA NACIONAL</a:t>
            </a:r>
          </a:p>
          <a:p>
            <a:endParaRPr lang="es-UY" altLang="en-US" sz="2800" b="1" dirty="0">
              <a:solidFill>
                <a:schemeClr val="tx1"/>
              </a:solidFill>
            </a:endParaRPr>
          </a:p>
          <a:p>
            <a:r>
              <a:rPr lang="es-ES" altLang="en-US" sz="2800" b="1" dirty="0">
                <a:solidFill>
                  <a:schemeClr val="tx1"/>
                </a:solidFill>
              </a:rPr>
              <a:t>TÉCNOLOGÍA SUPERIOR EN ELECTROMECÁNICA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559496" y="4509125"/>
            <a:ext cx="9793088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s-UY" altLang="en-US" sz="2800" b="1" dirty="0">
                <a:solidFill>
                  <a:schemeClr val="tx1"/>
                </a:solidFill>
              </a:rPr>
              <a:t>TEMA: </a:t>
            </a:r>
            <a:r>
              <a:rPr lang="es-ES" altLang="en-US" sz="2800" b="1" dirty="0">
                <a:solidFill>
                  <a:schemeClr val="tx1"/>
                </a:solidFill>
              </a:rPr>
              <a:t>Ciclo de potencia de vapor – </a:t>
            </a:r>
            <a:r>
              <a:rPr lang="es-ES" altLang="en-US" sz="2800" b="1">
                <a:solidFill>
                  <a:schemeClr val="tx1"/>
                </a:solidFill>
              </a:rPr>
              <a:t>Ciclo Rankine ideal y real</a:t>
            </a:r>
            <a:endParaRPr lang="es-ES" altLang="en-US" sz="2800" b="1" dirty="0">
              <a:solidFill>
                <a:schemeClr val="tx1"/>
              </a:solidFill>
            </a:endParaRPr>
          </a:p>
          <a:p>
            <a:endParaRPr lang="es-ES" altLang="en-US" sz="2800" b="1" dirty="0">
              <a:solidFill>
                <a:schemeClr val="tx1"/>
              </a:solidFill>
            </a:endParaRPr>
          </a:p>
          <a:p>
            <a:r>
              <a:rPr lang="es-ES" altLang="en-US" sz="2800" b="1" dirty="0">
                <a:solidFill>
                  <a:schemeClr val="tx1"/>
                </a:solidFill>
              </a:rPr>
              <a:t>Docente: Jonathan Loor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26A687-1E6E-B9FA-7F5F-63A13097C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704A0B1-6CFE-A1DB-B041-736278967E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Ciclo Rankine ideal (procesos reversibles)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1888D9FB-8D9F-D797-B0CA-E72C7D9328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7" y="1600200"/>
            <a:ext cx="11377265" cy="506888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El ciclo utilizado para la generación eléctrica a partir de vapor de agua.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3C5D3CA-D08D-6700-ED4B-9E242C22B58F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60DD66F-159D-3892-0425-8BD672F79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36" y="2127243"/>
            <a:ext cx="9636956" cy="454164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456AEEB-67FE-AEBB-BC91-195D242C9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719" y="2127045"/>
            <a:ext cx="5585944" cy="123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950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EB53C7-59FB-4F41-77C4-14CD94F36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31E484D-BAA8-41E8-A74D-A21292AAC6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Ciclo Rankine ideal (proceso reversible)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6B2C2B9F-A91F-5035-FAF0-EBC53115B4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7" y="1600200"/>
            <a:ext cx="11377265" cy="506888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Los cuatro componentes asociados con el ciclo Rankine (la bomba, la caldera, la turbina y el condensador) son dispositivos de flujo estacionario.</a:t>
            </a: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Eficiencia del ciclo:</a:t>
            </a: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DBB065F-F942-F282-8482-1316C377E7A9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8FD0346-4AB9-9546-5CE5-1BB13B314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182" y="2420888"/>
            <a:ext cx="5471634" cy="403895"/>
          </a:xfrm>
          <a:prstGeom prst="rect">
            <a:avLst/>
          </a:prstGeom>
        </p:spPr>
      </p:pic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81470BFB-5717-9018-A6DA-6C7DCA336C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491046"/>
              </p:ext>
            </p:extLst>
          </p:nvPr>
        </p:nvGraphicFramePr>
        <p:xfrm>
          <a:off x="1775520" y="2903652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3916047826"/>
                    </a:ext>
                  </a:extLst>
                </a:gridCol>
                <a:gridCol w="5967760">
                  <a:extLst>
                    <a:ext uri="{9D8B030D-6E8A-4147-A177-3AD203B41FA5}">
                      <a16:colId xmlns:a16="http://schemas.microsoft.com/office/drawing/2014/main" val="17950551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Dispositivo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Ecuación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065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dirty="0">
                          <a:solidFill>
                            <a:prstClr val="black"/>
                          </a:solidFill>
                        </a:rPr>
                        <a:t>Bomba (q = 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                                                   ;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319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dirty="0">
                          <a:solidFill>
                            <a:prstClr val="black"/>
                          </a:solidFill>
                        </a:rPr>
                        <a:t>Caldera (w = 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824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dirty="0">
                          <a:solidFill>
                            <a:prstClr val="black"/>
                          </a:solidFill>
                        </a:rPr>
                        <a:t>Turbina (q = 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941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dirty="0">
                          <a:solidFill>
                            <a:prstClr val="black"/>
                          </a:solidFill>
                        </a:rPr>
                        <a:t>Condensador (w = 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9958113"/>
                  </a:ext>
                </a:extLst>
              </a:tr>
            </a:tbl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F576145D-80B4-9D53-80DB-FD93B8B589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3420" y="3285531"/>
            <a:ext cx="2522439" cy="36579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48B8C03-622C-762F-469A-4DE14478CE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2104" y="3263657"/>
            <a:ext cx="2695766" cy="36728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8E72B8B-7555-51B7-E2BE-2F41311C55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9520" y="3670883"/>
            <a:ext cx="1958510" cy="320068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97140E61-FCB0-C118-8E39-9AB12E418F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2797" y="4032491"/>
            <a:ext cx="2491956" cy="289585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77E47D00-5C90-345F-9458-771DC201F0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4296" y="4413659"/>
            <a:ext cx="1828958" cy="289585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163FC355-4618-B01D-ABE6-FC6F893112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78833" y="5042852"/>
            <a:ext cx="3132091" cy="670618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D511DDA0-D08A-A9AA-2D9E-84971ED7C8B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78833" y="6132318"/>
            <a:ext cx="5563082" cy="34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005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00323B-2792-6031-DA42-54C25D341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B8348CD8-0A92-1659-888C-22AAF4F4C7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Ejercicios de aplicación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EB9277F-C240-AC09-7113-B4F8D0B000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7" y="1600200"/>
            <a:ext cx="11305257" cy="5068888"/>
          </a:xfrm>
        </p:spPr>
        <p:txBody>
          <a:bodyPr>
            <a:noAutofit/>
          </a:bodyPr>
          <a:lstStyle/>
          <a:p>
            <a:pPr marL="457200" indent="-457200" algn="just">
              <a:buAutoNum type="arabicParenR"/>
            </a:pPr>
            <a:r>
              <a:rPr lang="es-ES" sz="2400" dirty="0">
                <a:solidFill>
                  <a:prstClr val="black"/>
                </a:solidFill>
              </a:rPr>
              <a:t>Considere una central eléctrica de vapor que opera en el ciclo Rankine ideal simple. El vapor de agua entra a la turbina a 3 MPa y 350 °C y es condensado en el condensador a una presión de 75 kPa. Determine la eficiencia térmica de este ciclo.</a:t>
            </a: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5AA9222-7147-BEFA-EDE6-31E08799474C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8A406B9-C29F-B9CD-B6E4-05758C987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1980" y="2648345"/>
            <a:ext cx="8476029" cy="408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586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B4DCE5-3121-6636-93F0-885F6B630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147CB96-BBF6-F9BE-5879-76DC6D1799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Ejercicios de aplicación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4A07FB0D-6150-AAF0-5891-DBAE1962AC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600200"/>
            <a:ext cx="11449272" cy="50688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2) Un ciclo Rankine ideal simple que usa agua como fluido de trabajo opera su condensador a 40 °C y su caldera a 300 °C. Calcule el trabajo específico que produce la turbina, el </a:t>
            </a:r>
            <a:r>
              <a:rPr lang="es-ES" sz="2400">
                <a:solidFill>
                  <a:prstClr val="black"/>
                </a:solidFill>
              </a:rPr>
              <a:t>calor específico </a:t>
            </a:r>
            <a:r>
              <a:rPr lang="es-ES" sz="2400" dirty="0">
                <a:solidFill>
                  <a:prstClr val="black"/>
                </a:solidFill>
              </a:rPr>
              <a:t>que se suministra en la caldera, y la eficiencia térmica de este ciclo cuando </a:t>
            </a:r>
            <a:r>
              <a:rPr lang="es-ES" sz="2400" b="1" dirty="0">
                <a:solidFill>
                  <a:prstClr val="black"/>
                </a:solidFill>
              </a:rPr>
              <a:t>el vapor entra a la turbina sin ningún sobrecalentamiento.</a:t>
            </a: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3) La turbina de una planta eléctrica de vapor que opera en un ciclo Rankine ideal simple produce 1 750 kW de potencia cuando la caldera opera a 800 </a:t>
            </a:r>
            <a:r>
              <a:rPr lang="es-ES" sz="2400" dirty="0" err="1">
                <a:solidFill>
                  <a:prstClr val="black"/>
                </a:solidFill>
              </a:rPr>
              <a:t>psia</a:t>
            </a:r>
            <a:r>
              <a:rPr lang="es-ES" sz="2400" dirty="0">
                <a:solidFill>
                  <a:prstClr val="black"/>
                </a:solidFill>
              </a:rPr>
              <a:t>, el condensador a 3 </a:t>
            </a:r>
            <a:r>
              <a:rPr lang="es-ES" sz="2400" dirty="0" err="1">
                <a:solidFill>
                  <a:prstClr val="black"/>
                </a:solidFill>
              </a:rPr>
              <a:t>psia</a:t>
            </a:r>
            <a:r>
              <a:rPr lang="es-ES" sz="2400" dirty="0">
                <a:solidFill>
                  <a:prstClr val="black"/>
                </a:solidFill>
              </a:rPr>
              <a:t>, y la temperatura a la entrada de la turbina es 900 °F. Determine la tasa de suministro de calor en la caldera, la tasa de rechazo de calor en el condensador y la eficiencia térmica del ciclo.</a:t>
            </a: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Considere: </a:t>
            </a:r>
            <a:r>
              <a:rPr lang="pt-BR" sz="2400" dirty="0">
                <a:solidFill>
                  <a:prstClr val="black"/>
                </a:solidFill>
                <a:highlight>
                  <a:srgbClr val="00FF00"/>
                </a:highlight>
              </a:rPr>
              <a:t>1 W corresponde a 3,41 BTU/h</a:t>
            </a:r>
            <a:endParaRPr lang="es-ES" sz="2400" dirty="0">
              <a:solidFill>
                <a:prstClr val="black"/>
              </a:solidFill>
              <a:highlight>
                <a:srgbClr val="00FF00"/>
              </a:highlight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5563E0C-4A80-B666-8C89-946B60B36FEF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038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B00565-747F-E708-2C98-1CE912A7A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BB11CB4-2C20-A3D2-4D4A-B88A680725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Ejercicios de aplicación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26029060-4E6E-FCF0-6437-5BCC5916B0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600200"/>
            <a:ext cx="11449272" cy="50688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4) Considere una planta eléctrica de vapor de agua que opera en un ciclo Rankine ideal simple y tiene una producción neta de potencia de 45 MW. El vapor entra a la turbina a 7 MPa y 500 °C y se enfría en el condensador a una presión de 10 kPa mediante la circulación de agua de enfriamiento de un lago por los tubos del condensador a razón de 2.000 kg/s.</a:t>
            </a: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Muestre el ciclo en un diagrama T-s con respecto a las líneas de saturación y determine: </a:t>
            </a: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a) la eficiencia térmica del ciclo,</a:t>
            </a: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b) el flujo másico del vapor</a:t>
            </a: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c) la elevación de temperatura del agua de enfriamiento.</a:t>
            </a: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Respuestas: a) 38.9 por ciento, b) 36 kg/s, c) 8.4 °C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8CA2A5D-202C-5D3F-F0DB-956A338EFE72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463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3FAFE3-2F3D-605A-5618-31DA00AB6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25010A1-53FA-B60F-670F-E328E6A7CC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Ejercicios de aplicación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2484B87B-DF6E-9E31-76EF-7E130BA08A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600200"/>
            <a:ext cx="11449272" cy="50688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5) Considere una planta termoeléctrica que quema el carbón y que produce 120 MW de potencia eléctrica. La planta opera en un ciclo Rankine ideal simple con condiciones de entrada a la turbina de 9 MPa y 550 °C, y una presión del condensador de 15 kPa. El carbón tiene un poder calorífico (energía liberada cuando se quema el combustible) de 29,300 kJ/kg. Suponiendo que 75 por ciento de esta energía se transfiere al vapor de agua en la caldera, y que el generador eléctrico tiene una eficiencia de 96 por ciento, determine: </a:t>
            </a:r>
          </a:p>
          <a:p>
            <a:pPr marL="457200" indent="-457200" algn="just">
              <a:buAutoNum type="alphaLcParenR"/>
            </a:pPr>
            <a:r>
              <a:rPr lang="es-ES" sz="2400" dirty="0">
                <a:solidFill>
                  <a:prstClr val="black"/>
                </a:solidFill>
              </a:rPr>
              <a:t>La eficiencia total de la planta (la relación de producción neta de potencia eléctrica a entrada de energía como resultado de combustión de combustible) </a:t>
            </a:r>
          </a:p>
          <a:p>
            <a:pPr marL="457200" indent="-457200" algn="just">
              <a:buAutoNum type="alphaLcParenR"/>
            </a:pPr>
            <a:r>
              <a:rPr lang="es-ES" sz="2400" dirty="0">
                <a:solidFill>
                  <a:prstClr val="black"/>
                </a:solidFill>
              </a:rPr>
              <a:t>la tasa necesaria de suministro de carbón. </a:t>
            </a: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Respuestas: a) 28.4 por ciento, b) 51.9 t/h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DE56B81-4387-D11B-AA97-AB9BE1B6D7D3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539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862A70-10B2-5F3D-D2EE-CBE2A3537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F96A02E-A3FE-5827-9F40-0F8C7A381E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Ejercicios de aplicación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40A4C3F2-1D21-398C-93CF-4FCF99B563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600200"/>
            <a:ext cx="11449272" cy="50688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6) Un ciclo Rankine ideal simple opera entre los límites de presión de 10 kPa y 3 MPa, con una temperatura de entrada a la turbina de 600 °C. Despreciando el trabajo de la bomba, determine la eficiencia del ciclo.</a:t>
            </a: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7) Un ciclo Rankine ideal simple opera entre los límites de presión de 10 kPa y 5 MPa, con una temperatura de entrada a la turbina de 600 °C. Determine la fracción de masa del vapor de agua que se condensa a la salida de la turbina.</a:t>
            </a: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8) Una planta termoeléctrica de vapor de agua opera en el ciclo Rankine ideal simple, entre los límites de presión de 10 kPa y 5 MPa, con una temperatura de entrada a la turbina de 600 °C. La tasa de transferencia de calor en la caldera es 300 kJ/s. Despreciando el trabajo de la bomba, determine la producción de trabajo de esta planta.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E037335-84D0-ECDC-FCD5-2F05DAB57BC4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842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A1C323-3DCD-F3CA-C1B3-CAF2037F2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C9104164-AEC5-BC72-6FDE-C30EDAFE21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Ciclo Rankine real (procesos irreversibles)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3FB30F4D-60FF-4560-1F8B-3E2231A554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7" y="1600200"/>
            <a:ext cx="11377265" cy="506888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El ciclo real de potencia de vapor difiere del ciclo Rankine ideal, como se ilustra en la figura, como resultado de las irreversibilidades en diversos componentes. La fricción del fluido y las pérdidas de calor hacia los alrededores son las dos fuentes más comunes de irreversibilidades.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681FD4-7A1C-A618-9091-2DB5115BD12E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3B3CEFB-915D-6DCD-9D4C-257DD13C2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431" y="2915620"/>
            <a:ext cx="8467138" cy="394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300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D81F9A-228E-186D-0E8F-D33303C02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0A68887-11D0-F5EF-915B-2A9F03D394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Ejercicios de aplicación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FA466C9E-FD0E-AA83-EEE0-90FD997E06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7" y="1600200"/>
            <a:ext cx="11305257" cy="5068888"/>
          </a:xfrm>
        </p:spPr>
        <p:txBody>
          <a:bodyPr>
            <a:noAutofit/>
          </a:bodyPr>
          <a:lstStyle/>
          <a:p>
            <a:pPr marL="457200" indent="-457200" algn="just">
              <a:buAutoNum type="arabicParenR"/>
            </a:pPr>
            <a:r>
              <a:rPr lang="es-ES" sz="2400" dirty="0">
                <a:solidFill>
                  <a:prstClr val="black"/>
                </a:solidFill>
              </a:rPr>
              <a:t>Un ciclo Rankine simple usa agua como fluido de trabajo. La caldera opera a 6 000 kPa y el condensador a 50 kPa. A la entrada de la turbina, la temperatura es 450 °C. La eficiencia isentrópica de la turbina es 94 por ciento, las pérdidas de presión y de bomba son despreciables, y el agua que sale del condensador está subenfriada en 6.32 °C. La caldera está diseñada para un flujo másico de 20 kg/s. Determine la tasa de adición de calor en la caldera, la potencia necesaria para operar las bombas, la potencia neta producida por el ciclo, y la eficiencia térmica. </a:t>
            </a: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Respuestas: 59 660 kW; 122 kW; 18 050 kW; 30.3 por ciento</a:t>
            </a: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4F02A95-BB9D-0223-70A0-58EFAFA37D03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775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71D768-D7F0-31F4-4219-A96AB0137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86D0A91-623C-EE91-98BE-74338388DD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Ejercicios de aplicación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1F3B432-7621-CC3F-2F93-FA37F4FE52C6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134F43B2-88DD-4384-E7B8-23C3B0D4A6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7" y="1600200"/>
            <a:ext cx="11305257" cy="506888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2) Una planta de vapor que sigue un Ciclo Rankine, opera ente las presiones de 20 MPa y 100 kPa con el fin de generar energía eléctrica para una pequeña comunidad rural que requiere una potencia de 10 MW. Para ello la municipalidad está dispuesta a invertir 30 millones de dólares por año en la operación de la planta. Los detalles técnicos de la planta de vapor son:</a:t>
            </a: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i) La caldera entrega vapor sobrecalentado en 35º C sobre la temperatura de saturación.</a:t>
            </a:r>
          </a:p>
          <a:p>
            <a:pPr marL="0" indent="0" algn="just">
              <a:buNone/>
            </a:pPr>
            <a:r>
              <a:rPr lang="es-ES" sz="2400" dirty="0" err="1">
                <a:solidFill>
                  <a:prstClr val="black"/>
                </a:solidFill>
              </a:rPr>
              <a:t>ii</a:t>
            </a:r>
            <a:r>
              <a:rPr lang="es-ES" sz="2400" dirty="0">
                <a:solidFill>
                  <a:prstClr val="black"/>
                </a:solidFill>
              </a:rPr>
              <a:t>) La turbina y bomba tienen eficiencias isentrópicas del 80% y del 90% respectivamente.</a:t>
            </a:r>
          </a:p>
          <a:p>
            <a:pPr marL="0" indent="0" algn="just">
              <a:buNone/>
            </a:pPr>
            <a:r>
              <a:rPr lang="es-ES" sz="2400" dirty="0" err="1">
                <a:solidFill>
                  <a:prstClr val="black"/>
                </a:solidFill>
              </a:rPr>
              <a:t>iii</a:t>
            </a:r>
            <a:r>
              <a:rPr lang="es-ES" sz="2400" dirty="0">
                <a:solidFill>
                  <a:prstClr val="black"/>
                </a:solidFill>
              </a:rPr>
              <a:t>) El costo de cada kilogramo de vapor producido es de 0.05 USD</a:t>
            </a:r>
          </a:p>
          <a:p>
            <a:pPr marL="0" indent="0" algn="just">
              <a:buNone/>
            </a:pPr>
            <a:r>
              <a:rPr lang="es-ES" sz="2400" dirty="0" err="1">
                <a:solidFill>
                  <a:prstClr val="black"/>
                </a:solidFill>
              </a:rPr>
              <a:t>iv</a:t>
            </a:r>
            <a:r>
              <a:rPr lang="es-ES" sz="2400" dirty="0">
                <a:solidFill>
                  <a:prstClr val="black"/>
                </a:solidFill>
              </a:rPr>
              <a:t>) La planta funcionará 24 horas al día y 365 días por año.</a:t>
            </a: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Se desea saber si el proyecto es factible, para ello debe calcular el flujo másico de vapor requerido, y a partir de este dato se debe determinar el costo anual de funcionamiento de la planta y compararlo con la inversión que se realizará anualmente. Adicionalmente, determine el rendimiento térmico de la planta.</a:t>
            </a: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77077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4952</TotalTime>
  <Words>1191</Words>
  <Application>Microsoft Office PowerPoint</Application>
  <PresentationFormat>Panorámica</PresentationFormat>
  <Paragraphs>69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de Office</vt:lpstr>
      <vt:lpstr>MÁQUINAS TÉRMICAS</vt:lpstr>
      <vt:lpstr>Ciclo Rankine ideal (procesos reversibles)</vt:lpstr>
      <vt:lpstr>Ciclo Rankine ideal (proceso reversible)</vt:lpstr>
      <vt:lpstr>Ejercicios de aplicación</vt:lpstr>
      <vt:lpstr>Ejercicios de aplicación</vt:lpstr>
      <vt:lpstr>Ejercicios de aplicación</vt:lpstr>
      <vt:lpstr>Ejercicios de aplicación</vt:lpstr>
      <vt:lpstr>Ejercicios de aplicación</vt:lpstr>
      <vt:lpstr>Ciclo Rankine real (procesos irreversibles)</vt:lpstr>
      <vt:lpstr>Ejercicios de aplicación</vt:lpstr>
      <vt:lpstr>Ejercicios de aplicación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Jonathan Loor</dc:creator>
  <cp:lastModifiedBy>JONATHAN GABRIEL LOOR BAUTISTA</cp:lastModifiedBy>
  <cp:revision>58</cp:revision>
  <dcterms:created xsi:type="dcterms:W3CDTF">2009-09-22T20:21:09Z</dcterms:created>
  <dcterms:modified xsi:type="dcterms:W3CDTF">2025-06-20T14:25:22Z</dcterms:modified>
</cp:coreProperties>
</file>