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7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1AE18-4996-4CAB-A127-E0F27F6A2BFA}" v="4" dt="2025-10-06T14:03:26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9" autoAdjust="0"/>
    <p:restoredTop sz="95847" autoAdjust="0"/>
  </p:normalViewPr>
  <p:slideViewPr>
    <p:cSldViewPr>
      <p:cViewPr varScale="1">
        <p:scale>
          <a:sx n="83" d="100"/>
          <a:sy n="83" d="100"/>
        </p:scale>
        <p:origin x="86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GABRIEL LOOR BAUTISTA" userId="4234489a-f210-4949-b3ca-adca1d814dab" providerId="ADAL" clId="{F28D2AB1-228F-4DEB-9B4E-61AC32A2299B}"/>
    <pc:docChg chg="undo custSel addSld delSld modSld sldOrd">
      <pc:chgData name="JONATHAN GABRIEL LOOR BAUTISTA" userId="4234489a-f210-4949-b3ca-adca1d814dab" providerId="ADAL" clId="{F28D2AB1-228F-4DEB-9B4E-61AC32A2299B}" dt="2023-12-14T15:15:37.573" v="645" actId="20577"/>
      <pc:docMkLst>
        <pc:docMk/>
      </pc:docMkLst>
      <pc:sldChg chg="modSp mod">
        <pc:chgData name="JONATHAN GABRIEL LOOR BAUTISTA" userId="4234489a-f210-4949-b3ca-adca1d814dab" providerId="ADAL" clId="{F28D2AB1-228F-4DEB-9B4E-61AC32A2299B}" dt="2023-12-07T00:23:22.136" v="76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F28D2AB1-228F-4DEB-9B4E-61AC32A2299B}" dt="2023-12-06T23:39:08.356" v="0" actId="4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F28D2AB1-228F-4DEB-9B4E-61AC32A2299B}" dt="2023-12-06T23:39:08.537" v="1" actId="47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F28D2AB1-228F-4DEB-9B4E-61AC32A2299B}" dt="2023-12-06T23:39:08.640" v="2" actId="47"/>
        <pc:sldMkLst>
          <pc:docMk/>
          <pc:sldMk cId="2412575459" sldId="260"/>
        </pc:sldMkLst>
      </pc:sldChg>
      <pc:sldChg chg="del">
        <pc:chgData name="JONATHAN GABRIEL LOOR BAUTISTA" userId="4234489a-f210-4949-b3ca-adca1d814dab" providerId="ADAL" clId="{F28D2AB1-228F-4DEB-9B4E-61AC32A2299B}" dt="2023-12-06T23:39:08.824" v="3" actId="47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F28D2AB1-228F-4DEB-9B4E-61AC32A2299B}" dt="2023-12-06T23:39:08.962" v="4" actId="47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F28D2AB1-228F-4DEB-9B4E-61AC32A2299B}" dt="2023-12-06T23:39:09.155" v="5" actId="47"/>
        <pc:sldMkLst>
          <pc:docMk/>
          <pc:sldMk cId="315044553" sldId="263"/>
        </pc:sldMkLst>
      </pc:sldChg>
      <pc:sldChg chg="del">
        <pc:chgData name="JONATHAN GABRIEL LOOR BAUTISTA" userId="4234489a-f210-4949-b3ca-adca1d814dab" providerId="ADAL" clId="{F28D2AB1-228F-4DEB-9B4E-61AC32A2299B}" dt="2023-12-06T23:39:09.296" v="6" actId="4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F28D2AB1-228F-4DEB-9B4E-61AC32A2299B}" dt="2023-12-06T23:39:10.602" v="7" actId="47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F28D2AB1-228F-4DEB-9B4E-61AC32A2299B}" dt="2023-12-06T23:39:10.855" v="8" actId="47"/>
        <pc:sldMkLst>
          <pc:docMk/>
          <pc:sldMk cId="4287966700" sldId="266"/>
        </pc:sldMkLst>
      </pc:sldChg>
      <pc:sldChg chg="del">
        <pc:chgData name="JONATHAN GABRIEL LOOR BAUTISTA" userId="4234489a-f210-4949-b3ca-adca1d814dab" providerId="ADAL" clId="{F28D2AB1-228F-4DEB-9B4E-61AC32A2299B}" dt="2023-12-06T23:39:11.336" v="9" actId="47"/>
        <pc:sldMkLst>
          <pc:docMk/>
          <pc:sldMk cId="814129114" sldId="267"/>
        </pc:sldMkLst>
      </pc:sldChg>
      <pc:sldChg chg="modSp del mod">
        <pc:chgData name="JONATHAN GABRIEL LOOR BAUTISTA" userId="4234489a-f210-4949-b3ca-adca1d814dab" providerId="ADAL" clId="{F28D2AB1-228F-4DEB-9B4E-61AC32A2299B}" dt="2023-12-14T13:02:00.093" v="233" actId="47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F28D2AB1-228F-4DEB-9B4E-61AC32A2299B}" dt="2023-12-14T13:02:00.668" v="234" actId="47"/>
        <pc:sldMkLst>
          <pc:docMk/>
          <pc:sldMk cId="2736320437" sldId="269"/>
        </pc:sldMkLst>
      </pc:sldChg>
      <pc:sldChg chg="del">
        <pc:chgData name="JONATHAN GABRIEL LOOR BAUTISTA" userId="4234489a-f210-4949-b3ca-adca1d814dab" providerId="ADAL" clId="{F28D2AB1-228F-4DEB-9B4E-61AC32A2299B}" dt="2023-12-14T13:02:01.097" v="235" actId="47"/>
        <pc:sldMkLst>
          <pc:docMk/>
          <pc:sldMk cId="1881090054" sldId="271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4:36.822" v="122" actId="2057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F28D2AB1-228F-4DEB-9B4E-61AC32A2299B}" dt="2023-12-06T23:39:14.533" v="10" actId="47"/>
        <pc:sldMkLst>
          <pc:docMk/>
          <pc:sldMk cId="3429618453" sldId="272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0:25:22.830" v="132" actId="14100"/>
        <pc:sldMkLst>
          <pc:docMk/>
          <pc:sldMk cId="3479178164" sldId="273"/>
        </pc:sldMkLst>
      </pc:sldChg>
      <pc:sldChg chg="del">
        <pc:chgData name="JONATHAN GABRIEL LOOR BAUTISTA" userId="4234489a-f210-4949-b3ca-adca1d814dab" providerId="ADAL" clId="{F28D2AB1-228F-4DEB-9B4E-61AC32A2299B}" dt="2023-12-06T23:39:15.628" v="11" actId="47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13:35.472" v="297" actId="1076"/>
        <pc:sldMkLst>
          <pc:docMk/>
          <pc:sldMk cId="329500094" sldId="274"/>
        </pc:sldMkLst>
      </pc:sldChg>
      <pc:sldChg chg="del">
        <pc:chgData name="JONATHAN GABRIEL LOOR BAUTISTA" userId="4234489a-f210-4949-b3ca-adca1d814dab" providerId="ADAL" clId="{F28D2AB1-228F-4DEB-9B4E-61AC32A2299B}" dt="2023-12-06T23:39:16.341" v="12" actId="47"/>
        <pc:sldMkLst>
          <pc:docMk/>
          <pc:sldMk cId="1612052355" sldId="274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40:00.497" v="520" actId="20577"/>
        <pc:sldMkLst>
          <pc:docMk/>
          <pc:sldMk cId="1990230209" sldId="275"/>
        </pc:sldMkLst>
      </pc:sldChg>
      <pc:sldChg chg="del">
        <pc:chgData name="JONATHAN GABRIEL LOOR BAUTISTA" userId="4234489a-f210-4949-b3ca-adca1d814dab" providerId="ADAL" clId="{F28D2AB1-228F-4DEB-9B4E-61AC32A2299B}" dt="2023-12-06T23:39:16.693" v="13" actId="47"/>
        <pc:sldMkLst>
          <pc:docMk/>
          <pc:sldMk cId="4282241318" sldId="275"/>
        </pc:sldMkLst>
      </pc:sldChg>
      <pc:sldChg chg="del">
        <pc:chgData name="JONATHAN GABRIEL LOOR BAUTISTA" userId="4234489a-f210-4949-b3ca-adca1d814dab" providerId="ADAL" clId="{F28D2AB1-228F-4DEB-9B4E-61AC32A2299B}" dt="2023-12-06T23:39:17.319" v="14" actId="47"/>
        <pc:sldMkLst>
          <pc:docMk/>
          <pc:sldMk cId="1303374823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3:22:47.240" v="381" actId="1076"/>
        <pc:sldMkLst>
          <pc:docMk/>
          <pc:sldMk cId="3116047295" sldId="276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27.537" v="211" actId="1076"/>
        <pc:sldMkLst>
          <pc:docMk/>
          <pc:sldMk cId="283829873" sldId="277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7:42.488" v="215" actId="1076"/>
        <pc:sldMkLst>
          <pc:docMk/>
          <pc:sldMk cId="2812217883" sldId="278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08:33.249" v="223" actId="1076"/>
        <pc:sldMkLst>
          <pc:docMk/>
          <pc:sldMk cId="3800849061" sldId="279"/>
        </pc:sldMkLst>
      </pc:sldChg>
      <pc:sldChg chg="addSp delSp modSp add mod">
        <pc:chgData name="JONATHAN GABRIEL LOOR BAUTISTA" userId="4234489a-f210-4949-b3ca-adca1d814dab" providerId="ADAL" clId="{F28D2AB1-228F-4DEB-9B4E-61AC32A2299B}" dt="2023-12-07T01:11:44.853" v="232" actId="1076"/>
        <pc:sldMkLst>
          <pc:docMk/>
          <pc:sldMk cId="1522707480" sldId="280"/>
        </pc:sldMkLst>
      </pc:sldChg>
      <pc:sldChg chg="add ord">
        <pc:chgData name="JONATHAN GABRIEL LOOR BAUTISTA" userId="4234489a-f210-4949-b3ca-adca1d814dab" providerId="ADAL" clId="{F28D2AB1-228F-4DEB-9B4E-61AC32A2299B}" dt="2023-12-14T13:28:49.888" v="429"/>
        <pc:sldMkLst>
          <pc:docMk/>
          <pc:sldMk cId="2421653994" sldId="281"/>
        </pc:sldMkLst>
      </pc:sldChg>
      <pc:sldChg chg="delSp modSp add mod">
        <pc:chgData name="JONATHAN GABRIEL LOOR BAUTISTA" userId="4234489a-f210-4949-b3ca-adca1d814dab" providerId="ADAL" clId="{F28D2AB1-228F-4DEB-9B4E-61AC32A2299B}" dt="2023-12-14T15:15:29.623" v="641" actId="20577"/>
        <pc:sldMkLst>
          <pc:docMk/>
          <pc:sldMk cId="354079946" sldId="282"/>
        </pc:sldMkLst>
      </pc:sldChg>
      <pc:sldChg chg="addSp modSp add mod">
        <pc:chgData name="JONATHAN GABRIEL LOOR BAUTISTA" userId="4234489a-f210-4949-b3ca-adca1d814dab" providerId="ADAL" clId="{F28D2AB1-228F-4DEB-9B4E-61AC32A2299B}" dt="2023-12-14T15:15:33.184" v="643" actId="20577"/>
        <pc:sldMkLst>
          <pc:docMk/>
          <pc:sldMk cId="3965466414" sldId="283"/>
        </pc:sldMkLst>
      </pc:sldChg>
      <pc:sldChg chg="addSp delSp modSp add mod">
        <pc:chgData name="JONATHAN GABRIEL LOOR BAUTISTA" userId="4234489a-f210-4949-b3ca-adca1d814dab" providerId="ADAL" clId="{F28D2AB1-228F-4DEB-9B4E-61AC32A2299B}" dt="2023-12-14T15:15:37.573" v="645" actId="20577"/>
        <pc:sldMkLst>
          <pc:docMk/>
          <pc:sldMk cId="1900853572" sldId="284"/>
        </pc:sldMkLst>
      </pc:sldChg>
    </pc:docChg>
  </pc:docChgLst>
  <pc:docChgLst>
    <pc:chgData name="JONATHAN GABRIEL LOOR BAUTISTA" userId="4234489a-f210-4949-b3ca-adca1d814dab" providerId="ADAL" clId="{60CD1451-DAD3-4FF9-A968-D022F46CA1C2}"/>
    <pc:docChg chg="modSld">
      <pc:chgData name="JONATHAN GABRIEL LOOR BAUTISTA" userId="4234489a-f210-4949-b3ca-adca1d814dab" providerId="ADAL" clId="{60CD1451-DAD3-4FF9-A968-D022F46CA1C2}" dt="2022-11-11T20:16:04.902" v="15" actId="1076"/>
      <pc:docMkLst>
        <pc:docMk/>
      </pc:docMkLst>
      <pc:sldChg chg="modSp mod">
        <pc:chgData name="JONATHAN GABRIEL LOOR BAUTISTA" userId="4234489a-f210-4949-b3ca-adca1d814dab" providerId="ADAL" clId="{60CD1451-DAD3-4FF9-A968-D022F46CA1C2}" dt="2022-11-11T18:42:02.287" v="2" actId="114"/>
        <pc:sldMkLst>
          <pc:docMk/>
          <pc:sldMk cId="2453666722" sldId="271"/>
        </pc:sldMkLst>
      </pc:sldChg>
      <pc:sldChg chg="modSp mod">
        <pc:chgData name="JONATHAN GABRIEL LOOR BAUTISTA" userId="4234489a-f210-4949-b3ca-adca1d814dab" providerId="ADAL" clId="{60CD1451-DAD3-4FF9-A968-D022F46CA1C2}" dt="2022-11-11T18:48:14.907" v="12" actId="1076"/>
        <pc:sldMkLst>
          <pc:docMk/>
          <pc:sldMk cId="1911223544" sldId="280"/>
        </pc:sldMkLst>
      </pc:sldChg>
      <pc:sldChg chg="modSp mod">
        <pc:chgData name="JONATHAN GABRIEL LOOR BAUTISTA" userId="4234489a-f210-4949-b3ca-adca1d814dab" providerId="ADAL" clId="{60CD1451-DAD3-4FF9-A968-D022F46CA1C2}" dt="2022-11-11T20:16:04.902" v="15" actId="107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331DE3F3-B272-46BB-BC05-336C21B73F45}"/>
    <pc:docChg chg="delSld">
      <pc:chgData name="JONATHAN GABRIEL LOOR BAUTISTA" userId="4234489a-f210-4949-b3ca-adca1d814dab" providerId="ADAL" clId="{331DE3F3-B272-46BB-BC05-336C21B73F45}" dt="2024-06-21T16:59:27.027" v="0" actId="47"/>
      <pc:docMkLst>
        <pc:docMk/>
      </pc:docMkLst>
      <pc:sldChg chg="del">
        <pc:chgData name="JONATHAN GABRIEL LOOR BAUTISTA" userId="4234489a-f210-4949-b3ca-adca1d814dab" providerId="ADAL" clId="{331DE3F3-B272-46BB-BC05-336C21B73F45}" dt="2024-06-21T16:59:27.027" v="0" actId="47"/>
        <pc:sldMkLst>
          <pc:docMk/>
          <pc:sldMk cId="1579677953" sldId="274"/>
        </pc:sldMkLst>
      </pc:sldChg>
    </pc:docChg>
  </pc:docChgLst>
  <pc:docChgLst>
    <pc:chgData name="JONATHAN GABRIEL LOOR BAUTISTA" userId="4234489a-f210-4949-b3ca-adca1d814dab" providerId="ADAL" clId="{CA9E5BA9-EB2F-4B98-BE29-D96613308550}"/>
    <pc:docChg chg="undo custSel addSld delSld modSld sldOrd">
      <pc:chgData name="JONATHAN GABRIEL LOOR BAUTISTA" userId="4234489a-f210-4949-b3ca-adca1d814dab" providerId="ADAL" clId="{CA9E5BA9-EB2F-4B98-BE29-D96613308550}" dt="2025-05-08T00:26:08.629" v="1056" actId="947"/>
      <pc:docMkLst>
        <pc:docMk/>
      </pc:docMkLst>
      <pc:sldChg chg="modSp mod">
        <pc:chgData name="JONATHAN GABRIEL LOOR BAUTISTA" userId="4234489a-f210-4949-b3ca-adca1d814dab" providerId="ADAL" clId="{CA9E5BA9-EB2F-4B98-BE29-D96613308550}" dt="2025-04-27T23:15:05.440" v="62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CA9E5BA9-EB2F-4B98-BE29-D96613308550}" dt="2025-04-27T23:15:26.712" v="64" actId="4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CA9E5BA9-EB2F-4B98-BE29-D96613308550}" dt="2025-04-27T23:15:28.204" v="65" actId="4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CA9E5BA9-EB2F-4B98-BE29-D96613308550}" dt="2025-04-27T23:15:28.629" v="66" actId="47"/>
        <pc:sldMkLst>
          <pc:docMk/>
          <pc:sldMk cId="1481732886" sldId="282"/>
        </pc:sldMkLst>
      </pc:sldChg>
      <pc:sldChg chg="del">
        <pc:chgData name="JONATHAN GABRIEL LOOR BAUTISTA" userId="4234489a-f210-4949-b3ca-adca1d814dab" providerId="ADAL" clId="{CA9E5BA9-EB2F-4B98-BE29-D96613308550}" dt="2025-04-27T23:15:29.096" v="67" actId="47"/>
        <pc:sldMkLst>
          <pc:docMk/>
          <pc:sldMk cId="2227686819" sldId="283"/>
        </pc:sldMkLst>
      </pc:sldChg>
      <pc:sldChg chg="del">
        <pc:chgData name="JONATHAN GABRIEL LOOR BAUTISTA" userId="4234489a-f210-4949-b3ca-adca1d814dab" providerId="ADAL" clId="{CA9E5BA9-EB2F-4B98-BE29-D96613308550}" dt="2025-04-27T23:15:29.530" v="68" actId="47"/>
        <pc:sldMkLst>
          <pc:docMk/>
          <pc:sldMk cId="3192749992" sldId="284"/>
        </pc:sldMkLst>
      </pc:sldChg>
      <pc:sldChg chg="del">
        <pc:chgData name="JONATHAN GABRIEL LOOR BAUTISTA" userId="4234489a-f210-4949-b3ca-adca1d814dab" providerId="ADAL" clId="{CA9E5BA9-EB2F-4B98-BE29-D96613308550}" dt="2025-04-27T23:15:36.943" v="69" actId="47"/>
        <pc:sldMkLst>
          <pc:docMk/>
          <pc:sldMk cId="3922002190" sldId="285"/>
        </pc:sldMkLst>
      </pc:sldChg>
      <pc:sldChg chg="del">
        <pc:chgData name="JONATHAN GABRIEL LOOR BAUTISTA" userId="4234489a-f210-4949-b3ca-adca1d814dab" providerId="ADAL" clId="{CA9E5BA9-EB2F-4B98-BE29-D96613308550}" dt="2025-04-27T23:15:39.243" v="70" actId="47"/>
        <pc:sldMkLst>
          <pc:docMk/>
          <pc:sldMk cId="684473735" sldId="286"/>
        </pc:sldMkLst>
      </pc:sldChg>
      <pc:sldChg chg="addSp delSp modSp mod">
        <pc:chgData name="JONATHAN GABRIEL LOOR BAUTISTA" userId="4234489a-f210-4949-b3ca-adca1d814dab" providerId="ADAL" clId="{CA9E5BA9-EB2F-4B98-BE29-D96613308550}" dt="2025-04-27T23:32:33.413" v="145" actId="14100"/>
        <pc:sldMkLst>
          <pc:docMk/>
          <pc:sldMk cId="1030578679" sldId="287"/>
        </pc:sldMkLst>
      </pc:sldChg>
      <pc:sldChg chg="del">
        <pc:chgData name="JONATHAN GABRIEL LOOR BAUTISTA" userId="4234489a-f210-4949-b3ca-adca1d814dab" providerId="ADAL" clId="{CA9E5BA9-EB2F-4B98-BE29-D96613308550}" dt="2025-04-27T23:36:59.234" v="189" actId="47"/>
        <pc:sldMkLst>
          <pc:docMk/>
          <pc:sldMk cId="3681866873" sldId="288"/>
        </pc:sldMkLst>
      </pc:sldChg>
      <pc:sldChg chg="del">
        <pc:chgData name="JONATHAN GABRIEL LOOR BAUTISTA" userId="4234489a-f210-4949-b3ca-adca1d814dab" providerId="ADAL" clId="{CA9E5BA9-EB2F-4B98-BE29-D96613308550}" dt="2025-04-27T23:36:58.964" v="188" actId="47"/>
        <pc:sldMkLst>
          <pc:docMk/>
          <pc:sldMk cId="3440852824" sldId="289"/>
        </pc:sldMkLst>
      </pc:sldChg>
      <pc:sldChg chg="del">
        <pc:chgData name="JONATHAN GABRIEL LOOR BAUTISTA" userId="4234489a-f210-4949-b3ca-adca1d814dab" providerId="ADAL" clId="{CA9E5BA9-EB2F-4B98-BE29-D96613308550}" dt="2025-04-27T23:15:16.313" v="63" actId="47"/>
        <pc:sldMkLst>
          <pc:docMk/>
          <pc:sldMk cId="705843136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36:31.372" v="187" actId="20577"/>
        <pc:sldMkLst>
          <pc:docMk/>
          <pc:sldMk cId="4262102034" sldId="290"/>
        </pc:sldMkLst>
      </pc:sldChg>
      <pc:sldChg chg="addSp delSp modSp add mod">
        <pc:chgData name="JONATHAN GABRIEL LOOR BAUTISTA" userId="4234489a-f210-4949-b3ca-adca1d814dab" providerId="ADAL" clId="{CA9E5BA9-EB2F-4B98-BE29-D96613308550}" dt="2025-04-27T23:47:28.476" v="330" actId="14100"/>
        <pc:sldMkLst>
          <pc:docMk/>
          <pc:sldMk cId="3917552893" sldId="291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0:55:01.767" v="401" actId="14100"/>
        <pc:sldMkLst>
          <pc:docMk/>
          <pc:sldMk cId="3838651608" sldId="292"/>
        </pc:sldMkLst>
      </pc:sldChg>
      <pc:sldChg chg="addSp delSp modSp add mod">
        <pc:chgData name="JONATHAN GABRIEL LOOR BAUTISTA" userId="4234489a-f210-4949-b3ca-adca1d814dab" providerId="ADAL" clId="{CA9E5BA9-EB2F-4B98-BE29-D96613308550}" dt="2025-04-28T01:05:50.427" v="449"/>
        <pc:sldMkLst>
          <pc:docMk/>
          <pc:sldMk cId="1660400904" sldId="293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28:40.659" v="600" actId="113"/>
        <pc:sldMkLst>
          <pc:docMk/>
          <pc:sldMk cId="675903930" sldId="294"/>
        </pc:sldMkLst>
      </pc:sldChg>
      <pc:sldChg chg="addSp delSp modSp add mod ord">
        <pc:chgData name="JONATHAN GABRIEL LOOR BAUTISTA" userId="4234489a-f210-4949-b3ca-adca1d814dab" providerId="ADAL" clId="{CA9E5BA9-EB2F-4B98-BE29-D96613308550}" dt="2025-04-28T12:50:39.251" v="799" actId="1076"/>
        <pc:sldMkLst>
          <pc:docMk/>
          <pc:sldMk cId="3784401589" sldId="295"/>
        </pc:sldMkLst>
      </pc:sldChg>
      <pc:sldChg chg="delSp modSp add mod">
        <pc:chgData name="JONATHAN GABRIEL LOOR BAUTISTA" userId="4234489a-f210-4949-b3ca-adca1d814dab" providerId="ADAL" clId="{CA9E5BA9-EB2F-4B98-BE29-D96613308550}" dt="2025-05-08T00:26:08.629" v="1056" actId="947"/>
        <pc:sldMkLst>
          <pc:docMk/>
          <pc:sldMk cId="3907512282" sldId="296"/>
        </pc:sldMkLst>
      </pc:sldChg>
      <pc:sldChg chg="modSp add mod">
        <pc:chgData name="JONATHAN GABRIEL LOOR BAUTISTA" userId="4234489a-f210-4949-b3ca-adca1d814dab" providerId="ADAL" clId="{CA9E5BA9-EB2F-4B98-BE29-D96613308550}" dt="2025-04-28T13:29:13.884" v="951" actId="20577"/>
        <pc:sldMkLst>
          <pc:docMk/>
          <pc:sldMk cId="2463088549" sldId="297"/>
        </pc:sldMkLst>
      </pc:sldChg>
      <pc:sldChg chg="addSp modSp add mod">
        <pc:chgData name="JONATHAN GABRIEL LOOR BAUTISTA" userId="4234489a-f210-4949-b3ca-adca1d814dab" providerId="ADAL" clId="{CA9E5BA9-EB2F-4B98-BE29-D96613308550}" dt="2025-04-28T13:34:31.051" v="990" actId="11"/>
        <pc:sldMkLst>
          <pc:docMk/>
          <pc:sldMk cId="2176370239" sldId="298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5:09.414" v="1006" actId="1076"/>
        <pc:sldMkLst>
          <pc:docMk/>
          <pc:sldMk cId="3227574610" sldId="299"/>
        </pc:sldMkLst>
      </pc:sldChg>
      <pc:sldChg chg="addSp delSp modSp add mod">
        <pc:chgData name="JONATHAN GABRIEL LOOR BAUTISTA" userId="4234489a-f210-4949-b3ca-adca1d814dab" providerId="ADAL" clId="{CA9E5BA9-EB2F-4B98-BE29-D96613308550}" dt="2025-04-28T13:36:52.748" v="1019" actId="14100"/>
        <pc:sldMkLst>
          <pc:docMk/>
          <pc:sldMk cId="122779942" sldId="300"/>
        </pc:sldMkLst>
      </pc:sldChg>
    </pc:docChg>
  </pc:docChgLst>
  <pc:docChgLst>
    <pc:chgData name="JONATHAN GABRIEL LOOR BAUTISTA" userId="4234489a-f210-4949-b3ca-adca1d814dab" providerId="ADAL" clId="{060DDFA7-0ED1-4434-A690-0E20AEBE99A7}"/>
    <pc:docChg chg="undo custSel addSld delSld modSld sldOrd modMainMaster">
      <pc:chgData name="JONATHAN GABRIEL LOOR BAUTISTA" userId="4234489a-f210-4949-b3ca-adca1d814dab" providerId="ADAL" clId="{060DDFA7-0ED1-4434-A690-0E20AEBE99A7}" dt="2023-10-31T14:15:58.986" v="582" actId="20577"/>
      <pc:docMkLst>
        <pc:docMk/>
      </pc:docMkLst>
      <pc:sldChg chg="modSp mod">
        <pc:chgData name="JONATHAN GABRIEL LOOR BAUTISTA" userId="4234489a-f210-4949-b3ca-adca1d814dab" providerId="ADAL" clId="{060DDFA7-0ED1-4434-A690-0E20AEBE99A7}" dt="2023-10-30T21:09:57.255" v="203" actId="14100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060DDFA7-0ED1-4434-A690-0E20AEBE99A7}" dt="2023-10-30T21:06:17.258" v="130" actId="47"/>
        <pc:sldMkLst>
          <pc:docMk/>
          <pc:sldMk cId="0" sldId="257"/>
        </pc:sldMkLst>
      </pc:sldChg>
      <pc:sldChg chg="addSp delSp modSp mod setBg">
        <pc:chgData name="JONATHAN GABRIEL LOOR BAUTISTA" userId="4234489a-f210-4949-b3ca-adca1d814dab" providerId="ADAL" clId="{060DDFA7-0ED1-4434-A690-0E20AEBE99A7}" dt="2023-10-31T14:11:53.464" v="513" actId="1076"/>
        <pc:sldMkLst>
          <pc:docMk/>
          <pc:sldMk cId="0" sldId="258"/>
        </pc:sldMkLst>
      </pc:sldChg>
      <pc:sldChg chg="addSp modSp add mod">
        <pc:chgData name="JONATHAN GABRIEL LOOR BAUTISTA" userId="4234489a-f210-4949-b3ca-adca1d814dab" providerId="ADAL" clId="{060DDFA7-0ED1-4434-A690-0E20AEBE99A7}" dt="2023-10-31T14:07:01.113" v="488" actId="20577"/>
        <pc:sldMkLst>
          <pc:docMk/>
          <pc:sldMk cId="365126346" sldId="259"/>
        </pc:sldMkLst>
      </pc:sldChg>
      <pc:sldChg chg="addSp delSp modSp add del mod ord">
        <pc:chgData name="JONATHAN GABRIEL LOOR BAUTISTA" userId="4234489a-f210-4949-b3ca-adca1d814dab" providerId="ADAL" clId="{060DDFA7-0ED1-4434-A690-0E20AEBE99A7}" dt="2023-10-31T14:06:12.179" v="424" actId="20577"/>
        <pc:sldMkLst>
          <pc:docMk/>
          <pc:sldMk cId="2494341450" sldId="260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15:07.912" v="528" actId="1076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4:07.335" v="388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3:59:41.552" v="399" actId="1076"/>
        <pc:sldMkLst>
          <pc:docMk/>
          <pc:sldMk cId="3749474826" sldId="263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1:12.512" v="406" actId="1076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060DDFA7-0ED1-4434-A690-0E20AEBE99A7}" dt="2023-10-31T14:02:25.713" v="411" actId="1076"/>
        <pc:sldMkLst>
          <pc:docMk/>
          <pc:sldMk cId="3972352135" sldId="265"/>
        </pc:sldMkLst>
      </pc:sldChg>
      <pc:sldChg chg="modSp add mod">
        <pc:chgData name="JONATHAN GABRIEL LOOR BAUTISTA" userId="4234489a-f210-4949-b3ca-adca1d814dab" providerId="ADAL" clId="{060DDFA7-0ED1-4434-A690-0E20AEBE99A7}" dt="2023-10-31T14:15:58.986" v="582" actId="20577"/>
        <pc:sldMkLst>
          <pc:docMk/>
          <pc:sldMk cId="628235030" sldId="266"/>
        </pc:sldMkLst>
      </pc:sldChg>
      <pc:sldChg chg="del">
        <pc:chgData name="JONATHAN GABRIEL LOOR BAUTISTA" userId="4234489a-f210-4949-b3ca-adca1d814dab" providerId="ADAL" clId="{060DDFA7-0ED1-4434-A690-0E20AEBE99A7}" dt="2023-10-30T21:06:59.256" v="136" actId="47"/>
        <pc:sldMkLst>
          <pc:docMk/>
          <pc:sldMk cId="3148635589" sldId="270"/>
        </pc:sldMkLst>
      </pc:sldChg>
      <pc:sldChg chg="del">
        <pc:chgData name="JONATHAN GABRIEL LOOR BAUTISTA" userId="4234489a-f210-4949-b3ca-adca1d814dab" providerId="ADAL" clId="{060DDFA7-0ED1-4434-A690-0E20AEBE99A7}" dt="2023-10-30T21:06:59.386" v="137" actId="47"/>
        <pc:sldMkLst>
          <pc:docMk/>
          <pc:sldMk cId="2453666722" sldId="271"/>
        </pc:sldMkLst>
      </pc:sldChg>
      <pc:sldChg chg="del">
        <pc:chgData name="JONATHAN GABRIEL LOOR BAUTISTA" userId="4234489a-f210-4949-b3ca-adca1d814dab" providerId="ADAL" clId="{060DDFA7-0ED1-4434-A690-0E20AEBE99A7}" dt="2023-10-30T21:06:59.863" v="140" actId="47"/>
        <pc:sldMkLst>
          <pc:docMk/>
          <pc:sldMk cId="3274624831" sldId="272"/>
        </pc:sldMkLst>
      </pc:sldChg>
      <pc:sldChg chg="del">
        <pc:chgData name="JONATHAN GABRIEL LOOR BAUTISTA" userId="4234489a-f210-4949-b3ca-adca1d814dab" providerId="ADAL" clId="{060DDFA7-0ED1-4434-A690-0E20AEBE99A7}" dt="2023-10-30T21:06:57.871" v="133" actId="47"/>
        <pc:sldMkLst>
          <pc:docMk/>
          <pc:sldMk cId="2752778094" sldId="273"/>
        </pc:sldMkLst>
      </pc:sldChg>
      <pc:sldChg chg="del">
        <pc:chgData name="JONATHAN GABRIEL LOOR BAUTISTA" userId="4234489a-f210-4949-b3ca-adca1d814dab" providerId="ADAL" clId="{060DDFA7-0ED1-4434-A690-0E20AEBE99A7}" dt="2023-10-30T21:06:58.785" v="134" actId="47"/>
        <pc:sldMkLst>
          <pc:docMk/>
          <pc:sldMk cId="1191621404" sldId="274"/>
        </pc:sldMkLst>
      </pc:sldChg>
      <pc:sldChg chg="del">
        <pc:chgData name="JONATHAN GABRIEL LOOR BAUTISTA" userId="4234489a-f210-4949-b3ca-adca1d814dab" providerId="ADAL" clId="{060DDFA7-0ED1-4434-A690-0E20AEBE99A7}" dt="2023-10-30T21:06:59.051" v="135" actId="47"/>
        <pc:sldMkLst>
          <pc:docMk/>
          <pc:sldMk cId="1408870596" sldId="275"/>
        </pc:sldMkLst>
      </pc:sldChg>
      <pc:sldChg chg="del">
        <pc:chgData name="JONATHAN GABRIEL LOOR BAUTISTA" userId="4234489a-f210-4949-b3ca-adca1d814dab" providerId="ADAL" clId="{060DDFA7-0ED1-4434-A690-0E20AEBE99A7}" dt="2023-10-30T21:06:59.568" v="138" actId="47"/>
        <pc:sldMkLst>
          <pc:docMk/>
          <pc:sldMk cId="2004126196" sldId="276"/>
        </pc:sldMkLst>
      </pc:sldChg>
      <pc:sldChg chg="del">
        <pc:chgData name="JONATHAN GABRIEL LOOR BAUTISTA" userId="4234489a-f210-4949-b3ca-adca1d814dab" providerId="ADAL" clId="{060DDFA7-0ED1-4434-A690-0E20AEBE99A7}" dt="2023-10-30T21:06:59.728" v="139" actId="47"/>
        <pc:sldMkLst>
          <pc:docMk/>
          <pc:sldMk cId="2374801582" sldId="277"/>
        </pc:sldMkLst>
      </pc:sldChg>
      <pc:sldChg chg="del">
        <pc:chgData name="JONATHAN GABRIEL LOOR BAUTISTA" userId="4234489a-f210-4949-b3ca-adca1d814dab" providerId="ADAL" clId="{060DDFA7-0ED1-4434-A690-0E20AEBE99A7}" dt="2023-10-30T21:06:59.999" v="141" actId="47"/>
        <pc:sldMkLst>
          <pc:docMk/>
          <pc:sldMk cId="1796450385" sldId="278"/>
        </pc:sldMkLst>
      </pc:sldChg>
      <pc:sldChg chg="del">
        <pc:chgData name="JONATHAN GABRIEL LOOR BAUTISTA" userId="4234489a-f210-4949-b3ca-adca1d814dab" providerId="ADAL" clId="{060DDFA7-0ED1-4434-A690-0E20AEBE99A7}" dt="2023-10-30T21:06:19.264" v="131" actId="47"/>
        <pc:sldMkLst>
          <pc:docMk/>
          <pc:sldMk cId="1137748348" sldId="279"/>
        </pc:sldMkLst>
      </pc:sldChg>
      <pc:sldChg chg="del">
        <pc:chgData name="JONATHAN GABRIEL LOOR BAUTISTA" userId="4234489a-f210-4949-b3ca-adca1d814dab" providerId="ADAL" clId="{060DDFA7-0ED1-4434-A690-0E20AEBE99A7}" dt="2023-10-30T21:07:00.132" v="142" actId="47"/>
        <pc:sldMkLst>
          <pc:docMk/>
          <pc:sldMk cId="1911223544" sldId="280"/>
        </pc:sldMkLst>
      </pc:sldChg>
      <pc:sldChg chg="del">
        <pc:chgData name="JONATHAN GABRIEL LOOR BAUTISTA" userId="4234489a-f210-4949-b3ca-adca1d814dab" providerId="ADAL" clId="{060DDFA7-0ED1-4434-A690-0E20AEBE99A7}" dt="2023-10-30T21:07:00.455" v="143" actId="47"/>
        <pc:sldMkLst>
          <pc:docMk/>
          <pc:sldMk cId="1419791792" sldId="282"/>
        </pc:sldMkLst>
      </pc:sldChg>
      <pc:sldChg chg="del">
        <pc:chgData name="JONATHAN GABRIEL LOOR BAUTISTA" userId="4234489a-f210-4949-b3ca-adca1d814dab" providerId="ADAL" clId="{060DDFA7-0ED1-4434-A690-0E20AEBE99A7}" dt="2023-10-30T21:07:00.550" v="144" actId="47"/>
        <pc:sldMkLst>
          <pc:docMk/>
          <pc:sldMk cId="1650563039" sldId="283"/>
        </pc:sldMkLst>
      </pc:sldChg>
      <pc:sldChg chg="del">
        <pc:chgData name="JONATHAN GABRIEL LOOR BAUTISTA" userId="4234489a-f210-4949-b3ca-adca1d814dab" providerId="ADAL" clId="{060DDFA7-0ED1-4434-A690-0E20AEBE99A7}" dt="2023-10-30T21:07:00.919" v="145" actId="47"/>
        <pc:sldMkLst>
          <pc:docMk/>
          <pc:sldMk cId="347908706" sldId="284"/>
        </pc:sldMkLst>
      </pc:sldChg>
      <pc:sldChg chg="del">
        <pc:chgData name="JONATHAN GABRIEL LOOR BAUTISTA" userId="4234489a-f210-4949-b3ca-adca1d814dab" providerId="ADAL" clId="{060DDFA7-0ED1-4434-A690-0E20AEBE99A7}" dt="2023-10-30T21:07:03.741" v="147" actId="47"/>
        <pc:sldMkLst>
          <pc:docMk/>
          <pc:sldMk cId="3849679617" sldId="285"/>
        </pc:sldMkLst>
      </pc:sldChg>
      <pc:sldChg chg="del">
        <pc:chgData name="JONATHAN GABRIEL LOOR BAUTISTA" userId="4234489a-f210-4949-b3ca-adca1d814dab" providerId="ADAL" clId="{060DDFA7-0ED1-4434-A690-0E20AEBE99A7}" dt="2023-10-30T21:07:01.725" v="146" actId="47"/>
        <pc:sldMkLst>
          <pc:docMk/>
          <pc:sldMk cId="627336759" sldId="286"/>
        </pc:sldMkLst>
      </pc:sldChg>
      <pc:sldChg chg="del">
        <pc:chgData name="JONATHAN GABRIEL LOOR BAUTISTA" userId="4234489a-f210-4949-b3ca-adca1d814dab" providerId="ADAL" clId="{060DDFA7-0ED1-4434-A690-0E20AEBE99A7}" dt="2023-10-30T21:06:51.513" v="132" actId="47"/>
        <pc:sldMkLst>
          <pc:docMk/>
          <pc:sldMk cId="3899911817" sldId="287"/>
        </pc:sldMkLst>
      </pc:sldChg>
      <pc:sldMasterChg chg="modSp modSldLayout">
        <pc:chgData name="JONATHAN GABRIEL LOOR BAUTISTA" userId="4234489a-f210-4949-b3ca-adca1d814dab" providerId="ADAL" clId="{060DDFA7-0ED1-4434-A690-0E20AEBE99A7}" dt="2023-10-30T21:08:33.515" v="186"/>
        <pc:sldMasterMkLst>
          <pc:docMk/>
          <pc:sldMasterMk cId="0" sldId="2147483648"/>
        </pc:sldMasterMkLst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3939597044" sldId="2147483649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48047980" sldId="2147483651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2119514795" sldId="2147483652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050028034" sldId="2147483653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38817288" sldId="2147483656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1447904796" sldId="2147483657"/>
          </pc:sldLayoutMkLst>
        </pc:sldLayoutChg>
        <pc:sldLayoutChg chg="modSp">
          <pc:chgData name="JONATHAN GABRIEL LOOR BAUTISTA" userId="4234489a-f210-4949-b3ca-adca1d814dab" providerId="ADAL" clId="{060DDFA7-0ED1-4434-A690-0E20AEBE99A7}" dt="2023-10-30T21:08:33.515" v="186"/>
          <pc:sldLayoutMkLst>
            <pc:docMk/>
            <pc:sldMasterMk cId="0" sldId="2147483648"/>
            <pc:sldLayoutMk cId="481004487" sldId="2147483659"/>
          </pc:sldLayoutMkLst>
        </pc:sldLayoutChg>
      </pc:sldMasterChg>
    </pc:docChg>
  </pc:docChgLst>
  <pc:docChgLst>
    <pc:chgData name="JONATHAN GABRIEL LOOR BAUTISTA" userId="4234489a-f210-4949-b3ca-adca1d814dab" providerId="ADAL" clId="{32AE7896-BB73-4C81-9FBA-33FB8A1AB101}"/>
    <pc:docChg chg="undo custSel addSld delSld modSld sldOrd">
      <pc:chgData name="JONATHAN GABRIEL LOOR BAUTISTA" userId="4234489a-f210-4949-b3ca-adca1d814dab" providerId="ADAL" clId="{32AE7896-BB73-4C81-9FBA-33FB8A1AB101}" dt="2023-11-23T14:28:13.946" v="1621" actId="478"/>
      <pc:docMkLst>
        <pc:docMk/>
      </pc:docMkLst>
      <pc:sldChg chg="modSp mod">
        <pc:chgData name="JONATHAN GABRIEL LOOR BAUTISTA" userId="4234489a-f210-4949-b3ca-adca1d814dab" providerId="ADAL" clId="{32AE7896-BB73-4C81-9FBA-33FB8A1AB101}" dt="2023-11-16T10:26:31.716" v="4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32AE7896-BB73-4C81-9FBA-33FB8A1AB101}" dt="2023-11-16T10:43:40.636" v="45" actId="11529"/>
        <pc:sldMkLst>
          <pc:docMk/>
          <pc:sldMk cId="0" sldId="258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11:07.901" v="56" actId="1076"/>
        <pc:sldMkLst>
          <pc:docMk/>
          <pc:sldMk cId="1227780459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413283838" sldId="25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169708303" sldId="260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45:27.169" v="553"/>
        <pc:sldMkLst>
          <pc:docMk/>
          <pc:sldMk cId="2412575459" sldId="260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3.742" v="554"/>
        <pc:sldMkLst>
          <pc:docMk/>
          <pc:sldMk cId="1332033609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38.973" v="555"/>
        <pc:sldMkLst>
          <pc:docMk/>
          <pc:sldMk cId="4174583105" sldId="26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735523" sldId="263"/>
        </pc:sldMkLst>
      </pc:sldChg>
      <pc:sldChg chg="addSp delSp modSp add mod">
        <pc:chgData name="JONATHAN GABRIEL LOOR BAUTISTA" userId="4234489a-f210-4949-b3ca-adca1d814dab" providerId="ADAL" clId="{32AE7896-BB73-4C81-9FBA-33FB8A1AB101}" dt="2023-11-16T13:45:44.973" v="556"/>
        <pc:sldMkLst>
          <pc:docMk/>
          <pc:sldMk cId="315044553" sldId="263"/>
        </pc:sldMkLst>
      </pc:sldChg>
      <pc:sldChg chg="delSp modSp add mod">
        <pc:chgData name="JONATHAN GABRIEL LOOR BAUTISTA" userId="4234489a-f210-4949-b3ca-adca1d814dab" providerId="ADAL" clId="{32AE7896-BB73-4C81-9FBA-33FB8A1AB101}" dt="2023-11-16T13:45:50.078" v="557"/>
        <pc:sldMkLst>
          <pc:docMk/>
          <pc:sldMk cId="928763728" sldId="26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349323718" sldId="264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16T13:50:47.574" v="611" actId="1076"/>
        <pc:sldMkLst>
          <pc:docMk/>
          <pc:sldMk cId="1592637203" sldId="265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215622691" sldId="265"/>
        </pc:sldMkLst>
      </pc:sldChg>
      <pc:sldChg chg="add del">
        <pc:chgData name="JONATHAN GABRIEL LOOR BAUTISTA" userId="4234489a-f210-4949-b3ca-adca1d814dab" providerId="ADAL" clId="{32AE7896-BB73-4C81-9FBA-33FB8A1AB101}" dt="2023-11-16T13:51:28.138" v="613" actId="47"/>
        <pc:sldMkLst>
          <pc:docMk/>
          <pc:sldMk cId="1730970373" sldId="26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74877937" sldId="266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1:34.192" v="1368" actId="20577"/>
        <pc:sldMkLst>
          <pc:docMk/>
          <pc:sldMk cId="4287966700" sldId="266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4:28:13.946" v="1621" actId="478"/>
        <pc:sldMkLst>
          <pc:docMk/>
          <pc:sldMk cId="814129114" sldId="26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938569621" sldId="267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21:59.423" v="1146" actId="2085"/>
        <pc:sldMkLst>
          <pc:docMk/>
          <pc:sldMk cId="318255523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4009423192" sldId="26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381898115" sldId="269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24:15.758" v="1175" actId="2085"/>
        <pc:sldMkLst>
          <pc:docMk/>
          <pc:sldMk cId="2736320437" sldId="269"/>
        </pc:sldMkLst>
      </pc:sldChg>
      <pc:sldChg chg="addSp delSp modSp add del mod">
        <pc:chgData name="JONATHAN GABRIEL LOOR BAUTISTA" userId="4234489a-f210-4949-b3ca-adca1d814dab" providerId="ADAL" clId="{32AE7896-BB73-4C81-9FBA-33FB8A1AB101}" dt="2023-11-23T13:29:28.964" v="1302" actId="47"/>
        <pc:sldMkLst>
          <pc:docMk/>
          <pc:sldMk cId="1780785426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018725871" sldId="27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570756419" sldId="271"/>
        </pc:sldMkLst>
      </pc:sldChg>
      <pc:sldChg chg="addSp modSp add mod">
        <pc:chgData name="JONATHAN GABRIEL LOOR BAUTISTA" userId="4234489a-f210-4949-b3ca-adca1d814dab" providerId="ADAL" clId="{32AE7896-BB73-4C81-9FBA-33FB8A1AB101}" dt="2023-11-23T13:29:16.559" v="1301" actId="2085"/>
        <pc:sldMkLst>
          <pc:docMk/>
          <pc:sldMk cId="1881090054" sldId="27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044139457" sldId="272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1:19.656" v="1353" actId="14100"/>
        <pc:sldMkLst>
          <pc:docMk/>
          <pc:sldMk cId="3429618453" sldId="27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697908801" sldId="273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5:23.430" v="1465" actId="478"/>
        <pc:sldMkLst>
          <pc:docMk/>
          <pc:sldMk cId="4092677898" sldId="273"/>
        </pc:sldMkLst>
      </pc:sldChg>
      <pc:sldChg chg="addSp delSp modSp add mod">
        <pc:chgData name="JONATHAN GABRIEL LOOR BAUTISTA" userId="4234489a-f210-4949-b3ca-adca1d814dab" providerId="ADAL" clId="{32AE7896-BB73-4C81-9FBA-33FB8A1AB101}" dt="2023-11-23T13:37:48.930" v="1501" actId="1076"/>
        <pc:sldMkLst>
          <pc:docMk/>
          <pc:sldMk cId="1612052355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705900212" sldId="274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814231336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39:14.209" v="1592" actId="1076"/>
        <pc:sldMkLst>
          <pc:docMk/>
          <pc:sldMk cId="4282241318" sldId="275"/>
        </pc:sldMkLst>
      </pc:sldChg>
      <pc:sldChg chg="addSp delSp modSp add mod ord">
        <pc:chgData name="JONATHAN GABRIEL LOOR BAUTISTA" userId="4234489a-f210-4949-b3ca-adca1d814dab" providerId="ADAL" clId="{32AE7896-BB73-4C81-9FBA-33FB8A1AB101}" dt="2023-11-23T13:41:13.474" v="1620" actId="1076"/>
        <pc:sldMkLst>
          <pc:docMk/>
          <pc:sldMk cId="1303374823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601994577" sldId="276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12759230" sldId="277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793826596" sldId="278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356721952" sldId="279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436423708" sldId="280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3781675788" sldId="281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03404091" sldId="282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789636396" sldId="283"/>
        </pc:sldMkLst>
      </pc:sldChg>
      <pc:sldChg chg="del">
        <pc:chgData name="JONATHAN GABRIEL LOOR BAUTISTA" userId="4234489a-f210-4949-b3ca-adca1d814dab" providerId="ADAL" clId="{32AE7896-BB73-4C81-9FBA-33FB8A1AB101}" dt="2023-11-16T10:37:06.676" v="28" actId="47"/>
        <pc:sldMkLst>
          <pc:docMk/>
          <pc:sldMk cId="2687166112" sldId="284"/>
        </pc:sldMkLst>
      </pc:sldChg>
    </pc:docChg>
  </pc:docChgLst>
  <pc:docChgLst>
    <pc:chgData name="JONATHAN GABRIEL LOOR BAUTISTA" userId="4234489a-f210-4949-b3ca-adca1d814dab" providerId="ADAL" clId="{BA8EB4E2-FDE7-4337-9248-AAF736D812BE}"/>
    <pc:docChg chg="undo redo custSel addSld delSld modSld sldOrd">
      <pc:chgData name="JONATHAN GABRIEL LOOR BAUTISTA" userId="4234489a-f210-4949-b3ca-adca1d814dab" providerId="ADAL" clId="{BA8EB4E2-FDE7-4337-9248-AAF736D812BE}" dt="2024-01-10T21:09:39.560" v="1076" actId="9405"/>
      <pc:docMkLst>
        <pc:docMk/>
      </pc:docMkLst>
      <pc:sldChg chg="modSp mod">
        <pc:chgData name="JONATHAN GABRIEL LOOR BAUTISTA" userId="4234489a-f210-4949-b3ca-adca1d814dab" providerId="ADAL" clId="{BA8EB4E2-FDE7-4337-9248-AAF736D812BE}" dt="2024-01-10T19:27:20.241" v="70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BA8EB4E2-FDE7-4337-9248-AAF736D812BE}" dt="2024-01-10T19:35:28.991" v="159" actId="732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BA8EB4E2-FDE7-4337-9248-AAF736D812BE}" dt="2024-01-10T19:27:25.954" v="82" actId="47"/>
        <pc:sldMkLst>
          <pc:docMk/>
          <pc:sldMk cId="3479178164" sldId="273"/>
        </pc:sldMkLst>
      </pc:sldChg>
      <pc:sldChg chg="delSp modSp add mod ord">
        <pc:chgData name="JONATHAN GABRIEL LOOR BAUTISTA" userId="4234489a-f210-4949-b3ca-adca1d814dab" providerId="ADAL" clId="{BA8EB4E2-FDE7-4337-9248-AAF736D812BE}" dt="2024-01-10T19:30:47.392" v="121"/>
        <pc:sldMkLst>
          <pc:docMk/>
          <pc:sldMk cId="4133258574" sldId="273"/>
        </pc:sldMkLst>
      </pc:sldChg>
      <pc:sldChg chg="del">
        <pc:chgData name="JONATHAN GABRIEL LOOR BAUTISTA" userId="4234489a-f210-4949-b3ca-adca1d814dab" providerId="ADAL" clId="{BA8EB4E2-FDE7-4337-9248-AAF736D812BE}" dt="2024-01-10T19:27:25.450" v="81" actId="47"/>
        <pc:sldMkLst>
          <pc:docMk/>
          <pc:sldMk cId="329500094" sldId="274"/>
        </pc:sldMkLst>
      </pc:sldChg>
      <pc:sldChg chg="add">
        <pc:chgData name="JONATHAN GABRIEL LOOR BAUTISTA" userId="4234489a-f210-4949-b3ca-adca1d814dab" providerId="ADAL" clId="{BA8EB4E2-FDE7-4337-9248-AAF736D812BE}" dt="2024-01-10T19:35:33.088" v="160" actId="2890"/>
        <pc:sldMkLst>
          <pc:docMk/>
          <pc:sldMk cId="1579677953" sldId="274"/>
        </pc:sldMkLst>
      </pc:sldChg>
      <pc:sldChg chg="del">
        <pc:chgData name="JONATHAN GABRIEL LOOR BAUTISTA" userId="4234489a-f210-4949-b3ca-adca1d814dab" providerId="ADAL" clId="{BA8EB4E2-FDE7-4337-9248-AAF736D812BE}" dt="2024-01-10T19:27:24.977" v="79" actId="47"/>
        <pc:sldMkLst>
          <pc:docMk/>
          <pc:sldMk cId="1990230209" sldId="275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40:35.722" v="205" actId="20577"/>
        <pc:sldMkLst>
          <pc:docMk/>
          <pc:sldMk cId="2704981625" sldId="275"/>
        </pc:sldMkLst>
      </pc:sldChg>
      <pc:sldChg chg="delSp modSp add mod">
        <pc:chgData name="JONATHAN GABRIEL LOOR BAUTISTA" userId="4234489a-f210-4949-b3ca-adca1d814dab" providerId="ADAL" clId="{BA8EB4E2-FDE7-4337-9248-AAF736D812BE}" dt="2024-01-10T19:41:21.100" v="225"/>
        <pc:sldMkLst>
          <pc:docMk/>
          <pc:sldMk cId="1243469074" sldId="276"/>
        </pc:sldMkLst>
      </pc:sldChg>
      <pc:sldChg chg="del">
        <pc:chgData name="JONATHAN GABRIEL LOOR BAUTISTA" userId="4234489a-f210-4949-b3ca-adca1d814dab" providerId="ADAL" clId="{BA8EB4E2-FDE7-4337-9248-AAF736D812BE}" dt="2024-01-10T19:27:24.845" v="78" actId="47"/>
        <pc:sldMkLst>
          <pc:docMk/>
          <pc:sldMk cId="3116047295" sldId="276"/>
        </pc:sldMkLst>
      </pc:sldChg>
      <pc:sldChg chg="del">
        <pc:chgData name="JONATHAN GABRIEL LOOR BAUTISTA" userId="4234489a-f210-4949-b3ca-adca1d814dab" providerId="ADAL" clId="{BA8EB4E2-FDE7-4337-9248-AAF736D812BE}" dt="2024-01-10T19:27:24.341" v="74" actId="47"/>
        <pc:sldMkLst>
          <pc:docMk/>
          <pc:sldMk cId="283829873" sldId="277"/>
        </pc:sldMkLst>
      </pc:sldChg>
      <pc:sldChg chg="addSp modSp add mod">
        <pc:chgData name="JONATHAN GABRIEL LOOR BAUTISTA" userId="4234489a-f210-4949-b3ca-adca1d814dab" providerId="ADAL" clId="{BA8EB4E2-FDE7-4337-9248-AAF736D812BE}" dt="2024-01-10T19:41:58.374" v="231" actId="1076"/>
        <pc:sldMkLst>
          <pc:docMk/>
          <pc:sldMk cId="4164239669" sldId="277"/>
        </pc:sldMkLst>
      </pc:sldChg>
      <pc:sldChg chg="delSp modSp add mod">
        <pc:chgData name="JONATHAN GABRIEL LOOR BAUTISTA" userId="4234489a-f210-4949-b3ca-adca1d814dab" providerId="ADAL" clId="{BA8EB4E2-FDE7-4337-9248-AAF736D812BE}" dt="2024-01-10T19:45:07.634" v="256" actId="20577"/>
        <pc:sldMkLst>
          <pc:docMk/>
          <pc:sldMk cId="1902898404" sldId="278"/>
        </pc:sldMkLst>
      </pc:sldChg>
      <pc:sldChg chg="del">
        <pc:chgData name="JONATHAN GABRIEL LOOR BAUTISTA" userId="4234489a-f210-4949-b3ca-adca1d814dab" providerId="ADAL" clId="{BA8EB4E2-FDE7-4337-9248-AAF736D812BE}" dt="2024-01-10T19:27:24.232" v="73" actId="47"/>
        <pc:sldMkLst>
          <pc:docMk/>
          <pc:sldMk cId="2812217883" sldId="278"/>
        </pc:sldMkLst>
      </pc:sldChg>
      <pc:sldChg chg="modSp add mod">
        <pc:chgData name="JONATHAN GABRIEL LOOR BAUTISTA" userId="4234489a-f210-4949-b3ca-adca1d814dab" providerId="ADAL" clId="{BA8EB4E2-FDE7-4337-9248-AAF736D812BE}" dt="2024-01-10T19:48:04.958" v="278" actId="113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BA8EB4E2-FDE7-4337-9248-AAF736D812BE}" dt="2024-01-10T19:27:24.090" v="72" actId="47"/>
        <pc:sldMkLst>
          <pc:docMk/>
          <pc:sldMk cId="3800849061" sldId="279"/>
        </pc:sldMkLst>
      </pc:sldChg>
      <pc:sldChg chg="addSp modSp add mod">
        <pc:chgData name="JONATHAN GABRIEL LOOR BAUTISTA" userId="4234489a-f210-4949-b3ca-adca1d814dab" providerId="ADAL" clId="{BA8EB4E2-FDE7-4337-9248-AAF736D812BE}" dt="2024-01-10T19:52:27.485" v="372" actId="1076"/>
        <pc:sldMkLst>
          <pc:docMk/>
          <pc:sldMk cId="930664112" sldId="280"/>
        </pc:sldMkLst>
      </pc:sldChg>
      <pc:sldChg chg="del">
        <pc:chgData name="JONATHAN GABRIEL LOOR BAUTISTA" userId="4234489a-f210-4949-b3ca-adca1d814dab" providerId="ADAL" clId="{BA8EB4E2-FDE7-4337-9248-AAF736D812BE}" dt="2024-01-10T19:27:24.014" v="71" actId="47"/>
        <pc:sldMkLst>
          <pc:docMk/>
          <pc:sldMk cId="1522707480" sldId="280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5:14.901" v="415" actId="20577"/>
        <pc:sldMkLst>
          <pc:docMk/>
          <pc:sldMk cId="118533800" sldId="281"/>
        </pc:sldMkLst>
      </pc:sldChg>
      <pc:sldChg chg="del">
        <pc:chgData name="JONATHAN GABRIEL LOOR BAUTISTA" userId="4234489a-f210-4949-b3ca-adca1d814dab" providerId="ADAL" clId="{BA8EB4E2-FDE7-4337-9248-AAF736D812BE}" dt="2024-01-10T19:27:25.122" v="80" actId="47"/>
        <pc:sldMkLst>
          <pc:docMk/>
          <pc:sldMk cId="2421653994" sldId="281"/>
        </pc:sldMkLst>
      </pc:sldChg>
      <pc:sldChg chg="del">
        <pc:chgData name="JONATHAN GABRIEL LOOR BAUTISTA" userId="4234489a-f210-4949-b3ca-adca1d814dab" providerId="ADAL" clId="{BA8EB4E2-FDE7-4337-9248-AAF736D812BE}" dt="2024-01-10T19:27:24.714" v="77" actId="47"/>
        <pc:sldMkLst>
          <pc:docMk/>
          <pc:sldMk cId="354079946" sldId="282"/>
        </pc:sldMkLst>
      </pc:sldChg>
      <pc:sldChg chg="delSp modSp add mod">
        <pc:chgData name="JONATHAN GABRIEL LOOR BAUTISTA" userId="4234489a-f210-4949-b3ca-adca1d814dab" providerId="ADAL" clId="{BA8EB4E2-FDE7-4337-9248-AAF736D812BE}" dt="2024-01-10T19:55:46.051" v="449" actId="20577"/>
        <pc:sldMkLst>
          <pc:docMk/>
          <pc:sldMk cId="3860355998" sldId="282"/>
        </pc:sldMkLst>
      </pc:sldChg>
      <pc:sldChg chg="addSp delSp modSp add mod">
        <pc:chgData name="JONATHAN GABRIEL LOOR BAUTISTA" userId="4234489a-f210-4949-b3ca-adca1d814dab" providerId="ADAL" clId="{BA8EB4E2-FDE7-4337-9248-AAF736D812BE}" dt="2024-01-10T19:58:21.437" v="459" actId="1076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BA8EB4E2-FDE7-4337-9248-AAF736D812BE}" dt="2024-01-10T19:27:24.586" v="76" actId="47"/>
        <pc:sldMkLst>
          <pc:docMk/>
          <pc:sldMk cId="3965466414" sldId="283"/>
        </pc:sldMkLst>
      </pc:sldChg>
      <pc:sldChg chg="add del ord">
        <pc:chgData name="JONATHAN GABRIEL LOOR BAUTISTA" userId="4234489a-f210-4949-b3ca-adca1d814dab" providerId="ADAL" clId="{BA8EB4E2-FDE7-4337-9248-AAF736D812BE}" dt="2024-01-10T20:03:15.290" v="464" actId="47"/>
        <pc:sldMkLst>
          <pc:docMk/>
          <pc:sldMk cId="1401367529" sldId="284"/>
        </pc:sldMkLst>
      </pc:sldChg>
      <pc:sldChg chg="del">
        <pc:chgData name="JONATHAN GABRIEL LOOR BAUTISTA" userId="4234489a-f210-4949-b3ca-adca1d814dab" providerId="ADAL" clId="{BA8EB4E2-FDE7-4337-9248-AAF736D812BE}" dt="2024-01-10T19:27:24.455" v="75" actId="47"/>
        <pc:sldMkLst>
          <pc:docMk/>
          <pc:sldMk cId="1900853572" sldId="284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0:42:49.959" v="783" actId="20577"/>
        <pc:sldMkLst>
          <pc:docMk/>
          <pc:sldMk cId="3796690466" sldId="285"/>
        </pc:sldMkLst>
      </pc:sldChg>
      <pc:sldChg chg="addSp delSp modSp add mod ord">
        <pc:chgData name="JONATHAN GABRIEL LOOR BAUTISTA" userId="4234489a-f210-4949-b3ca-adca1d814dab" providerId="ADAL" clId="{BA8EB4E2-FDE7-4337-9248-AAF736D812BE}" dt="2024-01-10T20:58:13.448" v="881" actId="20577"/>
        <pc:sldMkLst>
          <pc:docMk/>
          <pc:sldMk cId="3119478525" sldId="286"/>
        </pc:sldMkLst>
      </pc:sldChg>
      <pc:sldChg chg="delSp modSp add del mod">
        <pc:chgData name="JONATHAN GABRIEL LOOR BAUTISTA" userId="4234489a-f210-4949-b3ca-adca1d814dab" providerId="ADAL" clId="{BA8EB4E2-FDE7-4337-9248-AAF736D812BE}" dt="2024-01-10T20:51:31.595" v="787" actId="47"/>
        <pc:sldMkLst>
          <pc:docMk/>
          <pc:sldMk cId="1942945093" sldId="287"/>
        </pc:sldMkLst>
      </pc:sldChg>
      <pc:sldChg chg="addSp delSp modSp add mod">
        <pc:chgData name="JONATHAN GABRIEL LOOR BAUTISTA" userId="4234489a-f210-4949-b3ca-adca1d814dab" providerId="ADAL" clId="{BA8EB4E2-FDE7-4337-9248-AAF736D812BE}" dt="2024-01-10T21:09:39.560" v="1076" actId="9405"/>
        <pc:sldMkLst>
          <pc:docMk/>
          <pc:sldMk cId="1109680319" sldId="288"/>
        </pc:sldMkLst>
      </pc:sldChg>
      <pc:sldChg chg="addSp modSp add mod">
        <pc:chgData name="JONATHAN GABRIEL LOOR BAUTISTA" userId="4234489a-f210-4949-b3ca-adca1d814dab" providerId="ADAL" clId="{BA8EB4E2-FDE7-4337-9248-AAF736D812BE}" dt="2024-01-10T21:00:41.657" v="889" actId="1076"/>
        <pc:sldMkLst>
          <pc:docMk/>
          <pc:sldMk cId="1431093033" sldId="289"/>
        </pc:sldMkLst>
      </pc:sldChg>
    </pc:docChg>
  </pc:docChgLst>
  <pc:docChgLst>
    <pc:chgData name="JONATHAN GABRIEL LOOR BAUTISTA" userId="4234489a-f210-4949-b3ca-adca1d814dab" providerId="ADAL" clId="{04822459-6DF3-4311-8DFB-DA30866346C2}"/>
    <pc:docChg chg="undo redo custSel addSld delSld modSld">
      <pc:chgData name="JONATHAN GABRIEL LOOR BAUTISTA" userId="4234489a-f210-4949-b3ca-adca1d814dab" providerId="ADAL" clId="{04822459-6DF3-4311-8DFB-DA30866346C2}" dt="2025-04-21T14:26:27.741" v="3565" actId="1076"/>
      <pc:docMkLst>
        <pc:docMk/>
      </pc:docMkLst>
      <pc:sldChg chg="modSp mod">
        <pc:chgData name="JONATHAN GABRIEL LOOR BAUTISTA" userId="4234489a-f210-4949-b3ca-adca1d814dab" providerId="ADAL" clId="{04822459-6DF3-4311-8DFB-DA30866346C2}" dt="2025-04-21T12:50:55.771" v="48" actId="20577"/>
        <pc:sldMkLst>
          <pc:docMk/>
          <pc:sldMk cId="0" sldId="256"/>
        </pc:sldMkLst>
      </pc:sldChg>
      <pc:sldChg chg="del">
        <pc:chgData name="JONATHAN GABRIEL LOOR BAUTISTA" userId="4234489a-f210-4949-b3ca-adca1d814dab" providerId="ADAL" clId="{04822459-6DF3-4311-8DFB-DA30866346C2}" dt="2025-04-21T12:51:10.562" v="49" actId="47"/>
        <pc:sldMkLst>
          <pc:docMk/>
          <pc:sldMk cId="445900017" sldId="272"/>
        </pc:sldMkLst>
      </pc:sldChg>
      <pc:sldChg chg="del">
        <pc:chgData name="JONATHAN GABRIEL LOOR BAUTISTA" userId="4234489a-f210-4949-b3ca-adca1d814dab" providerId="ADAL" clId="{04822459-6DF3-4311-8DFB-DA30866346C2}" dt="2025-04-21T12:51:11.183" v="50" actId="47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4822459-6DF3-4311-8DFB-DA30866346C2}" dt="2025-04-21T12:51:12.151" v="51" actId="47"/>
        <pc:sldMkLst>
          <pc:docMk/>
          <pc:sldMk cId="416056654" sldId="274"/>
        </pc:sldMkLst>
      </pc:sldChg>
      <pc:sldChg chg="del">
        <pc:chgData name="JONATHAN GABRIEL LOOR BAUTISTA" userId="4234489a-f210-4949-b3ca-adca1d814dab" providerId="ADAL" clId="{04822459-6DF3-4311-8DFB-DA30866346C2}" dt="2025-04-21T12:51:12.659" v="52" actId="47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4822459-6DF3-4311-8DFB-DA30866346C2}" dt="2025-04-21T12:51:13.114" v="53" actId="47"/>
        <pc:sldMkLst>
          <pc:docMk/>
          <pc:sldMk cId="2030638201" sldId="276"/>
        </pc:sldMkLst>
      </pc:sldChg>
      <pc:sldChg chg="del">
        <pc:chgData name="JONATHAN GABRIEL LOOR BAUTISTA" userId="4234489a-f210-4949-b3ca-adca1d814dab" providerId="ADAL" clId="{04822459-6DF3-4311-8DFB-DA30866346C2}" dt="2025-04-21T12:51:13.451" v="54" actId="47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4822459-6DF3-4311-8DFB-DA30866346C2}" dt="2025-04-21T12:51:14.033" v="55" actId="47"/>
        <pc:sldMkLst>
          <pc:docMk/>
          <pc:sldMk cId="3978225186" sldId="278"/>
        </pc:sldMkLst>
      </pc:sldChg>
      <pc:sldChg chg="del">
        <pc:chgData name="JONATHAN GABRIEL LOOR BAUTISTA" userId="4234489a-f210-4949-b3ca-adca1d814dab" providerId="ADAL" clId="{04822459-6DF3-4311-8DFB-DA30866346C2}" dt="2025-04-21T12:51:15.272" v="56" actId="47"/>
        <pc:sldMkLst>
          <pc:docMk/>
          <pc:sldMk cId="3324638368" sldId="279"/>
        </pc:sldMkLst>
      </pc:sldChg>
      <pc:sldChg chg="addSp modSp mod">
        <pc:chgData name="JONATHAN GABRIEL LOOR BAUTISTA" userId="4234489a-f210-4949-b3ca-adca1d814dab" providerId="ADAL" clId="{04822459-6DF3-4311-8DFB-DA30866346C2}" dt="2025-04-21T12:57:02.804" v="343" actId="1076"/>
        <pc:sldMkLst>
          <pc:docMk/>
          <pc:sldMk cId="4165485877" sldId="280"/>
        </pc:sldMkLst>
      </pc:sldChg>
      <pc:sldChg chg="addSp modSp mod">
        <pc:chgData name="JONATHAN GABRIEL LOOR BAUTISTA" userId="4234489a-f210-4949-b3ca-adca1d814dab" providerId="ADAL" clId="{04822459-6DF3-4311-8DFB-DA30866346C2}" dt="2025-04-21T13:18:14.159" v="1301" actId="113"/>
        <pc:sldMkLst>
          <pc:docMk/>
          <pc:sldMk cId="1147876043" sldId="281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09:19.136" v="1155" actId="20577"/>
        <pc:sldMkLst>
          <pc:docMk/>
          <pc:sldMk cId="1481732886" sldId="282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17:19.086" v="1258" actId="13926"/>
        <pc:sldMkLst>
          <pc:docMk/>
          <pc:sldMk cId="2227686819" sldId="283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27:03.598" v="1919" actId="1076"/>
        <pc:sldMkLst>
          <pc:docMk/>
          <pc:sldMk cId="3192749992" sldId="284"/>
        </pc:sldMkLst>
      </pc:sldChg>
      <pc:sldChg chg="delSp modSp add mod">
        <pc:chgData name="JONATHAN GABRIEL LOOR BAUTISTA" userId="4234489a-f210-4949-b3ca-adca1d814dab" providerId="ADAL" clId="{04822459-6DF3-4311-8DFB-DA30866346C2}" dt="2025-04-21T13:35:15.167" v="2388" actId="20577"/>
        <pc:sldMkLst>
          <pc:docMk/>
          <pc:sldMk cId="3922002190" sldId="285"/>
        </pc:sldMkLst>
      </pc:sldChg>
      <pc:sldChg chg="addSp modSp add mod">
        <pc:chgData name="JONATHAN GABRIEL LOOR BAUTISTA" userId="4234489a-f210-4949-b3ca-adca1d814dab" providerId="ADAL" clId="{04822459-6DF3-4311-8DFB-DA30866346C2}" dt="2025-04-21T13:49:59.314" v="2717" actId="14100"/>
        <pc:sldMkLst>
          <pc:docMk/>
          <pc:sldMk cId="684473735" sldId="286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3:57:11.790" v="2805" actId="113"/>
        <pc:sldMkLst>
          <pc:docMk/>
          <pc:sldMk cId="1030578679" sldId="287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07:06.595" v="2886" actId="1076"/>
        <pc:sldMkLst>
          <pc:docMk/>
          <pc:sldMk cId="3681866873" sldId="288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17:34.142" v="2917" actId="1076"/>
        <pc:sldMkLst>
          <pc:docMk/>
          <pc:sldMk cId="3440852824" sldId="289"/>
        </pc:sldMkLst>
      </pc:sldChg>
      <pc:sldChg chg="addSp delSp modSp add mod">
        <pc:chgData name="JONATHAN GABRIEL LOOR BAUTISTA" userId="4234489a-f210-4949-b3ca-adca1d814dab" providerId="ADAL" clId="{04822459-6DF3-4311-8DFB-DA30866346C2}" dt="2025-04-21T14:26:27.741" v="3565" actId="1076"/>
        <pc:sldMkLst>
          <pc:docMk/>
          <pc:sldMk cId="705843136" sldId="290"/>
        </pc:sldMkLst>
      </pc:sldChg>
    </pc:docChg>
  </pc:docChgLst>
  <pc:docChgLst>
    <pc:chgData name="JONATHAN GABRIEL LOOR BAUTISTA" userId="4234489a-f210-4949-b3ca-adca1d814dab" providerId="ADAL" clId="{4BF10871-1B9E-410E-8846-978CDECD46ED}"/>
    <pc:docChg chg="undo custSel addSld delSld modSld">
      <pc:chgData name="JONATHAN GABRIEL LOOR BAUTISTA" userId="4234489a-f210-4949-b3ca-adca1d814dab" providerId="ADAL" clId="{4BF10871-1B9E-410E-8846-978CDECD46ED}" dt="2023-11-09T14:38:02.575" v="1036" actId="20577"/>
      <pc:docMkLst>
        <pc:docMk/>
      </pc:docMkLst>
      <pc:sldChg chg="modSp mod">
        <pc:chgData name="JONATHAN GABRIEL LOOR BAUTISTA" userId="4234489a-f210-4949-b3ca-adca1d814dab" providerId="ADAL" clId="{4BF10871-1B9E-410E-8846-978CDECD46ED}" dt="2023-11-09T13:03:53.545" v="25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4BF10871-1B9E-410E-8846-978CDECD46ED}" dt="2023-11-09T13:09:17.259" v="68" actId="20577"/>
        <pc:sldMkLst>
          <pc:docMk/>
          <pc:sldMk cId="0" sldId="258"/>
        </pc:sldMkLst>
      </pc:sldChg>
      <pc:sldChg chg="del">
        <pc:chgData name="JONATHAN GABRIEL LOOR BAUTISTA" userId="4234489a-f210-4949-b3ca-adca1d814dab" providerId="ADAL" clId="{4BF10871-1B9E-410E-8846-978CDECD46ED}" dt="2023-11-09T13:09:08.466" v="66" actId="47"/>
        <pc:sldMkLst>
          <pc:docMk/>
          <pc:sldMk cId="365126346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1:37.608" v="123" actId="1076"/>
        <pc:sldMkLst>
          <pc:docMk/>
          <pc:sldMk cId="1413283838" sldId="25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38:02.575" v="1036" actId="20577"/>
        <pc:sldMkLst>
          <pc:docMk/>
          <pc:sldMk cId="2169708303" sldId="260"/>
        </pc:sldMkLst>
      </pc:sldChg>
      <pc:sldChg chg="del">
        <pc:chgData name="JONATHAN GABRIEL LOOR BAUTISTA" userId="4234489a-f210-4949-b3ca-adca1d814dab" providerId="ADAL" clId="{4BF10871-1B9E-410E-8846-978CDECD46ED}" dt="2023-11-09T13:09:10.005" v="67" actId="47"/>
        <pc:sldMkLst>
          <pc:docMk/>
          <pc:sldMk cId="2494341450" sldId="260"/>
        </pc:sldMkLst>
      </pc:sldChg>
      <pc:sldChg chg="del">
        <pc:chgData name="JONATHAN GABRIEL LOOR BAUTISTA" userId="4234489a-f210-4949-b3ca-adca1d814dab" providerId="ADAL" clId="{4BF10871-1B9E-410E-8846-978CDECD46ED}" dt="2023-11-09T13:09:08.169" v="65" actId="47"/>
        <pc:sldMkLst>
          <pc:docMk/>
          <pc:sldMk cId="1096243283" sldId="26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8:32.576" v="234" actId="1076"/>
        <pc:sldMkLst>
          <pc:docMk/>
          <pc:sldMk cId="2036800423" sldId="261"/>
        </pc:sldMkLst>
      </pc:sldChg>
      <pc:sldChg chg="del">
        <pc:chgData name="JONATHAN GABRIEL LOOR BAUTISTA" userId="4234489a-f210-4949-b3ca-adca1d814dab" providerId="ADAL" clId="{4BF10871-1B9E-410E-8846-978CDECD46ED}" dt="2023-11-09T13:09:07.699" v="63" actId="47"/>
        <pc:sldMkLst>
          <pc:docMk/>
          <pc:sldMk cId="446297087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19:20" v="268" actId="1076"/>
        <pc:sldMkLst>
          <pc:docMk/>
          <pc:sldMk cId="3749745879" sldId="26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1:16.968" v="299" actId="1076"/>
        <pc:sldMkLst>
          <pc:docMk/>
          <pc:sldMk cId="26735523" sldId="263"/>
        </pc:sldMkLst>
      </pc:sldChg>
      <pc:sldChg chg="del">
        <pc:chgData name="JONATHAN GABRIEL LOOR BAUTISTA" userId="4234489a-f210-4949-b3ca-adca1d814dab" providerId="ADAL" clId="{4BF10871-1B9E-410E-8846-978CDECD46ED}" dt="2023-11-09T13:09:07.560" v="62" actId="47"/>
        <pc:sldMkLst>
          <pc:docMk/>
          <pc:sldMk cId="3749474826" sldId="263"/>
        </pc:sldMkLst>
      </pc:sldChg>
      <pc:sldChg chg="del">
        <pc:chgData name="JONATHAN GABRIEL LOOR BAUTISTA" userId="4234489a-f210-4949-b3ca-adca1d814dab" providerId="ADAL" clId="{4BF10871-1B9E-410E-8846-978CDECD46ED}" dt="2023-11-09T13:09:07.357" v="61" actId="47"/>
        <pc:sldMkLst>
          <pc:docMk/>
          <pc:sldMk cId="1712364955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2:24.608" v="318" actId="313"/>
        <pc:sldMkLst>
          <pc:docMk/>
          <pc:sldMk cId="3349323718" sldId="26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4:57.808" v="346" actId="1076"/>
        <pc:sldMkLst>
          <pc:docMk/>
          <pc:sldMk cId="3215622691" sldId="265"/>
        </pc:sldMkLst>
      </pc:sldChg>
      <pc:sldChg chg="del">
        <pc:chgData name="JONATHAN GABRIEL LOOR BAUTISTA" userId="4234489a-f210-4949-b3ca-adca1d814dab" providerId="ADAL" clId="{4BF10871-1B9E-410E-8846-978CDECD46ED}" dt="2023-11-09T13:09:07.213" v="60" actId="47"/>
        <pc:sldMkLst>
          <pc:docMk/>
          <pc:sldMk cId="3972352135" sldId="265"/>
        </pc:sldMkLst>
      </pc:sldChg>
      <pc:sldChg chg="del">
        <pc:chgData name="JONATHAN GABRIEL LOOR BAUTISTA" userId="4234489a-f210-4949-b3ca-adca1d814dab" providerId="ADAL" clId="{4BF10871-1B9E-410E-8846-978CDECD46ED}" dt="2023-11-09T13:09:07.932" v="64" actId="47"/>
        <pc:sldMkLst>
          <pc:docMk/>
          <pc:sldMk cId="628235030" sldId="26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27:54.463" v="409" actId="1076"/>
        <pc:sldMkLst>
          <pc:docMk/>
          <pc:sldMk cId="2374877937" sldId="266"/>
        </pc:sldMkLst>
      </pc:sldChg>
      <pc:sldChg chg="addSp modSp add mod">
        <pc:chgData name="JONATHAN GABRIEL LOOR BAUTISTA" userId="4234489a-f210-4949-b3ca-adca1d814dab" providerId="ADAL" clId="{4BF10871-1B9E-410E-8846-978CDECD46ED}" dt="2023-11-09T13:35:13.993" v="432"/>
        <pc:sldMkLst>
          <pc:docMk/>
          <pc:sldMk cId="938569621" sldId="267"/>
        </pc:sldMkLst>
      </pc:sldChg>
      <pc:sldChg chg="addSp delSp modSp add">
        <pc:chgData name="JONATHAN GABRIEL LOOR BAUTISTA" userId="4234489a-f210-4949-b3ca-adca1d814dab" providerId="ADAL" clId="{4BF10871-1B9E-410E-8846-978CDECD46ED}" dt="2023-11-09T13:29:06.032" v="417" actId="1076"/>
        <pc:sldMkLst>
          <pc:docMk/>
          <pc:sldMk cId="4009423192" sldId="268"/>
        </pc:sldMkLst>
      </pc:sldChg>
      <pc:sldChg chg="addSp delSp modSp add mod modAnim">
        <pc:chgData name="JONATHAN GABRIEL LOOR BAUTISTA" userId="4234489a-f210-4949-b3ca-adca1d814dab" providerId="ADAL" clId="{4BF10871-1B9E-410E-8846-978CDECD46ED}" dt="2023-11-09T13:33:07.073" v="428" actId="1076"/>
        <pc:sldMkLst>
          <pc:docMk/>
          <pc:sldMk cId="1381898115" sldId="26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8:41.216" v="474" actId="1076"/>
        <pc:sldMkLst>
          <pc:docMk/>
          <pc:sldMk cId="3018725871" sldId="27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39:37.152" v="484" actId="1076"/>
        <pc:sldMkLst>
          <pc:docMk/>
          <pc:sldMk cId="570756419" sldId="271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19.360" v="508" actId="1076"/>
        <pc:sldMkLst>
          <pc:docMk/>
          <pc:sldMk cId="2044139457" sldId="272"/>
        </pc:sldMkLst>
      </pc:sldChg>
      <pc:sldChg chg="add">
        <pc:chgData name="JONATHAN GABRIEL LOOR BAUTISTA" userId="4234489a-f210-4949-b3ca-adca1d814dab" providerId="ADAL" clId="{4BF10871-1B9E-410E-8846-978CDECD46ED}" dt="2023-11-09T13:41:53.680" v="500" actId="2890"/>
        <pc:sldMkLst>
          <pc:docMk/>
          <pc:sldMk cId="1697908801" sldId="27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2:46.048" v="514" actId="1076"/>
        <pc:sldMkLst>
          <pc:docMk/>
          <pc:sldMk cId="1705900212" sldId="274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48:07.038" v="579" actId="20577"/>
        <pc:sldMkLst>
          <pc:docMk/>
          <pc:sldMk cId="1814231336" sldId="275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0:32.270" v="644" actId="478"/>
        <pc:sldMkLst>
          <pc:docMk/>
          <pc:sldMk cId="3601994577" sldId="276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2:18.264" v="681" actId="313"/>
        <pc:sldMkLst>
          <pc:docMk/>
          <pc:sldMk cId="12759230" sldId="277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2374801582" sldId="277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5:32.453" v="896" actId="20577"/>
        <pc:sldMkLst>
          <pc:docMk/>
          <pc:sldMk cId="793826596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274624831" sldId="278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796450385" sldId="279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3:56:49.904" v="961" actId="1076"/>
        <pc:sldMkLst>
          <pc:docMk/>
          <pc:sldMk cId="2356721952" sldId="279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911223544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31.363" v="973" actId="1076"/>
        <pc:sldMkLst>
          <pc:docMk/>
          <pc:sldMk cId="3436423708" sldId="280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5:47.667" v="977" actId="1076"/>
        <pc:sldMkLst>
          <pc:docMk/>
          <pc:sldMk cId="3781675788" sldId="281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419791792" sldId="282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6:47.321" v="987" actId="1076"/>
        <pc:sldMkLst>
          <pc:docMk/>
          <pc:sldMk cId="2603404091" sldId="282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1650563039" sldId="283"/>
        </pc:sldMkLst>
      </pc:sldChg>
      <pc:sldChg chg="addSp delSp modSp add mod">
        <pc:chgData name="JONATHAN GABRIEL LOOR BAUTISTA" userId="4234489a-f210-4949-b3ca-adca1d814dab" providerId="ADAL" clId="{4BF10871-1B9E-410E-8846-978CDECD46ED}" dt="2023-11-09T14:08:54.624" v="1035" actId="1076"/>
        <pc:sldMkLst>
          <pc:docMk/>
          <pc:sldMk cId="2789636396" sldId="283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47908706" sldId="284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3849679617" sldId="285"/>
        </pc:sldMkLst>
      </pc:sldChg>
      <pc:sldChg chg="add del setBg">
        <pc:chgData name="JONATHAN GABRIEL LOOR BAUTISTA" userId="4234489a-f210-4949-b3ca-adca1d814dab" providerId="ADAL" clId="{4BF10871-1B9E-410E-8846-978CDECD46ED}" dt="2023-11-09T13:45:35.400" v="526"/>
        <pc:sldMkLst>
          <pc:docMk/>
          <pc:sldMk cId="627336759" sldId="286"/>
        </pc:sldMkLst>
      </pc:sldChg>
    </pc:docChg>
  </pc:docChgLst>
  <pc:docChgLst>
    <pc:chgData name="JONATHAN GABRIEL LOOR BAUTISTA" userId="4234489a-f210-4949-b3ca-adca1d814dab" providerId="ADAL" clId="{FE2EE89C-43BE-45E3-8A42-D09B34D705A0}"/>
    <pc:docChg chg="undo custSel modSld">
      <pc:chgData name="JONATHAN GABRIEL LOOR BAUTISTA" userId="4234489a-f210-4949-b3ca-adca1d814dab" providerId="ADAL" clId="{FE2EE89C-43BE-45E3-8A42-D09B34D705A0}" dt="2024-12-03T20:10:20.473" v="251" actId="20577"/>
      <pc:docMkLst>
        <pc:docMk/>
      </pc:docMkLst>
      <pc:sldChg chg="addSp delSp modSp mod">
        <pc:chgData name="JONATHAN GABRIEL LOOR BAUTISTA" userId="4234489a-f210-4949-b3ca-adca1d814dab" providerId="ADAL" clId="{FE2EE89C-43BE-45E3-8A42-D09B34D705A0}" dt="2024-12-03T19:34:05.596" v="104" actId="14100"/>
        <pc:sldMkLst>
          <pc:docMk/>
          <pc:sldMk cId="445900017" sldId="272"/>
        </pc:sldMkLst>
      </pc:sldChg>
      <pc:sldChg chg="modSp mod">
        <pc:chgData name="JONATHAN GABRIEL LOOR BAUTISTA" userId="4234489a-f210-4949-b3ca-adca1d814dab" providerId="ADAL" clId="{FE2EE89C-43BE-45E3-8A42-D09B34D705A0}" dt="2024-12-03T19:52:19.539" v="116" actId="20577"/>
        <pc:sldMkLst>
          <pc:docMk/>
          <pc:sldMk cId="3860355998" sldId="282"/>
        </pc:sldMkLst>
      </pc:sldChg>
      <pc:sldChg chg="modSp mod">
        <pc:chgData name="JONATHAN GABRIEL LOOR BAUTISTA" userId="4234489a-f210-4949-b3ca-adca1d814dab" providerId="ADAL" clId="{FE2EE89C-43BE-45E3-8A42-D09B34D705A0}" dt="2024-12-03T20:02:50.114" v="159"/>
        <pc:sldMkLst>
          <pc:docMk/>
          <pc:sldMk cId="3796690466" sldId="285"/>
        </pc:sldMkLst>
      </pc:sldChg>
      <pc:sldChg chg="modSp mod">
        <pc:chgData name="JONATHAN GABRIEL LOOR BAUTISTA" userId="4234489a-f210-4949-b3ca-adca1d814dab" providerId="ADAL" clId="{FE2EE89C-43BE-45E3-8A42-D09B34D705A0}" dt="2024-12-03T20:07:18.882" v="214" actId="20577"/>
        <pc:sldMkLst>
          <pc:docMk/>
          <pc:sldMk cId="3119478525" sldId="286"/>
        </pc:sldMkLst>
      </pc:sldChg>
      <pc:sldChg chg="delSp modSp mod">
        <pc:chgData name="JONATHAN GABRIEL LOOR BAUTISTA" userId="4234489a-f210-4949-b3ca-adca1d814dab" providerId="ADAL" clId="{FE2EE89C-43BE-45E3-8A42-D09B34D705A0}" dt="2024-12-03T20:10:20.473" v="251" actId="20577"/>
        <pc:sldMkLst>
          <pc:docMk/>
          <pc:sldMk cId="1109680319" sldId="288"/>
        </pc:sldMkLst>
      </pc:sldChg>
    </pc:docChg>
  </pc:docChgLst>
  <pc:docChgLst>
    <pc:chgData name="JONATHAN GABRIEL LOOR BAUTISTA" userId="4234489a-f210-4949-b3ca-adca1d814dab" providerId="ADAL" clId="{766FDE8E-06EF-4E21-BC7E-D53B8367F1D7}"/>
    <pc:docChg chg="undo custSel modSld">
      <pc:chgData name="JONATHAN GABRIEL LOOR BAUTISTA" userId="4234489a-f210-4949-b3ca-adca1d814dab" providerId="ADAL" clId="{766FDE8E-06EF-4E21-BC7E-D53B8367F1D7}" dt="2025-10-13T14:03:10.251" v="52" actId="947"/>
      <pc:docMkLst>
        <pc:docMk/>
      </pc:docMkLst>
      <pc:sldChg chg="modSp mod">
        <pc:chgData name="JONATHAN GABRIEL LOOR BAUTISTA" userId="4234489a-f210-4949-b3ca-adca1d814dab" providerId="ADAL" clId="{766FDE8E-06EF-4E21-BC7E-D53B8367F1D7}" dt="2025-10-06T13:41:19.277" v="23" actId="1076"/>
        <pc:sldMkLst>
          <pc:docMk/>
          <pc:sldMk cId="3917552893" sldId="291"/>
        </pc:sldMkLst>
        <pc:picChg chg="mod">
          <ac:chgData name="JONATHAN GABRIEL LOOR BAUTISTA" userId="4234489a-f210-4949-b3ca-adca1d814dab" providerId="ADAL" clId="{766FDE8E-06EF-4E21-BC7E-D53B8367F1D7}" dt="2025-10-06T13:41:14.827" v="22" actId="1076"/>
          <ac:picMkLst>
            <pc:docMk/>
            <pc:sldMk cId="3917552893" sldId="291"/>
            <ac:picMk id="7" creationId="{6D69D5DE-40C9-BB30-6B15-C28D794984A0}"/>
          </ac:picMkLst>
        </pc:picChg>
        <pc:picChg chg="mod">
          <ac:chgData name="JONATHAN GABRIEL LOOR BAUTISTA" userId="4234489a-f210-4949-b3ca-adca1d814dab" providerId="ADAL" clId="{766FDE8E-06EF-4E21-BC7E-D53B8367F1D7}" dt="2025-10-06T13:41:19.277" v="23" actId="1076"/>
          <ac:picMkLst>
            <pc:docMk/>
            <pc:sldMk cId="3917552893" sldId="291"/>
            <ac:picMk id="9" creationId="{AEED9DB4-101B-D7EE-E4DD-CD7F52078A56}"/>
          </ac:picMkLst>
        </pc:picChg>
        <pc:picChg chg="mod ord">
          <ac:chgData name="JONATHAN GABRIEL LOOR BAUTISTA" userId="4234489a-f210-4949-b3ca-adca1d814dab" providerId="ADAL" clId="{766FDE8E-06EF-4E21-BC7E-D53B8367F1D7}" dt="2025-10-06T13:40:35.153" v="11" actId="1076"/>
          <ac:picMkLst>
            <pc:docMk/>
            <pc:sldMk cId="3917552893" sldId="291"/>
            <ac:picMk id="13" creationId="{3A1B8BED-6D16-A77D-8F03-FE5FD475BFFC}"/>
          </ac:picMkLst>
        </pc:picChg>
        <pc:picChg chg="mod">
          <ac:chgData name="JONATHAN GABRIEL LOOR BAUTISTA" userId="4234489a-f210-4949-b3ca-adca1d814dab" providerId="ADAL" clId="{766FDE8E-06EF-4E21-BC7E-D53B8367F1D7}" dt="2025-10-06T13:40:42.252" v="14" actId="1076"/>
          <ac:picMkLst>
            <pc:docMk/>
            <pc:sldMk cId="3917552893" sldId="291"/>
            <ac:picMk id="15" creationId="{9ABE4481-5495-FE11-3CB4-42363175F078}"/>
          </ac:picMkLst>
        </pc:picChg>
      </pc:sldChg>
      <pc:sldChg chg="addSp delSp modSp">
        <pc:chgData name="JONATHAN GABRIEL LOOR BAUTISTA" userId="4234489a-f210-4949-b3ca-adca1d814dab" providerId="ADAL" clId="{766FDE8E-06EF-4E21-BC7E-D53B8367F1D7}" dt="2025-10-06T13:48:55.626" v="25" actId="12084"/>
        <pc:sldMkLst>
          <pc:docMk/>
          <pc:sldMk cId="3907512282" sldId="296"/>
        </pc:sldMkLst>
        <pc:spChg chg="add del">
          <ac:chgData name="JONATHAN GABRIEL LOOR BAUTISTA" userId="4234489a-f210-4949-b3ca-adca1d814dab" providerId="ADAL" clId="{766FDE8E-06EF-4E21-BC7E-D53B8367F1D7}" dt="2025-10-06T13:48:55.626" v="25" actId="12084"/>
          <ac:spMkLst>
            <pc:docMk/>
            <pc:sldMk cId="3907512282" sldId="296"/>
            <ac:spMk id="24579" creationId="{B19FF868-FB53-C797-F2C1-D1DCA182DB2C}"/>
          </ac:spMkLst>
        </pc:spChg>
      </pc:sldChg>
      <pc:sldChg chg="modSp mod">
        <pc:chgData name="JONATHAN GABRIEL LOOR BAUTISTA" userId="4234489a-f210-4949-b3ca-adca1d814dab" providerId="ADAL" clId="{766FDE8E-06EF-4E21-BC7E-D53B8367F1D7}" dt="2025-10-13T14:03:10.251" v="52" actId="947"/>
        <pc:sldMkLst>
          <pc:docMk/>
          <pc:sldMk cId="2463088549" sldId="297"/>
        </pc:sldMkLst>
        <pc:spChg chg="mod">
          <ac:chgData name="JONATHAN GABRIEL LOOR BAUTISTA" userId="4234489a-f210-4949-b3ca-adca1d814dab" providerId="ADAL" clId="{766FDE8E-06EF-4E21-BC7E-D53B8367F1D7}" dt="2025-10-13T14:03:10.251" v="52" actId="947"/>
          <ac:spMkLst>
            <pc:docMk/>
            <pc:sldMk cId="2463088549" sldId="297"/>
            <ac:spMk id="24579" creationId="{4EC47A46-34D9-22FD-9943-083AEA6E6FEC}"/>
          </ac:spMkLst>
        </pc:spChg>
      </pc:sldChg>
    </pc:docChg>
  </pc:docChgLst>
  <pc:docChgLst>
    <pc:chgData name="JONATHAN GABRIEL LOOR BAUTISTA" userId="4234489a-f210-4949-b3ca-adca1d814dab" providerId="ADAL" clId="{03F51541-2227-4C66-877D-186E6B433BCC}"/>
    <pc:docChg chg="undo redo custSel addSld delSld modSld">
      <pc:chgData name="JONATHAN GABRIEL LOOR BAUTISTA" userId="4234489a-f210-4949-b3ca-adca1d814dab" providerId="ADAL" clId="{03F51541-2227-4C66-877D-186E6B433BCC}" dt="2025-01-17T12:37:29.121" v="1168" actId="20577"/>
      <pc:docMkLst>
        <pc:docMk/>
      </pc:docMkLst>
      <pc:sldChg chg="modSp mod">
        <pc:chgData name="JONATHAN GABRIEL LOOR BAUTISTA" userId="4234489a-f210-4949-b3ca-adca1d814dab" providerId="ADAL" clId="{03F51541-2227-4C66-877D-186E6B433BCC}" dt="2025-01-10T13:01:49.829" v="106" actId="20577"/>
        <pc:sldMkLst>
          <pc:docMk/>
          <pc:sldMk cId="0" sldId="256"/>
        </pc:sldMkLst>
      </pc:sldChg>
      <pc:sldChg chg="addSp delSp modSp mod">
        <pc:chgData name="JONATHAN GABRIEL LOOR BAUTISTA" userId="4234489a-f210-4949-b3ca-adca1d814dab" providerId="ADAL" clId="{03F51541-2227-4C66-877D-186E6B433BCC}" dt="2025-01-10T13:05:09.988" v="242" actId="1076"/>
        <pc:sldMkLst>
          <pc:docMk/>
          <pc:sldMk cId="445900017" sldId="272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3:07:10.006" v="274" actId="1076"/>
        <pc:sldMkLst>
          <pc:docMk/>
          <pc:sldMk cId="2459953676" sldId="273"/>
        </pc:sldMkLst>
      </pc:sldChg>
      <pc:sldChg chg="del">
        <pc:chgData name="JONATHAN GABRIEL LOOR BAUTISTA" userId="4234489a-f210-4949-b3ca-adca1d814dab" providerId="ADAL" clId="{03F51541-2227-4C66-877D-186E6B433BCC}" dt="2025-01-10T13:02:04.983" v="120" actId="47"/>
        <pc:sldMkLst>
          <pc:docMk/>
          <pc:sldMk cId="4133258574" sldId="273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4:06.734" v="286" actId="1076"/>
        <pc:sldMkLst>
          <pc:docMk/>
          <pc:sldMk cId="416056654" sldId="274"/>
        </pc:sldMkLst>
      </pc:sldChg>
      <pc:sldChg chg="add del setBg">
        <pc:chgData name="JONATHAN GABRIEL LOOR BAUTISTA" userId="4234489a-f210-4949-b3ca-adca1d814dab" providerId="ADAL" clId="{03F51541-2227-4C66-877D-186E6B433BCC}" dt="2025-01-10T14:03:31.177" v="276" actId="47"/>
        <pc:sldMkLst>
          <pc:docMk/>
          <pc:sldMk cId="3764557972" sldId="274"/>
        </pc:sldMkLst>
      </pc:sldChg>
      <pc:sldChg chg="add">
        <pc:chgData name="JONATHAN GABRIEL LOOR BAUTISTA" userId="4234489a-f210-4949-b3ca-adca1d814dab" providerId="ADAL" clId="{03F51541-2227-4C66-877D-186E6B433BCC}" dt="2025-01-10T14:04:12.567" v="287" actId="2890"/>
        <pc:sldMkLst>
          <pc:docMk/>
          <pc:sldMk cId="1498002989" sldId="275"/>
        </pc:sldMkLst>
      </pc:sldChg>
      <pc:sldChg chg="del">
        <pc:chgData name="JONATHAN GABRIEL LOOR BAUTISTA" userId="4234489a-f210-4949-b3ca-adca1d814dab" providerId="ADAL" clId="{03F51541-2227-4C66-877D-186E6B433BCC}" dt="2025-01-10T13:02:01.843" v="119" actId="47"/>
        <pc:sldMkLst>
          <pc:docMk/>
          <pc:sldMk cId="2704981625" sldId="275"/>
        </pc:sldMkLst>
      </pc:sldChg>
      <pc:sldChg chg="del">
        <pc:chgData name="JONATHAN GABRIEL LOOR BAUTISTA" userId="4234489a-f210-4949-b3ca-adca1d814dab" providerId="ADAL" clId="{03F51541-2227-4C66-877D-186E6B433BCC}" dt="2025-01-10T13:02:01.703" v="118" actId="47"/>
        <pc:sldMkLst>
          <pc:docMk/>
          <pc:sldMk cId="1243469074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5:09.970" v="301" actId="1076"/>
        <pc:sldMkLst>
          <pc:docMk/>
          <pc:sldMk cId="2030638201" sldId="276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06:13.402" v="328" actId="14100"/>
        <pc:sldMkLst>
          <pc:docMk/>
          <pc:sldMk cId="4034665855" sldId="277"/>
        </pc:sldMkLst>
      </pc:sldChg>
      <pc:sldChg chg="del">
        <pc:chgData name="JONATHAN GABRIEL LOOR BAUTISTA" userId="4234489a-f210-4949-b3ca-adca1d814dab" providerId="ADAL" clId="{03F51541-2227-4C66-877D-186E6B433BCC}" dt="2025-01-10T13:02:01.418" v="117" actId="47"/>
        <pc:sldMkLst>
          <pc:docMk/>
          <pc:sldMk cId="4164239669" sldId="277"/>
        </pc:sldMkLst>
      </pc:sldChg>
      <pc:sldChg chg="del">
        <pc:chgData name="JONATHAN GABRIEL LOOR BAUTISTA" userId="4234489a-f210-4949-b3ca-adca1d814dab" providerId="ADAL" clId="{03F51541-2227-4C66-877D-186E6B433BCC}" dt="2025-01-10T13:02:01.279" v="116" actId="47"/>
        <pc:sldMkLst>
          <pc:docMk/>
          <pc:sldMk cId="1902898404" sldId="278"/>
        </pc:sldMkLst>
      </pc:sldChg>
      <pc:sldChg chg="addSp delSp modSp add mod">
        <pc:chgData name="JONATHAN GABRIEL LOOR BAUTISTA" userId="4234489a-f210-4949-b3ca-adca1d814dab" providerId="ADAL" clId="{03F51541-2227-4C66-877D-186E6B433BCC}" dt="2025-01-10T14:26:01.099" v="381" actId="1076"/>
        <pc:sldMkLst>
          <pc:docMk/>
          <pc:sldMk cId="3978225186" sldId="278"/>
        </pc:sldMkLst>
      </pc:sldChg>
      <pc:sldChg chg="delSp modSp add mod">
        <pc:chgData name="JONATHAN GABRIEL LOOR BAUTISTA" userId="4234489a-f210-4949-b3ca-adca1d814dab" providerId="ADAL" clId="{03F51541-2227-4C66-877D-186E6B433BCC}" dt="2025-01-17T12:37:16.857" v="1156" actId="20577"/>
        <pc:sldMkLst>
          <pc:docMk/>
          <pc:sldMk cId="3324638368" sldId="279"/>
        </pc:sldMkLst>
      </pc:sldChg>
      <pc:sldChg chg="del">
        <pc:chgData name="JONATHAN GABRIEL LOOR BAUTISTA" userId="4234489a-f210-4949-b3ca-adca1d814dab" providerId="ADAL" clId="{03F51541-2227-4C66-877D-186E6B433BCC}" dt="2025-01-10T13:02:01.165" v="115" actId="47"/>
        <pc:sldMkLst>
          <pc:docMk/>
          <pc:sldMk cId="3552304945" sldId="279"/>
        </pc:sldMkLst>
      </pc:sldChg>
      <pc:sldChg chg="del">
        <pc:chgData name="JONATHAN GABRIEL LOOR BAUTISTA" userId="4234489a-f210-4949-b3ca-adca1d814dab" providerId="ADAL" clId="{03F51541-2227-4C66-877D-186E6B433BCC}" dt="2025-01-10T13:02:00.968" v="114" actId="47"/>
        <pc:sldMkLst>
          <pc:docMk/>
          <pc:sldMk cId="930664112" sldId="280"/>
        </pc:sldMkLst>
      </pc:sldChg>
      <pc:sldChg chg="modSp add mod">
        <pc:chgData name="JONATHAN GABRIEL LOOR BAUTISTA" userId="4234489a-f210-4949-b3ca-adca1d814dab" providerId="ADAL" clId="{03F51541-2227-4C66-877D-186E6B433BCC}" dt="2025-01-17T12:37:24.164" v="1164" actId="20577"/>
        <pc:sldMkLst>
          <pc:docMk/>
          <pc:sldMk cId="4165485877" sldId="280"/>
        </pc:sldMkLst>
      </pc:sldChg>
      <pc:sldChg chg="del">
        <pc:chgData name="JONATHAN GABRIEL LOOR BAUTISTA" userId="4234489a-f210-4949-b3ca-adca1d814dab" providerId="ADAL" clId="{03F51541-2227-4C66-877D-186E6B433BCC}" dt="2025-01-10T13:02:00.533" v="113" actId="47"/>
        <pc:sldMkLst>
          <pc:docMk/>
          <pc:sldMk cId="118533800" sldId="281"/>
        </pc:sldMkLst>
      </pc:sldChg>
      <pc:sldChg chg="modSp add mod">
        <pc:chgData name="JONATHAN GABRIEL LOOR BAUTISTA" userId="4234489a-f210-4949-b3ca-adca1d814dab" providerId="ADAL" clId="{03F51541-2227-4C66-877D-186E6B433BCC}" dt="2025-01-17T12:37:29.121" v="1168" actId="20577"/>
        <pc:sldMkLst>
          <pc:docMk/>
          <pc:sldMk cId="1147876043" sldId="281"/>
        </pc:sldMkLst>
      </pc:sldChg>
      <pc:sldChg chg="del">
        <pc:chgData name="JONATHAN GABRIEL LOOR BAUTISTA" userId="4234489a-f210-4949-b3ca-adca1d814dab" providerId="ADAL" clId="{03F51541-2227-4C66-877D-186E6B433BCC}" dt="2025-01-10T13:02:00.403" v="112" actId="47"/>
        <pc:sldMkLst>
          <pc:docMk/>
          <pc:sldMk cId="3860355998" sldId="282"/>
        </pc:sldMkLst>
      </pc:sldChg>
      <pc:sldChg chg="del">
        <pc:chgData name="JONATHAN GABRIEL LOOR BAUTISTA" userId="4234489a-f210-4949-b3ca-adca1d814dab" providerId="ADAL" clId="{03F51541-2227-4C66-877D-186E6B433BCC}" dt="2025-01-10T13:02:00.305" v="111" actId="47"/>
        <pc:sldMkLst>
          <pc:docMk/>
          <pc:sldMk cId="3758386642" sldId="283"/>
        </pc:sldMkLst>
      </pc:sldChg>
      <pc:sldChg chg="del">
        <pc:chgData name="JONATHAN GABRIEL LOOR BAUTISTA" userId="4234489a-f210-4949-b3ca-adca1d814dab" providerId="ADAL" clId="{03F51541-2227-4C66-877D-186E6B433BCC}" dt="2025-01-10T13:02:00.165" v="110" actId="47"/>
        <pc:sldMkLst>
          <pc:docMk/>
          <pc:sldMk cId="3796690466" sldId="285"/>
        </pc:sldMkLst>
      </pc:sldChg>
      <pc:sldChg chg="del">
        <pc:chgData name="JONATHAN GABRIEL LOOR BAUTISTA" userId="4234489a-f210-4949-b3ca-adca1d814dab" providerId="ADAL" clId="{03F51541-2227-4C66-877D-186E6B433BCC}" dt="2025-01-10T13:02:00.025" v="109" actId="47"/>
        <pc:sldMkLst>
          <pc:docMk/>
          <pc:sldMk cId="3119478525" sldId="286"/>
        </pc:sldMkLst>
      </pc:sldChg>
      <pc:sldChg chg="del">
        <pc:chgData name="JONATHAN GABRIEL LOOR BAUTISTA" userId="4234489a-f210-4949-b3ca-adca1d814dab" providerId="ADAL" clId="{03F51541-2227-4C66-877D-186E6B433BCC}" dt="2025-01-10T13:01:59.741" v="107" actId="47"/>
        <pc:sldMkLst>
          <pc:docMk/>
          <pc:sldMk cId="1109680319" sldId="288"/>
        </pc:sldMkLst>
      </pc:sldChg>
      <pc:sldChg chg="del">
        <pc:chgData name="JONATHAN GABRIEL LOOR BAUTISTA" userId="4234489a-f210-4949-b3ca-adca1d814dab" providerId="ADAL" clId="{03F51541-2227-4C66-877D-186E6B433BCC}" dt="2025-01-10T13:01:59.901" v="108" actId="47"/>
        <pc:sldMkLst>
          <pc:docMk/>
          <pc:sldMk cId="1431093033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AAEE-B1CB-4409-AC48-B4C88EB5A83F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3902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EB28E-FB1D-4168-8929-5C31CA315BC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92247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C3167-C126-47F5-BA6A-1969A43FAEE4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79639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22B72-CBDE-4E48-B0A3-67E9F34DE57E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345053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A2665-CF16-4166-80EF-F84716260039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9228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F44F9-62F0-4245-9F46-5148319AB030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77294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BBF86-F4B5-491B-B6E7-AEAE5525630C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69021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E014-B337-4C44-917C-31E944BB8D55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157825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02505-0CDF-403D-BD97-5F8C25CF30E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45627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1E40-AEE7-470E-9981-D707E1CE8AB3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5806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8B4A9-B335-42E7-A1F8-0274A5A9F22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25483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ED4-231A-4844-B614-AE1835457F67}" type="slidenum">
              <a:rPr lang="es-ES" altLang="en-US" smtClean="0"/>
              <a:pPr/>
              <a:t>‹Nº›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413086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504" y="2420943"/>
            <a:ext cx="9433048" cy="1470025"/>
          </a:xfrm>
        </p:spPr>
        <p:txBody>
          <a:bodyPr anchor="ctr"/>
          <a:lstStyle/>
          <a:p>
            <a:r>
              <a:rPr lang="es-UY" altLang="en-US" sz="3200" b="1" dirty="0">
                <a:solidFill>
                  <a:schemeClr val="bg1"/>
                </a:solidFill>
              </a:rPr>
              <a:t>MÁQUINAS TÉRMICAS</a:t>
            </a:r>
            <a:endParaRPr lang="es-ES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0560496" y="6417253"/>
            <a:ext cx="151216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31504" y="440748"/>
            <a:ext cx="892899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ESCUELA POLITÉCNICA NACIONAL</a:t>
            </a:r>
          </a:p>
          <a:p>
            <a:endParaRPr lang="es-UY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TÉCNOLOGÍA SUPERIOR EN ELECTROMECÁNICA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59496" y="4509125"/>
            <a:ext cx="9793088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800" b="1" dirty="0">
                <a:solidFill>
                  <a:schemeClr val="tx1"/>
                </a:solidFill>
              </a:rPr>
              <a:t>TEMA: </a:t>
            </a:r>
            <a:r>
              <a:rPr lang="es-ES" altLang="en-US" sz="2800" b="1" dirty="0">
                <a:solidFill>
                  <a:schemeClr val="tx1"/>
                </a:solidFill>
              </a:rPr>
              <a:t>Estados Termodinámicos. </a:t>
            </a:r>
          </a:p>
          <a:p>
            <a:endParaRPr lang="es-ES" altLang="en-US" sz="2800" b="1" dirty="0">
              <a:solidFill>
                <a:schemeClr val="tx1"/>
              </a:solidFill>
            </a:endParaRPr>
          </a:p>
          <a:p>
            <a:r>
              <a:rPr lang="es-ES" altLang="en-US" sz="2800" b="1" dirty="0">
                <a:solidFill>
                  <a:schemeClr val="tx1"/>
                </a:solidFill>
              </a:rPr>
              <a:t>Docente: Jonathan 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A719D-5F4B-2AA4-1594-71147EBA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23A6E1A-813B-FC46-FC76-10EB06012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Sustancia pura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EFE0469-D526-919F-AB97-0F1E8B3981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Una sustancia que tiene una composición química fija en cualquier parte se llama sustancia pura. El agua, el nitrógeno, el helio y el dióxido de carbono, por ejemplo, son sustancias puras. </a:t>
            </a: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6A7BE4-EC3D-D0C9-0370-124E1594F765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0D7055-1211-08B6-E5BF-E22DE2D2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2699947"/>
            <a:ext cx="6936111" cy="374441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470484-1798-E449-E36A-3392DD3CD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495" y="2699947"/>
            <a:ext cx="4473640" cy="277954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6115847-162B-8193-CD3E-AB155AB8D33F}"/>
              </a:ext>
            </a:extLst>
          </p:cNvPr>
          <p:cNvSpPr txBox="1"/>
          <p:nvPr/>
        </p:nvSpPr>
        <p:spPr>
          <a:xfrm>
            <a:off x="7248128" y="5479488"/>
            <a:ext cx="4713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dirty="0"/>
              <a:t>Una mezcla de dos o más fases de una sustancia pura se sigue considerando una sustancia pura siempre que la composición química de las fases sea la misma.</a:t>
            </a:r>
            <a:endParaRPr lang="es-EC" sz="2000" dirty="0"/>
          </a:p>
        </p:txBody>
      </p:sp>
    </p:spTree>
    <p:extLst>
      <p:ext uri="{BB962C8B-B14F-4D97-AF65-F5344CB8AC3E}">
        <p14:creationId xmlns:p14="http://schemas.microsoft.com/office/powerpoint/2010/main" val="103057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E1287-E95F-48CF-CA4E-6B0877DD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F93BED3-19D3-6C4C-783E-C66C630DB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Fases de una sustancia pura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9ADFC8D-C1C9-C1AD-637E-7E334495E6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Disposición de los átomos en diferentes fases: a) las moléculas están en posiciones relativamente fijas en un sólido, b) grupos de moléculas se apartan entre sí en la fase líquida y c) las moléculas se mueven al azar en la fase gaseosa.</a:t>
            </a:r>
            <a:endParaRPr lang="es-ES" sz="2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 algn="just">
              <a:buNone/>
            </a:pP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1B4452C-0166-9788-FBCD-F01E5EA34B60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AA1418-73AC-7E47-8384-B2D6EF526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44" y="2803368"/>
            <a:ext cx="10009112" cy="349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02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0E548-B3A2-F785-0932-423C2007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D189973-62AB-C0E0-FAFD-C76516946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Cambio de fases de una sustancia pura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6CFBADD-5F12-FEE4-CB71-94145B46A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C" sz="2400" dirty="0">
                <a:solidFill>
                  <a:prstClr val="black"/>
                </a:solidFill>
              </a:rPr>
              <a:t>Para el curso nos centraremos en el cambio de fase </a:t>
            </a:r>
            <a:r>
              <a:rPr lang="es-EC" sz="2400" b="1" dirty="0">
                <a:solidFill>
                  <a:prstClr val="black"/>
                </a:solidFill>
              </a:rPr>
              <a:t>LÍQUIDO – VAPOR</a:t>
            </a:r>
            <a:r>
              <a:rPr lang="es-EC" sz="24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509816-AA23-A9AA-5135-0376C6C966F8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2AF339-A010-65B2-3EA2-2264D4B73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0" y="1950054"/>
            <a:ext cx="5688632" cy="48465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A1B8BED-6D16-A77D-8F03-FE5FD475B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216" y="4149080"/>
            <a:ext cx="1291288" cy="22745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69D5DE-40C9-BB30-6B15-C28D79498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44" y="4580063"/>
            <a:ext cx="1250198" cy="22128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EED9DB4-101B-D7EE-E4DD-CD7F52078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367" y="3211887"/>
            <a:ext cx="1271752" cy="22128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28C86BC-0083-DE59-49E8-A7C3FF852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8695" y="2159108"/>
            <a:ext cx="1874610" cy="215920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ABE4481-5495-FE11-3CB4-42363175F0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0462" y="2191187"/>
            <a:ext cx="1235514" cy="219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5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2D6CC-6C15-4538-16B6-3F258721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E557E9F-4D5B-1AED-8B24-7D1AEAB959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Temperatura y Presión de saturación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2E24F43-BB55-7D2A-3F48-0EBA90FF2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A una determinada presión, la temperatura a la que una sustancia pura cambia de fase se llama </a:t>
            </a:r>
            <a:r>
              <a:rPr lang="es-ES" sz="2400" b="1" dirty="0">
                <a:solidFill>
                  <a:prstClr val="black"/>
                </a:solidFill>
              </a:rPr>
              <a:t>temperatura de saturación</a:t>
            </a:r>
            <a:r>
              <a:rPr lang="es-ES" sz="2400" dirty="0">
                <a:solidFill>
                  <a:prstClr val="black"/>
                </a:solidFill>
              </a:rPr>
              <a:t>, </a:t>
            </a:r>
            <a:r>
              <a:rPr lang="es-ES" sz="2400" dirty="0" err="1">
                <a:solidFill>
                  <a:prstClr val="black"/>
                </a:solidFill>
              </a:rPr>
              <a:t>Tsat</a:t>
            </a:r>
            <a:r>
              <a:rPr lang="es-ES" sz="2400" dirty="0">
                <a:solidFill>
                  <a:prstClr val="black"/>
                </a:solidFill>
              </a:rPr>
              <a:t>. Del mismo modo, a una temperatura determinada, la presión a la que una sustancia pura cambia de fase se llama </a:t>
            </a:r>
            <a:r>
              <a:rPr lang="es-ES" sz="2400" b="1" dirty="0">
                <a:solidFill>
                  <a:prstClr val="black"/>
                </a:solidFill>
              </a:rPr>
              <a:t>presión de saturación</a:t>
            </a:r>
            <a:r>
              <a:rPr lang="es-ES" sz="2400" dirty="0">
                <a:solidFill>
                  <a:prstClr val="black"/>
                </a:solidFill>
              </a:rPr>
              <a:t>, </a:t>
            </a:r>
            <a:r>
              <a:rPr lang="es-ES" sz="2400" dirty="0" err="1">
                <a:solidFill>
                  <a:prstClr val="black"/>
                </a:solidFill>
              </a:rPr>
              <a:t>Psat</a:t>
            </a:r>
            <a:r>
              <a:rPr lang="es-ES" sz="2400" dirty="0">
                <a:solidFill>
                  <a:prstClr val="black"/>
                </a:solidFill>
              </a:rPr>
              <a:t>.</a:t>
            </a: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B0F644-2CBE-9425-E30C-5B350D6D338D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DD2543-51A7-66D2-B41E-22F2B26B0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7" y="2676165"/>
            <a:ext cx="2454242" cy="4054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4E52AA4-B1CF-DEFF-AA21-9AA5A158B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680" y="2784304"/>
            <a:ext cx="4469880" cy="3823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75F0647-2366-2D09-0C05-D5BC0014A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265" y="2784304"/>
            <a:ext cx="3998673" cy="3823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65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F6553-2B79-4D0B-B245-9FB6BB88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AFDD464-600C-73BA-640A-2E5DCECC5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Calor latente y sensible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73798E1-F8B7-D777-CCD3-A942AF7C1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2880320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El </a:t>
            </a:r>
            <a:r>
              <a:rPr lang="es-ES" sz="2400" b="1" dirty="0">
                <a:solidFill>
                  <a:prstClr val="black"/>
                </a:solidFill>
              </a:rPr>
              <a:t>calor sensible</a:t>
            </a:r>
            <a:r>
              <a:rPr lang="es-ES" sz="2400" dirty="0">
                <a:solidFill>
                  <a:prstClr val="black"/>
                </a:solidFill>
              </a:rPr>
              <a:t> causa un cambio de temperatura en una sustancia sin alterar su estado físico, mientras que el </a:t>
            </a:r>
            <a:r>
              <a:rPr lang="es-ES" sz="2400" b="1" dirty="0">
                <a:solidFill>
                  <a:prstClr val="black"/>
                </a:solidFill>
              </a:rPr>
              <a:t>calor latente</a:t>
            </a:r>
            <a:r>
              <a:rPr lang="es-ES" sz="2400" dirty="0">
                <a:solidFill>
                  <a:prstClr val="black"/>
                </a:solidFill>
              </a:rPr>
              <a:t> provoca un cambio de estado (fusión, solidificación, vaporización) sin afectar su temperatura. </a:t>
            </a: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E90638-C109-4339-002F-209DB5E0FB62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79773A-F879-77CE-F862-E3622E632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1690914"/>
            <a:ext cx="8208911" cy="497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40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36098-F293-EAAB-98A5-AECA1B6D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231F945-F1AC-FAB9-B3F9-402C83418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Diagramas de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AD3BC77-6755-3E83-1070-95C29579D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4032448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Nos ayudan a comprender los procesos de cambios de fases.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b="1" dirty="0">
                <a:solidFill>
                  <a:prstClr val="black"/>
                </a:solidFill>
              </a:rPr>
              <a:t>Punto crítico:</a:t>
            </a: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Es el punto en el que los estados de líquido saturado y de vapor saturado son idénticos.</a:t>
            </a: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EC6C1AC-1851-1FCA-2614-E3F22E4E672E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F56084-B3CB-A0DB-A905-2E8BE5CB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128" y="1471311"/>
            <a:ext cx="6299502" cy="532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03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9DE2E7-2306-3BE0-BE29-310359C6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1D3904C-41C2-BD5D-A94E-FA3001DD3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Tablas de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1501C16-D9A2-B75C-5FDD-FB85EAD550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Entalpía: energía de aprovechamiento en un sistema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prstClr val="black"/>
                </a:solidFill>
              </a:rPr>
              <a:t>Entropía: energía de desperdicio en un sistema</a:t>
            </a:r>
            <a:endParaRPr lang="es-EC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A8236E-B543-AD89-2242-0F3FD8213BC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4C6DAA-4D0A-029E-1AC6-3A63BF3D8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0" y="1600804"/>
            <a:ext cx="3653696" cy="23090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44F5D2-29C2-9E5C-7A2A-F46D81631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600" y="2204864"/>
            <a:ext cx="2385267" cy="42675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A6D16AD-8057-FA00-F735-DA429756F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776" y="3011475"/>
            <a:ext cx="2613887" cy="4496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423CDD6-5D06-8F70-4F3D-3B4C5CBA6D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9986" y="4572459"/>
            <a:ext cx="2880320" cy="70868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84D2761-6A19-4AA4-B463-CEE0FD7DC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200" y="4061678"/>
            <a:ext cx="2880320" cy="269680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7C70005-2D01-FA02-642F-3F09CDE831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0471" y="5571209"/>
            <a:ext cx="3218495" cy="10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01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CD94D-F9BC-E0A7-4306-5AE7A894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6F85CF-5609-22B4-622E-EC38074EB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19FF868-FB53-C797-F2C1-D1DCA182D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 lnSpcReduction="10000"/>
          </a:bodyPr>
          <a:lstStyle/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 recipiente rígido contiene 50 kg de agua líquida saturada a 90 °C. Determine la presión en el recipiente y el volumen del mismo.</a:t>
            </a:r>
          </a:p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 dispositivo que consta de cilindro-émbolo contiene 2 pies</a:t>
            </a:r>
            <a:r>
              <a:rPr lang="es-ES" sz="2400" baseline="30000" dirty="0">
                <a:solidFill>
                  <a:prstClr val="black"/>
                </a:solidFill>
              </a:rPr>
              <a:t>3</a:t>
            </a:r>
            <a:r>
              <a:rPr lang="es-ES" sz="2400" dirty="0">
                <a:solidFill>
                  <a:prstClr val="black"/>
                </a:solidFill>
              </a:rPr>
              <a:t> de vapor de agua saturada a 50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 de presión. Determine la temperatura y la masa del vapor dentro del cilindro.</a:t>
            </a:r>
          </a:p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Una masa de 200 gramos de agua líquida saturada se evapora por completo en un dispositivo cilindro-émbolo a una presión constante de 100 kPa. Determine a) el cambio de volumen y b) la cantidad de energía transferida al agua.</a:t>
            </a:r>
          </a:p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 recipiente rígido contiene 10 kg de agua a 90 °C. Si 8 kg del agua están en forma líquida y el resto como vapor, determine a) la presión en el recipiente y b) el volumen del recipiente.</a:t>
            </a:r>
          </a:p>
          <a:p>
            <a:pPr marL="457200" indent="-457200" algn="just">
              <a:buAutoNum type="arabicParenR"/>
            </a:pPr>
            <a:r>
              <a:rPr lang="es-ES" sz="2400" dirty="0">
                <a:solidFill>
                  <a:prstClr val="black"/>
                </a:solidFill>
              </a:rPr>
              <a:t>Un recipiente de 80 L contiene 4 kg de refrigerante 134a a una presión de 160 kPa. Determine a) la temperatura, b) la calidad, c) la entalpía del refrigerante y d) el volumen que ocupa la fase de vapor.</a:t>
            </a:r>
          </a:p>
          <a:p>
            <a:pPr marL="0" indent="0" algn="just">
              <a:buNone/>
            </a:pPr>
            <a:endParaRPr lang="es-ES" sz="2400" dirty="0">
              <a:solidFill>
                <a:prstClr val="black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89A625-B13C-4109-BCFC-A2E30226D7B9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51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7507D-CAB1-1886-6820-6795DB02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6016D6C-3F36-E6DA-4F28-368C8D87F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EC47A46-34D9-22FD-9943-083AEA6E6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6"/>
            </a:pPr>
            <a:r>
              <a:rPr lang="es-ES" sz="2400" dirty="0">
                <a:solidFill>
                  <a:prstClr val="black"/>
                </a:solidFill>
              </a:rPr>
              <a:t>10 kg de R-143a llenan un dispositivo de pistón-cilindro de 0.7 m</a:t>
            </a:r>
            <a:r>
              <a:rPr lang="es-ES" sz="2400" baseline="30000" dirty="0">
                <a:solidFill>
                  <a:prstClr val="black"/>
                </a:solidFill>
              </a:rPr>
              <a:t>3</a:t>
            </a:r>
            <a:r>
              <a:rPr lang="es-ES" sz="2400" dirty="0">
                <a:solidFill>
                  <a:prstClr val="black"/>
                </a:solidFill>
              </a:rPr>
              <a:t> a una presión de 200 kPa. El recipiente se calienta hasta que la temperatura es de 30 °C. Determine la temperatura inicial y el volumen final del R-134a.</a:t>
            </a:r>
          </a:p>
          <a:p>
            <a:pPr marL="457200" indent="-457200" algn="just">
              <a:buFont typeface="+mj-lt"/>
              <a:buAutoNum type="arabicParenR" startAt="6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6"/>
            </a:pPr>
            <a:r>
              <a:rPr lang="es-ES" sz="2400" dirty="0">
                <a:solidFill>
                  <a:prstClr val="black"/>
                </a:solidFill>
              </a:rPr>
              <a:t>Determine la energía interna del agua a 20 </a:t>
            </a:r>
            <a:r>
              <a:rPr lang="es-ES" sz="2400" dirty="0" err="1">
                <a:solidFill>
                  <a:prstClr val="black"/>
                </a:solidFill>
              </a:rPr>
              <a:t>psia</a:t>
            </a:r>
            <a:r>
              <a:rPr lang="es-ES" sz="2400" dirty="0">
                <a:solidFill>
                  <a:prstClr val="black"/>
                </a:solidFill>
              </a:rPr>
              <a:t> y 400 °F.</a:t>
            </a:r>
          </a:p>
          <a:p>
            <a:pPr marL="457200" indent="-457200" algn="just">
              <a:buFont typeface="+mj-lt"/>
              <a:buAutoNum type="arabicParenR" startAt="6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6"/>
            </a:pPr>
            <a:r>
              <a:rPr lang="es-ES" sz="2400" dirty="0">
                <a:solidFill>
                  <a:prstClr val="black"/>
                </a:solidFill>
              </a:rPr>
              <a:t>Determine la temperatura del agua en un estado donde P = 0.5 MPa y h = 2.890 kJ/kg.</a:t>
            </a:r>
          </a:p>
          <a:p>
            <a:pPr marL="457200" indent="-457200" algn="just">
              <a:buFont typeface="+mj-lt"/>
              <a:buAutoNum type="arabicParenR" startAt="6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6"/>
            </a:pPr>
            <a:r>
              <a:rPr lang="es-ES" sz="2400" dirty="0">
                <a:solidFill>
                  <a:prstClr val="black"/>
                </a:solidFill>
              </a:rPr>
              <a:t>Determine la energía interna del agua a 80 °C y 5 MPa, con a) datos de la tabla para líquido comprimido y b) datos para líquido saturado. ¿Cuál es el error en el segundo caso?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A5C503-05B6-3C72-6C3B-4BC595E37380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88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24D0F-8503-5E25-AE73-4CF0F81A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E482D7D-82FF-3F4A-DDE9-0A824AC17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5E9F897-1B10-D640-5EAF-8A7771564E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10"/>
            </a:pPr>
            <a:r>
              <a:rPr lang="es-ES" sz="2400" dirty="0">
                <a:solidFill>
                  <a:prstClr val="black"/>
                </a:solidFill>
              </a:rPr>
              <a:t>Complete esta tabla para el H2O:</a:t>
            </a:r>
          </a:p>
          <a:p>
            <a:pPr marL="457200" indent="-457200" algn="just">
              <a:buFont typeface="+mj-lt"/>
              <a:buAutoNum type="arabicParenR" startAt="10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0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0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0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0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0"/>
            </a:pPr>
            <a:r>
              <a:rPr lang="es-ES" sz="2400" dirty="0">
                <a:solidFill>
                  <a:prstClr val="black"/>
                </a:solidFill>
              </a:rPr>
              <a:t>Complete esta tabla para H2O: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1941AB-BE69-736D-DA35-086334722E8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4AB13C-1000-22FF-C09A-4EB758B7D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2" y="2080592"/>
            <a:ext cx="5987433" cy="19501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7140C9-D10A-7A04-B864-FB02E122D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890" y="4777408"/>
            <a:ext cx="6347473" cy="201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370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91472-9719-A634-85DD-4F14890B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6BC2FA0-8EA0-FDD3-C273-26E813048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A01BB5C-BF6F-0B27-EDF9-9DA614E0EB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12"/>
            </a:pPr>
            <a:r>
              <a:rPr lang="es-ES" sz="2400" dirty="0">
                <a:solidFill>
                  <a:prstClr val="black"/>
                </a:solidFill>
              </a:rPr>
              <a:t>Complete esta tabla para el H2O:</a:t>
            </a:r>
          </a:p>
          <a:p>
            <a:pPr marL="457200" indent="-457200" algn="just">
              <a:buFont typeface="+mj-lt"/>
              <a:buAutoNum type="arabicParenR" startAt="12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2"/>
            </a:pPr>
            <a:r>
              <a:rPr lang="es-ES" sz="2400" dirty="0">
                <a:solidFill>
                  <a:prstClr val="black"/>
                </a:solidFill>
              </a:rPr>
              <a:t>Complete esta tabla para el R134A: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CE1BE6-EF61-A81E-50C0-8552491ECE36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313E63-1EA8-8E62-6647-9B9A26D0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816" y="1988840"/>
            <a:ext cx="5924368" cy="223224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EE7F912-1995-685A-F89C-9C16E06C4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664" y="4814535"/>
            <a:ext cx="5986520" cy="197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74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5301F-32ED-5E38-9E5A-530F7EB1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4A86B9E-E7DF-9D93-95E2-422FC1735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333375"/>
            <a:ext cx="9814545" cy="1143000"/>
          </a:xfrm>
        </p:spPr>
        <p:txBody>
          <a:bodyPr>
            <a:normAutofit/>
          </a:bodyPr>
          <a:lstStyle/>
          <a:p>
            <a:r>
              <a:rPr lang="es-ES" altLang="en-US" sz="4000" dirty="0">
                <a:solidFill>
                  <a:schemeClr val="bg1"/>
                </a:solidFill>
              </a:rPr>
              <a:t>Ejercicios propiedades termodinámicas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045A923-8C1B-F9DD-AE8B-5CD8D7BDE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600200"/>
            <a:ext cx="11449272" cy="5068888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14"/>
            </a:pPr>
            <a:r>
              <a:rPr lang="es-ES" sz="2400" dirty="0">
                <a:solidFill>
                  <a:prstClr val="black"/>
                </a:solidFill>
              </a:rPr>
              <a:t>Complete esta tabla para el H2O:</a:t>
            </a:r>
          </a:p>
          <a:p>
            <a:pPr marL="457200" indent="-457200" algn="just">
              <a:buFont typeface="+mj-lt"/>
              <a:buAutoNum type="arabicParenR" startAt="14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4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4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4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4"/>
            </a:pPr>
            <a:endParaRPr lang="es-ES" sz="2400" dirty="0">
              <a:solidFill>
                <a:prstClr val="black"/>
              </a:solidFill>
            </a:endParaRPr>
          </a:p>
          <a:p>
            <a:pPr marL="457200" indent="-457200" algn="just">
              <a:buFont typeface="+mj-lt"/>
              <a:buAutoNum type="arabicParenR" startAt="14"/>
            </a:pPr>
            <a:r>
              <a:rPr lang="es-ES" sz="2400" dirty="0">
                <a:solidFill>
                  <a:prstClr val="black"/>
                </a:solidFill>
              </a:rPr>
              <a:t>Complete esta tabla para el R134A: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128F6C-B3E4-7180-337B-815B3D11C090}"/>
              </a:ext>
            </a:extLst>
          </p:cNvPr>
          <p:cNvSpPr txBox="1"/>
          <p:nvPr/>
        </p:nvSpPr>
        <p:spPr>
          <a:xfrm>
            <a:off x="9756292" y="6423581"/>
            <a:ext cx="231637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38178A-773B-F8B3-9EC0-AD664345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501" y="2043465"/>
            <a:ext cx="6317305" cy="22106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CCE5C3-A440-DA3F-FB52-DDBF1D4E1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193" y="4687674"/>
            <a:ext cx="6189613" cy="21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9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3376</TotalTime>
  <Words>686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Tema de Office</vt:lpstr>
      <vt:lpstr>MÁQUINAS TÉRMICAS</vt:lpstr>
      <vt:lpstr>Sustancia pura</vt:lpstr>
      <vt:lpstr>Fases de una sustancia pura</vt:lpstr>
      <vt:lpstr>Cambio de fases de una sustancia pura</vt:lpstr>
      <vt:lpstr>Temperatura y Presión de saturación</vt:lpstr>
      <vt:lpstr>Calor latente y sensible</vt:lpstr>
      <vt:lpstr>Diagramas de propiedades termodinámicas</vt:lpstr>
      <vt:lpstr>Tablas de propiedades termodinámicas</vt:lpstr>
      <vt:lpstr>Ejercicios propiedades termodinámicas</vt:lpstr>
      <vt:lpstr>Ejercicios propiedades termodinámicas</vt:lpstr>
      <vt:lpstr>Ejercicios propiedades termodinámicas</vt:lpstr>
      <vt:lpstr>Ejercicios propiedades termodinámicas</vt:lpstr>
      <vt:lpstr>Ejercicios propiedades termodinámicas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Jonathan Loor</dc:creator>
  <cp:lastModifiedBy>JONATHAN GABRIEL LOOR BAUTISTA</cp:lastModifiedBy>
  <cp:revision>58</cp:revision>
  <dcterms:created xsi:type="dcterms:W3CDTF">2009-09-22T20:21:09Z</dcterms:created>
  <dcterms:modified xsi:type="dcterms:W3CDTF">2025-10-13T14:03:19Z</dcterms:modified>
</cp:coreProperties>
</file>