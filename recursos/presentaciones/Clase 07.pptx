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0" r:id="rId3"/>
    <p:sldId id="311" r:id="rId4"/>
    <p:sldId id="312" r:id="rId5"/>
    <p:sldId id="313" r:id="rId6"/>
    <p:sldId id="314" r:id="rId7"/>
    <p:sldId id="30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71045-9DA3-451F-90A9-5E50EF455384}" v="282" dt="2025-06-09T13:45:09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9" autoAdjust="0"/>
    <p:restoredTop sz="95847" autoAdjust="0"/>
  </p:normalViewPr>
  <p:slideViewPr>
    <p:cSldViewPr>
      <p:cViewPr varScale="1">
        <p:scale>
          <a:sx n="83" d="100"/>
          <a:sy n="83" d="100"/>
        </p:scale>
        <p:origin x="86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GABRIEL LOOR BAUTISTA" userId="4234489a-f210-4949-b3ca-adca1d814dab" providerId="ADAL" clId="{D94B325C-CBDC-40EB-8050-A66DD27D581D}"/>
    <pc:docChg chg="undo redo custSel addSld delSld modSld sldOrd">
      <pc:chgData name="JONATHAN GABRIEL LOOR BAUTISTA" userId="4234489a-f210-4949-b3ca-adca1d814dab" providerId="ADAL" clId="{D94B325C-CBDC-40EB-8050-A66DD27D581D}" dt="2025-05-26T12:25:30.239" v="2159" actId="1076"/>
      <pc:docMkLst>
        <pc:docMk/>
      </pc:docMkLst>
      <pc:sldChg chg="modSp mod">
        <pc:chgData name="JONATHAN GABRIEL LOOR BAUTISTA" userId="4234489a-f210-4949-b3ca-adca1d814dab" providerId="ADAL" clId="{D94B325C-CBDC-40EB-8050-A66DD27D581D}" dt="2025-05-22T13:44:23.198" v="56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D94B325C-CBDC-40EB-8050-A66DD27D581D}" dt="2025-05-22T13:44:23.198" v="56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ord">
        <pc:chgData name="JONATHAN GABRIEL LOOR BAUTISTA" userId="4234489a-f210-4949-b3ca-adca1d814dab" providerId="ADAL" clId="{D94B325C-CBDC-40EB-8050-A66DD27D581D}" dt="2025-05-26T03:21:38.392" v="340" actId="13926"/>
        <pc:sldMkLst>
          <pc:docMk/>
          <pc:sldMk cId="3907512282" sldId="296"/>
        </pc:sldMkLst>
      </pc:sldChg>
      <pc:sldChg chg="addSp delSp modSp mod">
        <pc:chgData name="JONATHAN GABRIEL LOOR BAUTISTA" userId="4234489a-f210-4949-b3ca-adca1d814dab" providerId="ADAL" clId="{D94B325C-CBDC-40EB-8050-A66DD27D581D}" dt="2025-05-26T03:20:26.776" v="323" actId="1076"/>
        <pc:sldMkLst>
          <pc:docMk/>
          <pc:sldMk cId="2463088549" sldId="297"/>
        </pc:sldMkLst>
      </pc:sldChg>
      <pc:sldChg chg="del">
        <pc:chgData name="JONATHAN GABRIEL LOOR BAUTISTA" userId="4234489a-f210-4949-b3ca-adca1d814dab" providerId="ADAL" clId="{D94B325C-CBDC-40EB-8050-A66DD27D581D}" dt="2025-05-22T13:45:33.557" v="100" actId="47"/>
        <pc:sldMkLst>
          <pc:docMk/>
          <pc:sldMk cId="340544771" sldId="298"/>
        </pc:sldMkLst>
      </pc:sldChg>
      <pc:sldChg chg="del">
        <pc:chgData name="JONATHAN GABRIEL LOOR BAUTISTA" userId="4234489a-f210-4949-b3ca-adca1d814dab" providerId="ADAL" clId="{D94B325C-CBDC-40EB-8050-A66DD27D581D}" dt="2025-05-22T13:45:32.837" v="99" actId="47"/>
        <pc:sldMkLst>
          <pc:docMk/>
          <pc:sldMk cId="2958359049" sldId="299"/>
        </pc:sldMkLst>
      </pc:sldChg>
      <pc:sldChg chg="del">
        <pc:chgData name="JONATHAN GABRIEL LOOR BAUTISTA" userId="4234489a-f210-4949-b3ca-adca1d814dab" providerId="ADAL" clId="{D94B325C-CBDC-40EB-8050-A66DD27D581D}" dt="2025-05-22T13:45:35.414" v="102" actId="47"/>
        <pc:sldMkLst>
          <pc:docMk/>
          <pc:sldMk cId="570870609" sldId="301"/>
        </pc:sldMkLst>
      </pc:sldChg>
      <pc:sldChg chg="del">
        <pc:chgData name="JONATHAN GABRIEL LOOR BAUTISTA" userId="4234489a-f210-4949-b3ca-adca1d814dab" providerId="ADAL" clId="{D94B325C-CBDC-40EB-8050-A66DD27D581D}" dt="2025-05-22T13:45:36.881" v="103" actId="47"/>
        <pc:sldMkLst>
          <pc:docMk/>
          <pc:sldMk cId="4058535090" sldId="302"/>
        </pc:sldMkLst>
      </pc:sldChg>
      <pc:sldChg chg="del">
        <pc:chgData name="JONATHAN GABRIEL LOOR BAUTISTA" userId="4234489a-f210-4949-b3ca-adca1d814dab" providerId="ADAL" clId="{D94B325C-CBDC-40EB-8050-A66DD27D581D}" dt="2025-05-22T13:45:37.740" v="104" actId="47"/>
        <pc:sldMkLst>
          <pc:docMk/>
          <pc:sldMk cId="643062816" sldId="303"/>
        </pc:sldMkLst>
      </pc:sldChg>
      <pc:sldChg chg="del">
        <pc:chgData name="JONATHAN GABRIEL LOOR BAUTISTA" userId="4234489a-f210-4949-b3ca-adca1d814dab" providerId="ADAL" clId="{D94B325C-CBDC-40EB-8050-A66DD27D581D}" dt="2025-05-22T13:45:38.290" v="105" actId="47"/>
        <pc:sldMkLst>
          <pc:docMk/>
          <pc:sldMk cId="4291610913" sldId="304"/>
        </pc:sldMkLst>
      </pc:sldChg>
      <pc:sldChg chg="del">
        <pc:chgData name="JONATHAN GABRIEL LOOR BAUTISTA" userId="4234489a-f210-4949-b3ca-adca1d814dab" providerId="ADAL" clId="{D94B325C-CBDC-40EB-8050-A66DD27D581D}" dt="2025-05-22T13:45:40.767" v="106" actId="47"/>
        <pc:sldMkLst>
          <pc:docMk/>
          <pc:sldMk cId="118540457" sldId="305"/>
        </pc:sldMkLst>
      </pc:sldChg>
      <pc:sldChg chg="del">
        <pc:chgData name="JONATHAN GABRIEL LOOR BAUTISTA" userId="4234489a-f210-4949-b3ca-adca1d814dab" providerId="ADAL" clId="{D94B325C-CBDC-40EB-8050-A66DD27D581D}" dt="2025-05-22T13:45:34.579" v="101" actId="47"/>
        <pc:sldMkLst>
          <pc:docMk/>
          <pc:sldMk cId="1249538767" sldId="306"/>
        </pc:sldMkLst>
      </pc:sldChg>
      <pc:sldChg chg="del">
        <pc:chgData name="JONATHAN GABRIEL LOOR BAUTISTA" userId="4234489a-f210-4949-b3ca-adca1d814dab" providerId="ADAL" clId="{D94B325C-CBDC-40EB-8050-A66DD27D581D}" dt="2025-05-22T13:45:26.734" v="98" actId="47"/>
        <pc:sldMkLst>
          <pc:docMk/>
          <pc:sldMk cId="1905160335" sldId="307"/>
        </pc:sldMkLst>
      </pc:sldChg>
      <pc:sldChg chg="modSp mod">
        <pc:chgData name="JONATHAN GABRIEL LOOR BAUTISTA" userId="4234489a-f210-4949-b3ca-adca1d814dab" providerId="ADAL" clId="{D94B325C-CBDC-40EB-8050-A66DD27D581D}" dt="2025-05-26T11:31:48.465" v="1675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D94B325C-CBDC-40EB-8050-A66DD27D581D}" dt="2025-05-26T11:31:48.465" v="1675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addSp delSp modSp add mod ord">
        <pc:chgData name="JONATHAN GABRIEL LOOR BAUTISTA" userId="4234489a-f210-4949-b3ca-adca1d814dab" providerId="ADAL" clId="{D94B325C-CBDC-40EB-8050-A66DD27D581D}" dt="2025-05-26T03:51:51.220" v="661" actId="1076"/>
        <pc:sldMkLst>
          <pc:docMk/>
          <pc:sldMk cId="1910494269" sldId="309"/>
        </pc:sldMkLst>
      </pc:sldChg>
      <pc:sldChg chg="addSp delSp modSp add mod">
        <pc:chgData name="JONATHAN GABRIEL LOOR BAUTISTA" userId="4234489a-f210-4949-b3ca-adca1d814dab" providerId="ADAL" clId="{D94B325C-CBDC-40EB-8050-A66DD27D581D}" dt="2025-05-26T03:05:50.462" v="229" actId="1076"/>
        <pc:sldMkLst>
          <pc:docMk/>
          <pc:sldMk cId="1616950650" sldId="310"/>
        </pc:sldMkLst>
        <pc:spChg chg="mod">
          <ac:chgData name="JONATHAN GABRIEL LOOR BAUTISTA" userId="4234489a-f210-4949-b3ca-adca1d814dab" providerId="ADAL" clId="{D94B325C-CBDC-40EB-8050-A66DD27D581D}" dt="2025-05-26T02:50:10.725" v="161" actId="20577"/>
          <ac:spMkLst>
            <pc:docMk/>
            <pc:sldMk cId="1616950650" sldId="310"/>
            <ac:spMk id="24578" creationId="{F704A0B1-6CFE-A1DB-B041-736278967E58}"/>
          </ac:spMkLst>
        </pc:spChg>
        <pc:spChg chg="mod">
          <ac:chgData name="JONATHAN GABRIEL LOOR BAUTISTA" userId="4234489a-f210-4949-b3ca-adca1d814dab" providerId="ADAL" clId="{D94B325C-CBDC-40EB-8050-A66DD27D581D}" dt="2025-05-26T03:05:41.033" v="226" actId="20577"/>
          <ac:spMkLst>
            <pc:docMk/>
            <pc:sldMk cId="1616950650" sldId="310"/>
            <ac:spMk id="24579" creationId="{1888D9FB-8D9F-D797-B0CA-E72C7D932817}"/>
          </ac:spMkLst>
        </pc:spChg>
      </pc:sldChg>
      <pc:sldChg chg="add del">
        <pc:chgData name="JONATHAN GABRIEL LOOR BAUTISTA" userId="4234489a-f210-4949-b3ca-adca1d814dab" providerId="ADAL" clId="{D94B325C-CBDC-40EB-8050-A66DD27D581D}" dt="2025-05-26T03:52:19.305" v="662" actId="2696"/>
        <pc:sldMkLst>
          <pc:docMk/>
          <pc:sldMk cId="2654721582" sldId="311"/>
        </pc:sldMkLst>
      </pc:sldChg>
      <pc:sldChg chg="addSp delSp modSp add mod ord">
        <pc:chgData name="JONATHAN GABRIEL LOOR BAUTISTA" userId="4234489a-f210-4949-b3ca-adca1d814dab" providerId="ADAL" clId="{D94B325C-CBDC-40EB-8050-A66DD27D581D}" dt="2025-05-26T12:19:30.570" v="2112" actId="20577"/>
        <pc:sldMkLst>
          <pc:docMk/>
          <pc:sldMk cId="3659524975" sldId="311"/>
        </pc:sldMkLst>
      </pc:sldChg>
      <pc:sldChg chg="modSp add mod ord">
        <pc:chgData name="JONATHAN GABRIEL LOOR BAUTISTA" userId="4234489a-f210-4949-b3ca-adca1d814dab" providerId="ADAL" clId="{D94B325C-CBDC-40EB-8050-A66DD27D581D}" dt="2025-05-26T12:19:22.460" v="2108" actId="20577"/>
        <pc:sldMkLst>
          <pc:docMk/>
          <pc:sldMk cId="1022462976" sldId="312"/>
        </pc:sldMkLst>
      </pc:sldChg>
      <pc:sldChg chg="addSp delSp modSp add mod">
        <pc:chgData name="JONATHAN GABRIEL LOOR BAUTISTA" userId="4234489a-f210-4949-b3ca-adca1d814dab" providerId="ADAL" clId="{D94B325C-CBDC-40EB-8050-A66DD27D581D}" dt="2025-05-26T12:19:07.298" v="2104" actId="20577"/>
        <pc:sldMkLst>
          <pc:docMk/>
          <pc:sldMk cId="3630284739" sldId="313"/>
        </pc:sldMkLst>
      </pc:sldChg>
      <pc:sldChg chg="addSp delSp modSp add mod ord">
        <pc:chgData name="JONATHAN GABRIEL LOOR BAUTISTA" userId="4234489a-f210-4949-b3ca-adca1d814dab" providerId="ADAL" clId="{D94B325C-CBDC-40EB-8050-A66DD27D581D}" dt="2025-05-26T12:25:30.239" v="2159" actId="1076"/>
        <pc:sldMkLst>
          <pc:docMk/>
          <pc:sldMk cId="1402953868" sldId="314"/>
        </pc:sldMkLst>
      </pc:sldChg>
    </pc:docChg>
  </pc:docChgLst>
  <pc:docChgLst>
    <pc:chgData name="JONATHAN GABRIEL LOOR BAUTISTA" userId="4234489a-f210-4949-b3ca-adca1d814dab" providerId="ADAL" clId="{F28D2AB1-228F-4DEB-9B4E-61AC32A2299B}"/>
    <pc:docChg chg="undo custSel addSld delSld modSld sldOrd">
      <pc:chgData name="JONATHAN GABRIEL LOOR BAUTISTA" userId="4234489a-f210-4949-b3ca-adca1d814dab" providerId="ADAL" clId="{F28D2AB1-228F-4DEB-9B4E-61AC32A2299B}" dt="2023-12-14T15:15:37.573" v="645" actId="20577"/>
      <pc:docMkLst>
        <pc:docMk/>
      </pc:docMkLst>
      <pc:sldChg chg="modSp mod">
        <pc:chgData name="JONATHAN GABRIEL LOOR BAUTISTA" userId="4234489a-f210-4949-b3ca-adca1d814dab" providerId="ADAL" clId="{F28D2AB1-228F-4DEB-9B4E-61AC32A2299B}" dt="2023-12-07T00:23:22.136" v="76" actId="20577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F28D2AB1-228F-4DEB-9B4E-61AC32A2299B}" dt="2023-12-06T23:39:08.356" v="0" actId="4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F28D2AB1-228F-4DEB-9B4E-61AC32A2299B}" dt="2023-12-06T23:39:08.537" v="1" actId="47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F28D2AB1-228F-4DEB-9B4E-61AC32A2299B}" dt="2023-12-06T23:39:08.640" v="2" actId="47"/>
        <pc:sldMkLst>
          <pc:docMk/>
          <pc:sldMk cId="2412575459" sldId="260"/>
        </pc:sldMkLst>
      </pc:sldChg>
      <pc:sldChg chg="del">
        <pc:chgData name="JONATHAN GABRIEL LOOR BAUTISTA" userId="4234489a-f210-4949-b3ca-adca1d814dab" providerId="ADAL" clId="{F28D2AB1-228F-4DEB-9B4E-61AC32A2299B}" dt="2023-12-06T23:39:08.824" v="3" actId="47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F28D2AB1-228F-4DEB-9B4E-61AC32A2299B}" dt="2023-12-06T23:39:08.962" v="4" actId="47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F28D2AB1-228F-4DEB-9B4E-61AC32A2299B}" dt="2023-12-06T23:39:09.155" v="5" actId="47"/>
        <pc:sldMkLst>
          <pc:docMk/>
          <pc:sldMk cId="315044553" sldId="263"/>
        </pc:sldMkLst>
      </pc:sldChg>
      <pc:sldChg chg="del">
        <pc:chgData name="JONATHAN GABRIEL LOOR BAUTISTA" userId="4234489a-f210-4949-b3ca-adca1d814dab" providerId="ADAL" clId="{F28D2AB1-228F-4DEB-9B4E-61AC32A2299B}" dt="2023-12-06T23:39:09.296" v="6" actId="4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F28D2AB1-228F-4DEB-9B4E-61AC32A2299B}" dt="2023-12-06T23:39:10.602" v="7" actId="47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F28D2AB1-228F-4DEB-9B4E-61AC32A2299B}" dt="2023-12-06T23:39:10.855" v="8" actId="47"/>
        <pc:sldMkLst>
          <pc:docMk/>
          <pc:sldMk cId="4287966700" sldId="266"/>
        </pc:sldMkLst>
      </pc:sldChg>
      <pc:sldChg chg="del">
        <pc:chgData name="JONATHAN GABRIEL LOOR BAUTISTA" userId="4234489a-f210-4949-b3ca-adca1d814dab" providerId="ADAL" clId="{F28D2AB1-228F-4DEB-9B4E-61AC32A2299B}" dt="2023-12-06T23:39:11.336" v="9" actId="47"/>
        <pc:sldMkLst>
          <pc:docMk/>
          <pc:sldMk cId="814129114" sldId="267"/>
        </pc:sldMkLst>
      </pc:sldChg>
      <pc:sldChg chg="modSp del mod">
        <pc:chgData name="JONATHAN GABRIEL LOOR BAUTISTA" userId="4234489a-f210-4949-b3ca-adca1d814dab" providerId="ADAL" clId="{F28D2AB1-228F-4DEB-9B4E-61AC32A2299B}" dt="2023-12-14T13:02:00.093" v="233" actId="47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F28D2AB1-228F-4DEB-9B4E-61AC32A2299B}" dt="2023-12-14T13:02:00.668" v="234" actId="47"/>
        <pc:sldMkLst>
          <pc:docMk/>
          <pc:sldMk cId="2736320437" sldId="269"/>
        </pc:sldMkLst>
      </pc:sldChg>
      <pc:sldChg chg="del">
        <pc:chgData name="JONATHAN GABRIEL LOOR BAUTISTA" userId="4234489a-f210-4949-b3ca-adca1d814dab" providerId="ADAL" clId="{F28D2AB1-228F-4DEB-9B4E-61AC32A2299B}" dt="2023-12-14T13:02:01.097" v="235" actId="47"/>
        <pc:sldMkLst>
          <pc:docMk/>
          <pc:sldMk cId="1881090054" sldId="271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4:36.822" v="122" actId="2057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F28D2AB1-228F-4DEB-9B4E-61AC32A2299B}" dt="2023-12-06T23:39:14.533" v="10" actId="47"/>
        <pc:sldMkLst>
          <pc:docMk/>
          <pc:sldMk cId="3429618453" sldId="272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5:22.830" v="132" actId="14100"/>
        <pc:sldMkLst>
          <pc:docMk/>
          <pc:sldMk cId="3479178164" sldId="273"/>
        </pc:sldMkLst>
      </pc:sldChg>
      <pc:sldChg chg="del">
        <pc:chgData name="JONATHAN GABRIEL LOOR BAUTISTA" userId="4234489a-f210-4949-b3ca-adca1d814dab" providerId="ADAL" clId="{F28D2AB1-228F-4DEB-9B4E-61AC32A2299B}" dt="2023-12-06T23:39:15.628" v="11" actId="47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13:35.472" v="297" actId="1076"/>
        <pc:sldMkLst>
          <pc:docMk/>
          <pc:sldMk cId="329500094" sldId="274"/>
        </pc:sldMkLst>
      </pc:sldChg>
      <pc:sldChg chg="del">
        <pc:chgData name="JONATHAN GABRIEL LOOR BAUTISTA" userId="4234489a-f210-4949-b3ca-adca1d814dab" providerId="ADAL" clId="{F28D2AB1-228F-4DEB-9B4E-61AC32A2299B}" dt="2023-12-06T23:39:16.341" v="12" actId="47"/>
        <pc:sldMkLst>
          <pc:docMk/>
          <pc:sldMk cId="1612052355" sldId="274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40:00.497" v="520" actId="20577"/>
        <pc:sldMkLst>
          <pc:docMk/>
          <pc:sldMk cId="1990230209" sldId="275"/>
        </pc:sldMkLst>
      </pc:sldChg>
      <pc:sldChg chg="del">
        <pc:chgData name="JONATHAN GABRIEL LOOR BAUTISTA" userId="4234489a-f210-4949-b3ca-adca1d814dab" providerId="ADAL" clId="{F28D2AB1-228F-4DEB-9B4E-61AC32A2299B}" dt="2023-12-06T23:39:16.693" v="13" actId="47"/>
        <pc:sldMkLst>
          <pc:docMk/>
          <pc:sldMk cId="4282241318" sldId="275"/>
        </pc:sldMkLst>
      </pc:sldChg>
      <pc:sldChg chg="del">
        <pc:chgData name="JONATHAN GABRIEL LOOR BAUTISTA" userId="4234489a-f210-4949-b3ca-adca1d814dab" providerId="ADAL" clId="{F28D2AB1-228F-4DEB-9B4E-61AC32A2299B}" dt="2023-12-06T23:39:17.319" v="14" actId="47"/>
        <pc:sldMkLst>
          <pc:docMk/>
          <pc:sldMk cId="1303374823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22:47.240" v="381" actId="1076"/>
        <pc:sldMkLst>
          <pc:docMk/>
          <pc:sldMk cId="3116047295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27.537" v="211" actId="1076"/>
        <pc:sldMkLst>
          <pc:docMk/>
          <pc:sldMk cId="283829873" sldId="277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42.488" v="215" actId="1076"/>
        <pc:sldMkLst>
          <pc:docMk/>
          <pc:sldMk cId="2812217883" sldId="278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8:33.249" v="223" actId="1076"/>
        <pc:sldMkLst>
          <pc:docMk/>
          <pc:sldMk cId="3800849061" sldId="279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11:44.853" v="232" actId="1076"/>
        <pc:sldMkLst>
          <pc:docMk/>
          <pc:sldMk cId="1522707480" sldId="280"/>
        </pc:sldMkLst>
      </pc:sldChg>
      <pc:sldChg chg="add ord">
        <pc:chgData name="JONATHAN GABRIEL LOOR BAUTISTA" userId="4234489a-f210-4949-b3ca-adca1d814dab" providerId="ADAL" clId="{F28D2AB1-228F-4DEB-9B4E-61AC32A2299B}" dt="2023-12-14T13:28:49.888" v="429"/>
        <pc:sldMkLst>
          <pc:docMk/>
          <pc:sldMk cId="2421653994" sldId="281"/>
        </pc:sldMkLst>
      </pc:sldChg>
      <pc:sldChg chg="delSp modSp add mod">
        <pc:chgData name="JONATHAN GABRIEL LOOR BAUTISTA" userId="4234489a-f210-4949-b3ca-adca1d814dab" providerId="ADAL" clId="{F28D2AB1-228F-4DEB-9B4E-61AC32A2299B}" dt="2023-12-14T15:15:29.623" v="641" actId="20577"/>
        <pc:sldMkLst>
          <pc:docMk/>
          <pc:sldMk cId="354079946" sldId="282"/>
        </pc:sldMkLst>
      </pc:sldChg>
      <pc:sldChg chg="addSp modSp add mod">
        <pc:chgData name="JONATHAN GABRIEL LOOR BAUTISTA" userId="4234489a-f210-4949-b3ca-adca1d814dab" providerId="ADAL" clId="{F28D2AB1-228F-4DEB-9B4E-61AC32A2299B}" dt="2023-12-14T15:15:33.184" v="643" actId="20577"/>
        <pc:sldMkLst>
          <pc:docMk/>
          <pc:sldMk cId="3965466414" sldId="28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5:15:37.573" v="645" actId="20577"/>
        <pc:sldMkLst>
          <pc:docMk/>
          <pc:sldMk cId="1900853572" sldId="284"/>
        </pc:sldMkLst>
      </pc:sldChg>
    </pc:docChg>
  </pc:docChgLst>
  <pc:docChgLst>
    <pc:chgData name="JONATHAN GABRIEL LOOR BAUTISTA" userId="4234489a-f210-4949-b3ca-adca1d814dab" providerId="ADAL" clId="{BA8BBFC0-3D22-442E-9892-B114FDF3CFAC}"/>
    <pc:docChg chg="undo custSel addSld delSld modSld">
      <pc:chgData name="JONATHAN GABRIEL LOOR BAUTISTA" userId="4234489a-f210-4949-b3ca-adca1d814dab" providerId="ADAL" clId="{BA8BBFC0-3D22-442E-9892-B114FDF3CFAC}" dt="2025-05-09T17:55:07.757" v="417" actId="27636"/>
      <pc:docMkLst>
        <pc:docMk/>
      </pc:docMkLst>
      <pc:sldChg chg="del">
        <pc:chgData name="JONATHAN GABRIEL LOOR BAUTISTA" userId="4234489a-f210-4949-b3ca-adca1d814dab" providerId="ADAL" clId="{BA8BBFC0-3D22-442E-9892-B114FDF3CFAC}" dt="2025-05-05T13:11:03.838" v="1" actId="47"/>
        <pc:sldMkLst>
          <pc:docMk/>
          <pc:sldMk cId="1030578679" sldId="287"/>
        </pc:sldMkLst>
      </pc:sldChg>
      <pc:sldChg chg="del">
        <pc:chgData name="JONATHAN GABRIEL LOOR BAUTISTA" userId="4234489a-f210-4949-b3ca-adca1d814dab" providerId="ADAL" clId="{BA8BBFC0-3D22-442E-9892-B114FDF3CFAC}" dt="2025-05-05T13:11:04.020" v="2" actId="47"/>
        <pc:sldMkLst>
          <pc:docMk/>
          <pc:sldMk cId="4262102034" sldId="290"/>
        </pc:sldMkLst>
      </pc:sldChg>
      <pc:sldChg chg="del">
        <pc:chgData name="JONATHAN GABRIEL LOOR BAUTISTA" userId="4234489a-f210-4949-b3ca-adca1d814dab" providerId="ADAL" clId="{BA8BBFC0-3D22-442E-9892-B114FDF3CFAC}" dt="2025-05-05T13:11:04.283" v="3" actId="47"/>
        <pc:sldMkLst>
          <pc:docMk/>
          <pc:sldMk cId="3917552893" sldId="291"/>
        </pc:sldMkLst>
      </pc:sldChg>
      <pc:sldChg chg="del">
        <pc:chgData name="JONATHAN GABRIEL LOOR BAUTISTA" userId="4234489a-f210-4949-b3ca-adca1d814dab" providerId="ADAL" clId="{BA8BBFC0-3D22-442E-9892-B114FDF3CFAC}" dt="2025-05-05T13:11:04.636" v="4" actId="47"/>
        <pc:sldMkLst>
          <pc:docMk/>
          <pc:sldMk cId="3838651608" sldId="292"/>
        </pc:sldMkLst>
      </pc:sldChg>
      <pc:sldChg chg="del">
        <pc:chgData name="JONATHAN GABRIEL LOOR BAUTISTA" userId="4234489a-f210-4949-b3ca-adca1d814dab" providerId="ADAL" clId="{BA8BBFC0-3D22-442E-9892-B114FDF3CFAC}" dt="2025-05-05T13:11:04.947" v="5" actId="47"/>
        <pc:sldMkLst>
          <pc:docMk/>
          <pc:sldMk cId="1660400904" sldId="293"/>
        </pc:sldMkLst>
      </pc:sldChg>
      <pc:sldChg chg="del">
        <pc:chgData name="JONATHAN GABRIEL LOOR BAUTISTA" userId="4234489a-f210-4949-b3ca-adca1d814dab" providerId="ADAL" clId="{BA8BBFC0-3D22-442E-9892-B114FDF3CFAC}" dt="2025-05-05T13:11:05.201" v="6" actId="47"/>
        <pc:sldMkLst>
          <pc:docMk/>
          <pc:sldMk cId="675903930" sldId="294"/>
        </pc:sldMkLst>
      </pc:sldChg>
      <pc:sldChg chg="del">
        <pc:chgData name="JONATHAN GABRIEL LOOR BAUTISTA" userId="4234489a-f210-4949-b3ca-adca1d814dab" providerId="ADAL" clId="{BA8BBFC0-3D22-442E-9892-B114FDF3CFAC}" dt="2025-05-05T13:11:05.764" v="7" actId="47"/>
        <pc:sldMkLst>
          <pc:docMk/>
          <pc:sldMk cId="3784401589" sldId="295"/>
        </pc:sldMkLst>
      </pc:sldChg>
      <pc:sldChg chg="addSp modSp mod">
        <pc:chgData name="JONATHAN GABRIEL LOOR BAUTISTA" userId="4234489a-f210-4949-b3ca-adca1d814dab" providerId="ADAL" clId="{BA8BBFC0-3D22-442E-9892-B114FDF3CFAC}" dt="2025-05-09T17:50:18.197" v="349" actId="947"/>
        <pc:sldMkLst>
          <pc:docMk/>
          <pc:sldMk cId="3907512282" sldId="296"/>
        </pc:sldMkLst>
      </pc:sldChg>
      <pc:sldChg chg="addSp modSp mod">
        <pc:chgData name="JONATHAN GABRIEL LOOR BAUTISTA" userId="4234489a-f210-4949-b3ca-adca1d814dab" providerId="ADAL" clId="{BA8BBFC0-3D22-442E-9892-B114FDF3CFAC}" dt="2025-05-09T17:50:31.897" v="351" actId="113"/>
        <pc:sldMkLst>
          <pc:docMk/>
          <pc:sldMk cId="2463088549" sldId="297"/>
        </pc:sldMkLst>
      </pc:sldChg>
      <pc:sldChg chg="addSp delSp modSp add mod">
        <pc:chgData name="JONATHAN GABRIEL LOOR BAUTISTA" userId="4234489a-f210-4949-b3ca-adca1d814dab" providerId="ADAL" clId="{BA8BBFC0-3D22-442E-9892-B114FDF3CFAC}" dt="2025-05-09T17:53:45.910" v="354" actId="14100"/>
        <pc:sldMkLst>
          <pc:docMk/>
          <pc:sldMk cId="1712436894" sldId="298"/>
        </pc:sldMkLst>
      </pc:sldChg>
      <pc:sldChg chg="del">
        <pc:chgData name="JONATHAN GABRIEL LOOR BAUTISTA" userId="4234489a-f210-4949-b3ca-adca1d814dab" providerId="ADAL" clId="{BA8BBFC0-3D22-442E-9892-B114FDF3CFAC}" dt="2025-05-05T13:14:45.657" v="220" actId="47"/>
        <pc:sldMkLst>
          <pc:docMk/>
          <pc:sldMk cId="2176370239" sldId="298"/>
        </pc:sldMkLst>
      </pc:sldChg>
      <pc:sldChg chg="addSp modSp add del mod">
        <pc:chgData name="JONATHAN GABRIEL LOOR BAUTISTA" userId="4234489a-f210-4949-b3ca-adca1d814dab" providerId="ADAL" clId="{BA8BBFC0-3D22-442E-9892-B114FDF3CFAC}" dt="2025-05-05T13:21:41.892" v="347" actId="2696"/>
        <pc:sldMkLst>
          <pc:docMk/>
          <pc:sldMk cId="167108118" sldId="299"/>
        </pc:sldMkLst>
      </pc:sldChg>
      <pc:sldChg chg="addSp modSp add mod">
        <pc:chgData name="JONATHAN GABRIEL LOOR BAUTISTA" userId="4234489a-f210-4949-b3ca-adca1d814dab" providerId="ADAL" clId="{BA8BBFC0-3D22-442E-9892-B114FDF3CFAC}" dt="2025-05-09T17:55:07.757" v="417" actId="27636"/>
        <pc:sldMkLst>
          <pc:docMk/>
          <pc:sldMk cId="919229235" sldId="299"/>
        </pc:sldMkLst>
      </pc:sldChg>
      <pc:sldChg chg="del">
        <pc:chgData name="JONATHAN GABRIEL LOOR BAUTISTA" userId="4234489a-f210-4949-b3ca-adca1d814dab" providerId="ADAL" clId="{BA8BBFC0-3D22-442E-9892-B114FDF3CFAC}" dt="2025-05-05T13:14:45.222" v="219" actId="47"/>
        <pc:sldMkLst>
          <pc:docMk/>
          <pc:sldMk cId="3227574610" sldId="299"/>
        </pc:sldMkLst>
      </pc:sldChg>
      <pc:sldChg chg="del">
        <pc:chgData name="JONATHAN GABRIEL LOOR BAUTISTA" userId="4234489a-f210-4949-b3ca-adca1d814dab" providerId="ADAL" clId="{BA8BBFC0-3D22-442E-9892-B114FDF3CFAC}" dt="2025-05-05T13:14:44.959" v="218" actId="47"/>
        <pc:sldMkLst>
          <pc:docMk/>
          <pc:sldMk cId="122779942" sldId="300"/>
        </pc:sldMkLst>
      </pc:sldChg>
    </pc:docChg>
  </pc:docChgLst>
  <pc:docChgLst>
    <pc:chgData name="JONATHAN GABRIEL LOOR BAUTISTA" userId="4234489a-f210-4949-b3ca-adca1d814dab" providerId="ADAL" clId="{AEB3EEBA-245D-427B-B8D1-DB45284D7449}"/>
    <pc:docChg chg="undo custSel addSld delSld modSld sldOrd">
      <pc:chgData name="JONATHAN GABRIEL LOOR BAUTISTA" userId="4234489a-f210-4949-b3ca-adca1d814dab" providerId="ADAL" clId="{AEB3EEBA-245D-427B-B8D1-DB45284D7449}" dt="2025-05-19T14:46:20.910" v="1374" actId="1076"/>
      <pc:docMkLst>
        <pc:docMk/>
      </pc:docMkLst>
      <pc:sldChg chg="modSp mod">
        <pc:chgData name="JONATHAN GABRIEL LOOR BAUTISTA" userId="4234489a-f210-4949-b3ca-adca1d814dab" providerId="ADAL" clId="{AEB3EEBA-245D-427B-B8D1-DB45284D7449}" dt="2025-05-15T13:14:12.816" v="46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AEB3EEBA-245D-427B-B8D1-DB45284D7449}" dt="2025-05-15T13:14:12.816" v="46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JONATHAN GABRIEL LOOR BAUTISTA" userId="4234489a-f210-4949-b3ca-adca1d814dab" providerId="ADAL" clId="{AEB3EEBA-245D-427B-B8D1-DB45284D7449}" dt="2025-05-16T19:52:09.928" v="344" actId="14100"/>
        <pc:sldMkLst>
          <pc:docMk/>
          <pc:sldMk cId="3907512282" sldId="296"/>
        </pc:sldMkLst>
      </pc:sldChg>
      <pc:sldChg chg="addSp delSp modSp mod">
        <pc:chgData name="JONATHAN GABRIEL LOOR BAUTISTA" userId="4234489a-f210-4949-b3ca-adca1d814dab" providerId="ADAL" clId="{AEB3EEBA-245D-427B-B8D1-DB45284D7449}" dt="2025-05-16T19:53:56.547" v="349" actId="1076"/>
        <pc:sldMkLst>
          <pc:docMk/>
          <pc:sldMk cId="2463088549" sldId="297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08:17.594" v="437" actId="20577"/>
        <pc:sldMkLst>
          <pc:docMk/>
          <pc:sldMk cId="340544771" sldId="298"/>
        </pc:sldMkLst>
      </pc:sldChg>
      <pc:sldChg chg="del">
        <pc:chgData name="JONATHAN GABRIEL LOOR BAUTISTA" userId="4234489a-f210-4949-b3ca-adca1d814dab" providerId="ADAL" clId="{AEB3EEBA-245D-427B-B8D1-DB45284D7449}" dt="2025-05-15T13:16:05.364" v="88" actId="47"/>
        <pc:sldMkLst>
          <pc:docMk/>
          <pc:sldMk cId="1712436894" sldId="298"/>
        </pc:sldMkLst>
      </pc:sldChg>
      <pc:sldChg chg="del">
        <pc:chgData name="JONATHAN GABRIEL LOOR BAUTISTA" userId="4234489a-f210-4949-b3ca-adca1d814dab" providerId="ADAL" clId="{AEB3EEBA-245D-427B-B8D1-DB45284D7449}" dt="2025-05-15T13:16:05.069" v="87" actId="47"/>
        <pc:sldMkLst>
          <pc:docMk/>
          <pc:sldMk cId="919229235" sldId="299"/>
        </pc:sldMkLst>
      </pc:sldChg>
      <pc:sldChg chg="addSp delSp modSp add mod">
        <pc:chgData name="JONATHAN GABRIEL LOOR BAUTISTA" userId="4234489a-f210-4949-b3ca-adca1d814dab" providerId="ADAL" clId="{AEB3EEBA-245D-427B-B8D1-DB45284D7449}" dt="2025-05-16T19:55:19.519" v="377" actId="20577"/>
        <pc:sldMkLst>
          <pc:docMk/>
          <pc:sldMk cId="2958359049" sldId="299"/>
        </pc:sldMkLst>
      </pc:sldChg>
      <pc:sldChg chg="modSp add del mod">
        <pc:chgData name="JONATHAN GABRIEL LOOR BAUTISTA" userId="4234489a-f210-4949-b3ca-adca1d814dab" providerId="ADAL" clId="{AEB3EEBA-245D-427B-B8D1-DB45284D7449}" dt="2025-05-16T20:08:53.029" v="451" actId="47"/>
        <pc:sldMkLst>
          <pc:docMk/>
          <pc:sldMk cId="4042485159" sldId="300"/>
        </pc:sldMkLst>
      </pc:sldChg>
      <pc:sldChg chg="modSp add mod ord">
        <pc:chgData name="JONATHAN GABRIEL LOOR BAUTISTA" userId="4234489a-f210-4949-b3ca-adca1d814dab" providerId="ADAL" clId="{AEB3EEBA-245D-427B-B8D1-DB45284D7449}" dt="2025-05-16T20:34:35.595" v="837" actId="1076"/>
        <pc:sldMkLst>
          <pc:docMk/>
          <pc:sldMk cId="570870609" sldId="301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36:55.131" v="862" actId="1076"/>
        <pc:sldMkLst>
          <pc:docMk/>
          <pc:sldMk cId="4058535090" sldId="302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39:27.010" v="926" actId="20577"/>
        <pc:sldMkLst>
          <pc:docMk/>
          <pc:sldMk cId="643062816" sldId="303"/>
        </pc:sldMkLst>
      </pc:sldChg>
      <pc:sldChg chg="addSp delSp modSp add mod">
        <pc:chgData name="JONATHAN GABRIEL LOOR BAUTISTA" userId="4234489a-f210-4949-b3ca-adca1d814dab" providerId="ADAL" clId="{AEB3EEBA-245D-427B-B8D1-DB45284D7449}" dt="2025-05-19T14:46:20.910" v="1374" actId="1076"/>
        <pc:sldMkLst>
          <pc:docMk/>
          <pc:sldMk cId="4291610913" sldId="304"/>
        </pc:sldMkLst>
      </pc:sldChg>
      <pc:sldChg chg="delSp modSp add mod">
        <pc:chgData name="JONATHAN GABRIEL LOOR BAUTISTA" userId="4234489a-f210-4949-b3ca-adca1d814dab" providerId="ADAL" clId="{AEB3EEBA-245D-427B-B8D1-DB45284D7449}" dt="2025-05-16T20:56:17.916" v="1189" actId="20577"/>
        <pc:sldMkLst>
          <pc:docMk/>
          <pc:sldMk cId="118540457" sldId="305"/>
        </pc:sldMkLst>
      </pc:sldChg>
      <pc:sldChg chg="addSp delSp modSp add mod">
        <pc:chgData name="JONATHAN GABRIEL LOOR BAUTISTA" userId="4234489a-f210-4949-b3ca-adca1d814dab" providerId="ADAL" clId="{AEB3EEBA-245D-427B-B8D1-DB45284D7449}" dt="2025-05-19T14:36:07.149" v="1373" actId="113"/>
        <pc:sldMkLst>
          <pc:docMk/>
          <pc:sldMk cId="1249538767" sldId="306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28:21.316" v="498" actId="14100"/>
        <pc:sldMkLst>
          <pc:docMk/>
          <pc:sldMk cId="1905160335" sldId="307"/>
        </pc:sldMkLst>
      </pc:sldChg>
      <pc:sldChg chg="modSp add mod">
        <pc:chgData name="JONATHAN GABRIEL LOOR BAUTISTA" userId="4234489a-f210-4949-b3ca-adca1d814dab" providerId="ADAL" clId="{AEB3EEBA-245D-427B-B8D1-DB45284D7449}" dt="2025-05-16T21:05:53.880" v="1365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AEB3EEBA-245D-427B-B8D1-DB45284D7449}" dt="2025-05-16T21:05:53.880" v="1365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add del">
        <pc:chgData name="JONATHAN GABRIEL LOOR BAUTISTA" userId="4234489a-f210-4949-b3ca-adca1d814dab" providerId="ADAL" clId="{AEB3EEBA-245D-427B-B8D1-DB45284D7449}" dt="2025-05-16T20:47:32.388" v="1112" actId="47"/>
        <pc:sldMkLst>
          <pc:docMk/>
          <pc:sldMk cId="4041070015" sldId="308"/>
        </pc:sldMkLst>
      </pc:sldChg>
    </pc:docChg>
  </pc:docChgLst>
  <pc:docChgLst>
    <pc:chgData name="JONATHAN GABRIEL LOOR BAUTISTA" userId="4234489a-f210-4949-b3ca-adca1d814dab" providerId="ADAL" clId="{04822459-6DF3-4311-8DFB-DA30866346C2}"/>
    <pc:docChg chg="undo redo custSel addSld delSld modSld">
      <pc:chgData name="JONATHAN GABRIEL LOOR BAUTISTA" userId="4234489a-f210-4949-b3ca-adca1d814dab" providerId="ADAL" clId="{04822459-6DF3-4311-8DFB-DA30866346C2}" dt="2025-04-21T14:26:27.741" v="3565" actId="1076"/>
      <pc:docMkLst>
        <pc:docMk/>
      </pc:docMkLst>
      <pc:sldChg chg="modSp mod">
        <pc:chgData name="JONATHAN GABRIEL LOOR BAUTISTA" userId="4234489a-f210-4949-b3ca-adca1d814dab" providerId="ADAL" clId="{04822459-6DF3-4311-8DFB-DA30866346C2}" dt="2025-04-21T12:50:55.771" v="48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04822459-6DF3-4311-8DFB-DA30866346C2}" dt="2025-04-21T12:50:55.771" v="48" actId="20577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JONATHAN GABRIEL LOOR BAUTISTA" userId="4234489a-f210-4949-b3ca-adca1d814dab" providerId="ADAL" clId="{04822459-6DF3-4311-8DFB-DA30866346C2}" dt="2025-04-21T12:51:10.562" v="49" actId="4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04822459-6DF3-4311-8DFB-DA30866346C2}" dt="2025-04-21T12:51:11.183" v="50" actId="47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4822459-6DF3-4311-8DFB-DA30866346C2}" dt="2025-04-21T12:51:12.151" v="51" actId="47"/>
        <pc:sldMkLst>
          <pc:docMk/>
          <pc:sldMk cId="416056654" sldId="274"/>
        </pc:sldMkLst>
      </pc:sldChg>
      <pc:sldChg chg="del">
        <pc:chgData name="JONATHAN GABRIEL LOOR BAUTISTA" userId="4234489a-f210-4949-b3ca-adca1d814dab" providerId="ADAL" clId="{04822459-6DF3-4311-8DFB-DA30866346C2}" dt="2025-04-21T12:51:12.659" v="52" actId="47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4822459-6DF3-4311-8DFB-DA30866346C2}" dt="2025-04-21T12:51:13.114" v="53" actId="47"/>
        <pc:sldMkLst>
          <pc:docMk/>
          <pc:sldMk cId="2030638201" sldId="276"/>
        </pc:sldMkLst>
      </pc:sldChg>
      <pc:sldChg chg="del">
        <pc:chgData name="JONATHAN GABRIEL LOOR BAUTISTA" userId="4234489a-f210-4949-b3ca-adca1d814dab" providerId="ADAL" clId="{04822459-6DF3-4311-8DFB-DA30866346C2}" dt="2025-04-21T12:51:13.451" v="54" actId="47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4822459-6DF3-4311-8DFB-DA30866346C2}" dt="2025-04-21T12:51:14.033" v="55" actId="47"/>
        <pc:sldMkLst>
          <pc:docMk/>
          <pc:sldMk cId="3978225186" sldId="278"/>
        </pc:sldMkLst>
      </pc:sldChg>
      <pc:sldChg chg="del">
        <pc:chgData name="JONATHAN GABRIEL LOOR BAUTISTA" userId="4234489a-f210-4949-b3ca-adca1d814dab" providerId="ADAL" clId="{04822459-6DF3-4311-8DFB-DA30866346C2}" dt="2025-04-21T12:51:15.272" v="56" actId="47"/>
        <pc:sldMkLst>
          <pc:docMk/>
          <pc:sldMk cId="3324638368" sldId="279"/>
        </pc:sldMkLst>
      </pc:sldChg>
      <pc:sldChg chg="addSp modSp mod">
        <pc:chgData name="JONATHAN GABRIEL LOOR BAUTISTA" userId="4234489a-f210-4949-b3ca-adca1d814dab" providerId="ADAL" clId="{04822459-6DF3-4311-8DFB-DA30866346C2}" dt="2025-04-21T12:57:02.804" v="343" actId="1076"/>
        <pc:sldMkLst>
          <pc:docMk/>
          <pc:sldMk cId="4165485877" sldId="280"/>
        </pc:sldMkLst>
      </pc:sldChg>
      <pc:sldChg chg="addSp modSp mod">
        <pc:chgData name="JONATHAN GABRIEL LOOR BAUTISTA" userId="4234489a-f210-4949-b3ca-adca1d814dab" providerId="ADAL" clId="{04822459-6DF3-4311-8DFB-DA30866346C2}" dt="2025-04-21T13:18:14.159" v="1301" actId="113"/>
        <pc:sldMkLst>
          <pc:docMk/>
          <pc:sldMk cId="1147876043" sldId="281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09:19.136" v="1155" actId="20577"/>
        <pc:sldMkLst>
          <pc:docMk/>
          <pc:sldMk cId="1481732886" sldId="282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17:19.086" v="1258" actId="13926"/>
        <pc:sldMkLst>
          <pc:docMk/>
          <pc:sldMk cId="2227686819" sldId="283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27:03.598" v="1919" actId="1076"/>
        <pc:sldMkLst>
          <pc:docMk/>
          <pc:sldMk cId="3192749992" sldId="284"/>
        </pc:sldMkLst>
      </pc:sldChg>
      <pc:sldChg chg="delSp modSp add mod">
        <pc:chgData name="JONATHAN GABRIEL LOOR BAUTISTA" userId="4234489a-f210-4949-b3ca-adca1d814dab" providerId="ADAL" clId="{04822459-6DF3-4311-8DFB-DA30866346C2}" dt="2025-04-21T13:35:15.167" v="2388" actId="20577"/>
        <pc:sldMkLst>
          <pc:docMk/>
          <pc:sldMk cId="3922002190" sldId="285"/>
        </pc:sldMkLst>
      </pc:sldChg>
      <pc:sldChg chg="addSp modSp add mod">
        <pc:chgData name="JONATHAN GABRIEL LOOR BAUTISTA" userId="4234489a-f210-4949-b3ca-adca1d814dab" providerId="ADAL" clId="{04822459-6DF3-4311-8DFB-DA30866346C2}" dt="2025-04-21T13:49:59.314" v="2717" actId="14100"/>
        <pc:sldMkLst>
          <pc:docMk/>
          <pc:sldMk cId="684473735" sldId="286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57:11.790" v="2805" actId="113"/>
        <pc:sldMkLst>
          <pc:docMk/>
          <pc:sldMk cId="1030578679" sldId="287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07:06.595" v="2886" actId="1076"/>
        <pc:sldMkLst>
          <pc:docMk/>
          <pc:sldMk cId="3681866873" sldId="288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17:34.142" v="2917" actId="1076"/>
        <pc:sldMkLst>
          <pc:docMk/>
          <pc:sldMk cId="3440852824" sldId="289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26:27.741" v="3565" actId="1076"/>
        <pc:sldMkLst>
          <pc:docMk/>
          <pc:sldMk cId="705843136" sldId="290"/>
        </pc:sldMkLst>
      </pc:sldChg>
    </pc:docChg>
  </pc:docChgLst>
  <pc:docChgLst>
    <pc:chgData name="JONATHAN GABRIEL LOOR BAUTISTA" userId="4234489a-f210-4949-b3ca-adca1d814dab" providerId="ADAL" clId="{4BF10871-1B9E-410E-8846-978CDECD46ED}"/>
    <pc:docChg chg="undo custSel addSld delSld modSld">
      <pc:chgData name="JONATHAN GABRIEL LOOR BAUTISTA" userId="4234489a-f210-4949-b3ca-adca1d814dab" providerId="ADAL" clId="{4BF10871-1B9E-410E-8846-978CDECD46ED}" dt="2023-11-09T14:38:02.575" v="1036" actId="20577"/>
      <pc:docMkLst>
        <pc:docMk/>
      </pc:docMkLst>
      <pc:sldChg chg="modSp mod">
        <pc:chgData name="JONATHAN GABRIEL LOOR BAUTISTA" userId="4234489a-f210-4949-b3ca-adca1d814dab" providerId="ADAL" clId="{4BF10871-1B9E-410E-8846-978CDECD46ED}" dt="2023-11-09T13:03:53.545" v="25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4BF10871-1B9E-410E-8846-978CDECD46ED}" dt="2023-11-09T13:09:17.259" v="68" actId="2057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4BF10871-1B9E-410E-8846-978CDECD46ED}" dt="2023-11-09T13:09:08.466" v="66" actId="47"/>
        <pc:sldMkLst>
          <pc:docMk/>
          <pc:sldMk cId="365126346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1:37.608" v="123" actId="1076"/>
        <pc:sldMkLst>
          <pc:docMk/>
          <pc:sldMk cId="1413283838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38:02.575" v="1036" actId="20577"/>
        <pc:sldMkLst>
          <pc:docMk/>
          <pc:sldMk cId="2169708303" sldId="260"/>
        </pc:sldMkLst>
      </pc:sldChg>
      <pc:sldChg chg="del">
        <pc:chgData name="JONATHAN GABRIEL LOOR BAUTISTA" userId="4234489a-f210-4949-b3ca-adca1d814dab" providerId="ADAL" clId="{4BF10871-1B9E-410E-8846-978CDECD46ED}" dt="2023-11-09T13:09:10.005" v="67" actId="47"/>
        <pc:sldMkLst>
          <pc:docMk/>
          <pc:sldMk cId="2494341450" sldId="260"/>
        </pc:sldMkLst>
      </pc:sldChg>
      <pc:sldChg chg="del">
        <pc:chgData name="JONATHAN GABRIEL LOOR BAUTISTA" userId="4234489a-f210-4949-b3ca-adca1d814dab" providerId="ADAL" clId="{4BF10871-1B9E-410E-8846-978CDECD46ED}" dt="2023-11-09T13:09:08.169" v="65" actId="47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8:32.576" v="234" actId="1076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4BF10871-1B9E-410E-8846-978CDECD46ED}" dt="2023-11-09T13:09:07.699" v="63" actId="47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9:20" v="268" actId="1076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1:16.968" v="299" actId="1076"/>
        <pc:sldMkLst>
          <pc:docMk/>
          <pc:sldMk cId="26735523" sldId="263"/>
        </pc:sldMkLst>
      </pc:sldChg>
      <pc:sldChg chg="del">
        <pc:chgData name="JONATHAN GABRIEL LOOR BAUTISTA" userId="4234489a-f210-4949-b3ca-adca1d814dab" providerId="ADAL" clId="{4BF10871-1B9E-410E-8846-978CDECD46ED}" dt="2023-11-09T13:09:07.560" v="62" actId="47"/>
        <pc:sldMkLst>
          <pc:docMk/>
          <pc:sldMk cId="3749474826" sldId="263"/>
        </pc:sldMkLst>
      </pc:sldChg>
      <pc:sldChg chg="del">
        <pc:chgData name="JONATHAN GABRIEL LOOR BAUTISTA" userId="4234489a-f210-4949-b3ca-adca1d814dab" providerId="ADAL" clId="{4BF10871-1B9E-410E-8846-978CDECD46ED}" dt="2023-11-09T13:09:07.357" v="61" actId="47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2:24.608" v="318" actId="313"/>
        <pc:sldMkLst>
          <pc:docMk/>
          <pc:sldMk cId="3349323718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4:57.808" v="346" actId="1076"/>
        <pc:sldMkLst>
          <pc:docMk/>
          <pc:sldMk cId="3215622691" sldId="265"/>
        </pc:sldMkLst>
      </pc:sldChg>
      <pc:sldChg chg="del">
        <pc:chgData name="JONATHAN GABRIEL LOOR BAUTISTA" userId="4234489a-f210-4949-b3ca-adca1d814dab" providerId="ADAL" clId="{4BF10871-1B9E-410E-8846-978CDECD46ED}" dt="2023-11-09T13:09:07.213" v="60" actId="47"/>
        <pc:sldMkLst>
          <pc:docMk/>
          <pc:sldMk cId="3972352135" sldId="265"/>
        </pc:sldMkLst>
      </pc:sldChg>
      <pc:sldChg chg="del">
        <pc:chgData name="JONATHAN GABRIEL LOOR BAUTISTA" userId="4234489a-f210-4949-b3ca-adca1d814dab" providerId="ADAL" clId="{4BF10871-1B9E-410E-8846-978CDECD46ED}" dt="2023-11-09T13:09:07.932" v="64" actId="47"/>
        <pc:sldMkLst>
          <pc:docMk/>
          <pc:sldMk cId="628235030" sldId="26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7:54.463" v="409" actId="1076"/>
        <pc:sldMkLst>
          <pc:docMk/>
          <pc:sldMk cId="2374877937" sldId="266"/>
        </pc:sldMkLst>
      </pc:sldChg>
      <pc:sldChg chg="addSp modSp add mod">
        <pc:chgData name="JONATHAN GABRIEL LOOR BAUTISTA" userId="4234489a-f210-4949-b3ca-adca1d814dab" providerId="ADAL" clId="{4BF10871-1B9E-410E-8846-978CDECD46ED}" dt="2023-11-09T13:35:13.993" v="432"/>
        <pc:sldMkLst>
          <pc:docMk/>
          <pc:sldMk cId="938569621" sldId="267"/>
        </pc:sldMkLst>
      </pc:sldChg>
      <pc:sldChg chg="addSp delSp modSp add">
        <pc:chgData name="JONATHAN GABRIEL LOOR BAUTISTA" userId="4234489a-f210-4949-b3ca-adca1d814dab" providerId="ADAL" clId="{4BF10871-1B9E-410E-8846-978CDECD46ED}" dt="2023-11-09T13:29:06.032" v="417" actId="1076"/>
        <pc:sldMkLst>
          <pc:docMk/>
          <pc:sldMk cId="4009423192" sldId="268"/>
        </pc:sldMkLst>
      </pc:sldChg>
      <pc:sldChg chg="addSp delSp modSp add mod modAnim">
        <pc:chgData name="JONATHAN GABRIEL LOOR BAUTISTA" userId="4234489a-f210-4949-b3ca-adca1d814dab" providerId="ADAL" clId="{4BF10871-1B9E-410E-8846-978CDECD46ED}" dt="2023-11-09T13:33:07.073" v="428" actId="1076"/>
        <pc:sldMkLst>
          <pc:docMk/>
          <pc:sldMk cId="1381898115" sldId="26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8:41.216" v="474" actId="1076"/>
        <pc:sldMkLst>
          <pc:docMk/>
          <pc:sldMk cId="3018725871" sldId="27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9:37.152" v="484" actId="1076"/>
        <pc:sldMkLst>
          <pc:docMk/>
          <pc:sldMk cId="570756419" sldId="27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19.360" v="508" actId="1076"/>
        <pc:sldMkLst>
          <pc:docMk/>
          <pc:sldMk cId="2044139457" sldId="272"/>
        </pc:sldMkLst>
      </pc:sldChg>
      <pc:sldChg chg="add">
        <pc:chgData name="JONATHAN GABRIEL LOOR BAUTISTA" userId="4234489a-f210-4949-b3ca-adca1d814dab" providerId="ADAL" clId="{4BF10871-1B9E-410E-8846-978CDECD46ED}" dt="2023-11-09T13:41:53.680" v="500" actId="2890"/>
        <pc:sldMkLst>
          <pc:docMk/>
          <pc:sldMk cId="1697908801" sldId="27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46.048" v="514" actId="1076"/>
        <pc:sldMkLst>
          <pc:docMk/>
          <pc:sldMk cId="1705900212" sldId="27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8:07.038" v="579" actId="20577"/>
        <pc:sldMkLst>
          <pc:docMk/>
          <pc:sldMk cId="1814231336" sldId="275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0:32.270" v="644" actId="478"/>
        <pc:sldMkLst>
          <pc:docMk/>
          <pc:sldMk cId="3601994577" sldId="27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2:18.264" v="681" actId="313"/>
        <pc:sldMkLst>
          <pc:docMk/>
          <pc:sldMk cId="12759230" sldId="277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2374801582" sldId="277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5:32.453" v="896" actId="20577"/>
        <pc:sldMkLst>
          <pc:docMk/>
          <pc:sldMk cId="793826596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274624831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796450385" sldId="27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6:49.904" v="961" actId="1076"/>
        <pc:sldMkLst>
          <pc:docMk/>
          <pc:sldMk cId="2356721952" sldId="279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911223544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31.363" v="973" actId="1076"/>
        <pc:sldMkLst>
          <pc:docMk/>
          <pc:sldMk cId="3436423708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47.667" v="977" actId="1076"/>
        <pc:sldMkLst>
          <pc:docMk/>
          <pc:sldMk cId="3781675788" sldId="281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419791792" sldId="28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6:47.321" v="987" actId="1076"/>
        <pc:sldMkLst>
          <pc:docMk/>
          <pc:sldMk cId="2603404091" sldId="282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650563039" sldId="28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8:54.624" v="1035" actId="1076"/>
        <pc:sldMkLst>
          <pc:docMk/>
          <pc:sldMk cId="2789636396" sldId="283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47908706" sldId="284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849679617" sldId="285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50071045-9DA3-451F-90A9-5E50EF455384}"/>
    <pc:docChg chg="undo custSel addSld delSld modSld">
      <pc:chgData name="JONATHAN GABRIEL LOOR BAUTISTA" userId="4234489a-f210-4949-b3ca-adca1d814dab" providerId="ADAL" clId="{50071045-9DA3-451F-90A9-5E50EF455384}" dt="2025-06-09T13:49:36.843" v="1048" actId="20577"/>
      <pc:docMkLst>
        <pc:docMk/>
      </pc:docMkLst>
      <pc:sldChg chg="del">
        <pc:chgData name="JONATHAN GABRIEL LOOR BAUTISTA" userId="4234489a-f210-4949-b3ca-adca1d814dab" providerId="ADAL" clId="{50071045-9DA3-451F-90A9-5E50EF455384}" dt="2025-06-02T18:11:20.658" v="72" actId="47"/>
        <pc:sldMkLst>
          <pc:docMk/>
          <pc:sldMk cId="3907512282" sldId="296"/>
        </pc:sldMkLst>
      </pc:sldChg>
      <pc:sldChg chg="del">
        <pc:chgData name="JONATHAN GABRIEL LOOR BAUTISTA" userId="4234489a-f210-4949-b3ca-adca1d814dab" providerId="ADAL" clId="{50071045-9DA3-451F-90A9-5E50EF455384}" dt="2025-06-02T18:11:19.134" v="70" actId="47"/>
        <pc:sldMkLst>
          <pc:docMk/>
          <pc:sldMk cId="2463088549" sldId="297"/>
        </pc:sldMkLst>
      </pc:sldChg>
      <pc:sldChg chg="modSp mod">
        <pc:chgData name="JONATHAN GABRIEL LOOR BAUTISTA" userId="4234489a-f210-4949-b3ca-adca1d814dab" providerId="ADAL" clId="{50071045-9DA3-451F-90A9-5E50EF455384}" dt="2025-06-09T13:49:36.843" v="1048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50071045-9DA3-451F-90A9-5E50EF455384}" dt="2025-06-09T13:49:36.843" v="1048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del">
        <pc:chgData name="JONATHAN GABRIEL LOOR BAUTISTA" userId="4234489a-f210-4949-b3ca-adca1d814dab" providerId="ADAL" clId="{50071045-9DA3-451F-90A9-5E50EF455384}" dt="2025-06-02T18:11:20.020" v="71" actId="47"/>
        <pc:sldMkLst>
          <pc:docMk/>
          <pc:sldMk cId="1910494269" sldId="309"/>
        </pc:sldMkLst>
      </pc:sldChg>
      <pc:sldChg chg="addSp delSp modSp mod">
        <pc:chgData name="JONATHAN GABRIEL LOOR BAUTISTA" userId="4234489a-f210-4949-b3ca-adca1d814dab" providerId="ADAL" clId="{50071045-9DA3-451F-90A9-5E50EF455384}" dt="2025-06-09T13:15:20.926" v="197" actId="1076"/>
        <pc:sldMkLst>
          <pc:docMk/>
          <pc:sldMk cId="1616950650" sldId="310"/>
        </pc:sldMkLst>
        <pc:spChg chg="mod">
          <ac:chgData name="JONATHAN GABRIEL LOOR BAUTISTA" userId="4234489a-f210-4949-b3ca-adca1d814dab" providerId="ADAL" clId="{50071045-9DA3-451F-90A9-5E50EF455384}" dt="2025-06-02T23:45:48.235" v="98" actId="20577"/>
          <ac:spMkLst>
            <pc:docMk/>
            <pc:sldMk cId="1616950650" sldId="310"/>
            <ac:spMk id="24578" creationId="{F704A0B1-6CFE-A1DB-B041-736278967E58}"/>
          </ac:spMkLst>
        </pc:spChg>
        <pc:spChg chg="mod">
          <ac:chgData name="JONATHAN GABRIEL LOOR BAUTISTA" userId="4234489a-f210-4949-b3ca-adca1d814dab" providerId="ADAL" clId="{50071045-9DA3-451F-90A9-5E50EF455384}" dt="2025-06-09T13:12:34.256" v="182"/>
          <ac:spMkLst>
            <pc:docMk/>
            <pc:sldMk cId="1616950650" sldId="310"/>
            <ac:spMk id="24579" creationId="{1888D9FB-8D9F-D797-B0CA-E72C7D932817}"/>
          </ac:spMkLst>
        </pc:spChg>
        <pc:picChg chg="add del mod">
          <ac:chgData name="JONATHAN GABRIEL LOOR BAUTISTA" userId="4234489a-f210-4949-b3ca-adca1d814dab" providerId="ADAL" clId="{50071045-9DA3-451F-90A9-5E50EF455384}" dt="2025-06-09T13:14:11.781" v="184" actId="478"/>
          <ac:picMkLst>
            <pc:docMk/>
            <pc:sldMk cId="1616950650" sldId="310"/>
            <ac:picMk id="3" creationId="{4A7ACC9B-48DE-5BA0-3511-C72FE9396458}"/>
          </ac:picMkLst>
        </pc:picChg>
        <pc:picChg chg="add mod">
          <ac:chgData name="JONATHAN GABRIEL LOOR BAUTISTA" userId="4234489a-f210-4949-b3ca-adca1d814dab" providerId="ADAL" clId="{50071045-9DA3-451F-90A9-5E50EF455384}" dt="2025-06-09T13:15:20.926" v="197" actId="1076"/>
          <ac:picMkLst>
            <pc:docMk/>
            <pc:sldMk cId="1616950650" sldId="310"/>
            <ac:picMk id="1026" creationId="{E445E824-5163-9037-F444-64F254A14478}"/>
          </ac:picMkLst>
        </pc:picChg>
        <pc:picChg chg="add mod">
          <ac:chgData name="JONATHAN GABRIEL LOOR BAUTISTA" userId="4234489a-f210-4949-b3ca-adca1d814dab" providerId="ADAL" clId="{50071045-9DA3-451F-90A9-5E50EF455384}" dt="2025-06-09T13:15:16.482" v="195" actId="1076"/>
          <ac:picMkLst>
            <pc:docMk/>
            <pc:sldMk cId="1616950650" sldId="310"/>
            <ac:picMk id="1028" creationId="{6028EE4D-2A24-F25A-6EA4-BBEFE3035227}"/>
          </ac:picMkLst>
        </pc:picChg>
      </pc:sldChg>
      <pc:sldChg chg="addSp delSp modSp add mod">
        <pc:chgData name="JONATHAN GABRIEL LOOR BAUTISTA" userId="4234489a-f210-4949-b3ca-adca1d814dab" providerId="ADAL" clId="{50071045-9DA3-451F-90A9-5E50EF455384}" dt="2025-06-09T13:22:05.911" v="212" actId="1076"/>
        <pc:sldMkLst>
          <pc:docMk/>
          <pc:sldMk cId="488625705" sldId="311"/>
        </pc:sldMkLst>
        <pc:spChg chg="mod">
          <ac:chgData name="JONATHAN GABRIEL LOOR BAUTISTA" userId="4234489a-f210-4949-b3ca-adca1d814dab" providerId="ADAL" clId="{50071045-9DA3-451F-90A9-5E50EF455384}" dt="2025-06-02T23:46:31.554" v="135" actId="20577"/>
          <ac:spMkLst>
            <pc:docMk/>
            <pc:sldMk cId="488625705" sldId="311"/>
            <ac:spMk id="24578" creationId="{B9A8C5B5-5687-EC72-005C-A7D181E44802}"/>
          </ac:spMkLst>
        </pc:spChg>
        <pc:spChg chg="mod">
          <ac:chgData name="JONATHAN GABRIEL LOOR BAUTISTA" userId="4234489a-f210-4949-b3ca-adca1d814dab" providerId="ADAL" clId="{50071045-9DA3-451F-90A9-5E50EF455384}" dt="2025-06-09T13:19:06.557" v="204" actId="20577"/>
          <ac:spMkLst>
            <pc:docMk/>
            <pc:sldMk cId="488625705" sldId="311"/>
            <ac:spMk id="24579" creationId="{0080631E-5A83-96B2-27FD-E4FCF5ED3415}"/>
          </ac:spMkLst>
        </pc:spChg>
        <pc:picChg chg="add del mod">
          <ac:chgData name="JONATHAN GABRIEL LOOR BAUTISTA" userId="4234489a-f210-4949-b3ca-adca1d814dab" providerId="ADAL" clId="{50071045-9DA3-451F-90A9-5E50EF455384}" dt="2025-06-09T13:18:59.574" v="200" actId="478"/>
          <ac:picMkLst>
            <pc:docMk/>
            <pc:sldMk cId="488625705" sldId="311"/>
            <ac:picMk id="3" creationId="{24DC76B0-D32D-310C-B0ED-B5C719223B7B}"/>
          </ac:picMkLst>
        </pc:picChg>
        <pc:picChg chg="add mod">
          <ac:chgData name="JONATHAN GABRIEL LOOR BAUTISTA" userId="4234489a-f210-4949-b3ca-adca1d814dab" providerId="ADAL" clId="{50071045-9DA3-451F-90A9-5E50EF455384}" dt="2025-06-09T13:21:59.295" v="210" actId="1076"/>
          <ac:picMkLst>
            <pc:docMk/>
            <pc:sldMk cId="488625705" sldId="311"/>
            <ac:picMk id="4" creationId="{E8F04BD0-44C6-4171-E5B7-E64AA483F2C1}"/>
          </ac:picMkLst>
        </pc:picChg>
        <pc:picChg chg="add mod">
          <ac:chgData name="JONATHAN GABRIEL LOOR BAUTISTA" userId="4234489a-f210-4949-b3ca-adca1d814dab" providerId="ADAL" clId="{50071045-9DA3-451F-90A9-5E50EF455384}" dt="2025-06-09T13:22:05.911" v="212" actId="1076"/>
          <ac:picMkLst>
            <pc:docMk/>
            <pc:sldMk cId="488625705" sldId="311"/>
            <ac:picMk id="2050" creationId="{4A24440C-6C1B-E423-C75E-7E9AA9147819}"/>
          </ac:picMkLst>
        </pc:picChg>
      </pc:sldChg>
      <pc:sldChg chg="del">
        <pc:chgData name="JONATHAN GABRIEL LOOR BAUTISTA" userId="4234489a-f210-4949-b3ca-adca1d814dab" providerId="ADAL" clId="{50071045-9DA3-451F-90A9-5E50EF455384}" dt="2025-06-02T18:11:25.121" v="74" actId="47"/>
        <pc:sldMkLst>
          <pc:docMk/>
          <pc:sldMk cId="3659524975" sldId="311"/>
        </pc:sldMkLst>
      </pc:sldChg>
      <pc:sldChg chg="addSp delSp modSp add mod">
        <pc:chgData name="JONATHAN GABRIEL LOOR BAUTISTA" userId="4234489a-f210-4949-b3ca-adca1d814dab" providerId="ADAL" clId="{50071045-9DA3-451F-90A9-5E50EF455384}" dt="2025-06-09T13:36:38.639" v="504" actId="14100"/>
        <pc:sldMkLst>
          <pc:docMk/>
          <pc:sldMk cId="826297303" sldId="312"/>
        </pc:sldMkLst>
        <pc:spChg chg="add mod">
          <ac:chgData name="JONATHAN GABRIEL LOOR BAUTISTA" userId="4234489a-f210-4949-b3ca-adca1d814dab" providerId="ADAL" clId="{50071045-9DA3-451F-90A9-5E50EF455384}" dt="2025-06-09T13:36:23.396" v="500" actId="1076"/>
          <ac:spMkLst>
            <pc:docMk/>
            <pc:sldMk cId="826297303" sldId="312"/>
            <ac:spMk id="7" creationId="{56F1F188-6563-4AC9-8AD8-CFB028980B6A}"/>
          </ac:spMkLst>
        </pc:spChg>
        <pc:spChg chg="add mod">
          <ac:chgData name="JONATHAN GABRIEL LOOR BAUTISTA" userId="4234489a-f210-4949-b3ca-adca1d814dab" providerId="ADAL" clId="{50071045-9DA3-451F-90A9-5E50EF455384}" dt="2025-06-09T13:36:27.158" v="501" actId="1076"/>
          <ac:spMkLst>
            <pc:docMk/>
            <pc:sldMk cId="826297303" sldId="312"/>
            <ac:spMk id="8" creationId="{29407A55-40ED-C64E-9856-B7B783A9F916}"/>
          </ac:spMkLst>
        </pc:spChg>
        <pc:spChg chg="add mod">
          <ac:chgData name="JONATHAN GABRIEL LOOR BAUTISTA" userId="4234489a-f210-4949-b3ca-adca1d814dab" providerId="ADAL" clId="{50071045-9DA3-451F-90A9-5E50EF455384}" dt="2025-06-09T13:36:31.240" v="502" actId="1076"/>
          <ac:spMkLst>
            <pc:docMk/>
            <pc:sldMk cId="826297303" sldId="312"/>
            <ac:spMk id="9" creationId="{E05617FB-3BC7-03AE-E082-F9F16F9893A5}"/>
          </ac:spMkLst>
        </pc:spChg>
        <pc:spChg chg="mod">
          <ac:chgData name="JONATHAN GABRIEL LOOR BAUTISTA" userId="4234489a-f210-4949-b3ca-adca1d814dab" providerId="ADAL" clId="{50071045-9DA3-451F-90A9-5E50EF455384}" dt="2025-06-02T23:46:55.962" v="161" actId="20577"/>
          <ac:spMkLst>
            <pc:docMk/>
            <pc:sldMk cId="826297303" sldId="312"/>
            <ac:spMk id="24578" creationId="{103CE494-C52E-FA09-4D51-1B9D0732DFC8}"/>
          </ac:spMkLst>
        </pc:spChg>
        <pc:spChg chg="mod">
          <ac:chgData name="JONATHAN GABRIEL LOOR BAUTISTA" userId="4234489a-f210-4949-b3ca-adca1d814dab" providerId="ADAL" clId="{50071045-9DA3-451F-90A9-5E50EF455384}" dt="2025-06-09T13:36:11.981" v="497" actId="14100"/>
          <ac:spMkLst>
            <pc:docMk/>
            <pc:sldMk cId="826297303" sldId="312"/>
            <ac:spMk id="24579" creationId="{20C45814-6963-FCC9-E40D-42E35C4B5E6D}"/>
          </ac:spMkLst>
        </pc:spChg>
        <pc:picChg chg="add del">
          <ac:chgData name="JONATHAN GABRIEL LOOR BAUTISTA" userId="4234489a-f210-4949-b3ca-adca1d814dab" providerId="ADAL" clId="{50071045-9DA3-451F-90A9-5E50EF455384}" dt="2025-06-09T13:23:07.418" v="215" actId="478"/>
          <ac:picMkLst>
            <pc:docMk/>
            <pc:sldMk cId="826297303" sldId="312"/>
            <ac:picMk id="2" creationId="{4B06B13A-341C-9132-AB7A-3A263CB99AE2}"/>
          </ac:picMkLst>
        </pc:picChg>
        <pc:picChg chg="add del mod">
          <ac:chgData name="JONATHAN GABRIEL LOOR BAUTISTA" userId="4234489a-f210-4949-b3ca-adca1d814dab" providerId="ADAL" clId="{50071045-9DA3-451F-90A9-5E50EF455384}" dt="2025-06-09T13:34:44.332" v="488" actId="478"/>
          <ac:picMkLst>
            <pc:docMk/>
            <pc:sldMk cId="826297303" sldId="312"/>
            <ac:picMk id="3" creationId="{F943F919-1B12-0B67-21E1-EC9F35B262E8}"/>
          </ac:picMkLst>
        </pc:picChg>
        <pc:picChg chg="add del mod">
          <ac:chgData name="JONATHAN GABRIEL LOOR BAUTISTA" userId="4234489a-f210-4949-b3ca-adca1d814dab" providerId="ADAL" clId="{50071045-9DA3-451F-90A9-5E50EF455384}" dt="2025-06-09T13:34:46.217" v="489" actId="478"/>
          <ac:picMkLst>
            <pc:docMk/>
            <pc:sldMk cId="826297303" sldId="312"/>
            <ac:picMk id="5" creationId="{B1AA8F82-1491-1435-6DC6-B1024805628E}"/>
          </ac:picMkLst>
        </pc:picChg>
        <pc:picChg chg="add mod">
          <ac:chgData name="JONATHAN GABRIEL LOOR BAUTISTA" userId="4234489a-f210-4949-b3ca-adca1d814dab" providerId="ADAL" clId="{50071045-9DA3-451F-90A9-5E50EF455384}" dt="2025-06-09T13:36:38.639" v="504" actId="14100"/>
          <ac:picMkLst>
            <pc:docMk/>
            <pc:sldMk cId="826297303" sldId="312"/>
            <ac:picMk id="3074" creationId="{969CAFDE-B49B-BD31-1D5E-2D4773E585C2}"/>
          </ac:picMkLst>
        </pc:picChg>
      </pc:sldChg>
      <pc:sldChg chg="del">
        <pc:chgData name="JONATHAN GABRIEL LOOR BAUTISTA" userId="4234489a-f210-4949-b3ca-adca1d814dab" providerId="ADAL" clId="{50071045-9DA3-451F-90A9-5E50EF455384}" dt="2025-06-02T18:11:25.506" v="75" actId="47"/>
        <pc:sldMkLst>
          <pc:docMk/>
          <pc:sldMk cId="1022462976" sldId="312"/>
        </pc:sldMkLst>
      </pc:sldChg>
      <pc:sldChg chg="addSp delSp modSp add mod">
        <pc:chgData name="JONATHAN GABRIEL LOOR BAUTISTA" userId="4234489a-f210-4949-b3ca-adca1d814dab" providerId="ADAL" clId="{50071045-9DA3-451F-90A9-5E50EF455384}" dt="2025-06-09T13:39:04.228" v="510" actId="1076"/>
        <pc:sldMkLst>
          <pc:docMk/>
          <pc:sldMk cId="2765133208" sldId="313"/>
        </pc:sldMkLst>
        <pc:spChg chg="mod">
          <ac:chgData name="JONATHAN GABRIEL LOOR BAUTISTA" userId="4234489a-f210-4949-b3ca-adca1d814dab" providerId="ADAL" clId="{50071045-9DA3-451F-90A9-5E50EF455384}" dt="2025-06-09T13:36:53.464" v="505" actId="14100"/>
          <ac:spMkLst>
            <pc:docMk/>
            <pc:sldMk cId="2765133208" sldId="313"/>
            <ac:spMk id="24579" creationId="{8F789011-9623-84F0-9F04-6EE7387F9382}"/>
          </ac:spMkLst>
        </pc:spChg>
        <pc:picChg chg="add del mod">
          <ac:chgData name="JONATHAN GABRIEL LOOR BAUTISTA" userId="4234489a-f210-4949-b3ca-adca1d814dab" providerId="ADAL" clId="{50071045-9DA3-451F-90A9-5E50EF455384}" dt="2025-06-09T13:38:48.866" v="506" actId="478"/>
          <ac:picMkLst>
            <pc:docMk/>
            <pc:sldMk cId="2765133208" sldId="313"/>
            <ac:picMk id="3" creationId="{E0E7FB61-6312-A41B-B1B6-F51023A36214}"/>
          </ac:picMkLst>
        </pc:picChg>
        <pc:picChg chg="add mod">
          <ac:chgData name="JONATHAN GABRIEL LOOR BAUTISTA" userId="4234489a-f210-4949-b3ca-adca1d814dab" providerId="ADAL" clId="{50071045-9DA3-451F-90A9-5E50EF455384}" dt="2025-06-09T13:39:04.228" v="510" actId="1076"/>
          <ac:picMkLst>
            <pc:docMk/>
            <pc:sldMk cId="2765133208" sldId="313"/>
            <ac:picMk id="4" creationId="{81372241-1AC6-B065-D06F-5BAE8972FBCF}"/>
          </ac:picMkLst>
        </pc:picChg>
      </pc:sldChg>
      <pc:sldChg chg="del">
        <pc:chgData name="JONATHAN GABRIEL LOOR BAUTISTA" userId="4234489a-f210-4949-b3ca-adca1d814dab" providerId="ADAL" clId="{50071045-9DA3-451F-90A9-5E50EF455384}" dt="2025-06-02T18:11:26.788" v="76" actId="47"/>
        <pc:sldMkLst>
          <pc:docMk/>
          <pc:sldMk cId="3630284739" sldId="313"/>
        </pc:sldMkLst>
      </pc:sldChg>
      <pc:sldChg chg="addSp delSp modSp add mod">
        <pc:chgData name="JONATHAN GABRIEL LOOR BAUTISTA" userId="4234489a-f210-4949-b3ca-adca1d814dab" providerId="ADAL" clId="{50071045-9DA3-451F-90A9-5E50EF455384}" dt="2025-06-09T13:46:27.553" v="829" actId="20577"/>
        <pc:sldMkLst>
          <pc:docMk/>
          <pc:sldMk cId="884586642" sldId="314"/>
        </pc:sldMkLst>
        <pc:spChg chg="mod">
          <ac:chgData name="JONATHAN GABRIEL LOOR BAUTISTA" userId="4234489a-f210-4949-b3ca-adca1d814dab" providerId="ADAL" clId="{50071045-9DA3-451F-90A9-5E50EF455384}" dt="2025-06-09T13:46:27.553" v="829" actId="20577"/>
          <ac:spMkLst>
            <pc:docMk/>
            <pc:sldMk cId="884586642" sldId="314"/>
            <ac:spMk id="24578" creationId="{B8348CD8-0A92-1659-888C-22AAF4F4C714}"/>
          </ac:spMkLst>
        </pc:spChg>
        <pc:spChg chg="mod">
          <ac:chgData name="JONATHAN GABRIEL LOOR BAUTISTA" userId="4234489a-f210-4949-b3ca-adca1d814dab" providerId="ADAL" clId="{50071045-9DA3-451F-90A9-5E50EF455384}" dt="2025-06-09T13:46:21.173" v="805" actId="6549"/>
          <ac:spMkLst>
            <pc:docMk/>
            <pc:sldMk cId="884586642" sldId="314"/>
            <ac:spMk id="24579" creationId="{0EB9277F-C240-AC09-7113-B4F8D0B000C3}"/>
          </ac:spMkLst>
        </pc:spChg>
        <pc:picChg chg="add del mod">
          <ac:chgData name="JONATHAN GABRIEL LOOR BAUTISTA" userId="4234489a-f210-4949-b3ca-adca1d814dab" providerId="ADAL" clId="{50071045-9DA3-451F-90A9-5E50EF455384}" dt="2025-06-09T13:44:30.694" v="753" actId="478"/>
          <ac:picMkLst>
            <pc:docMk/>
            <pc:sldMk cId="884586642" sldId="314"/>
            <ac:picMk id="3" creationId="{296FF3DF-B3A7-F13B-C61E-6188D9177AB6}"/>
          </ac:picMkLst>
        </pc:picChg>
      </pc:sldChg>
      <pc:sldChg chg="del">
        <pc:chgData name="JONATHAN GABRIEL LOOR BAUTISTA" userId="4234489a-f210-4949-b3ca-adca1d814dab" providerId="ADAL" clId="{50071045-9DA3-451F-90A9-5E50EF455384}" dt="2025-06-02T18:11:24.768" v="73" actId="47"/>
        <pc:sldMkLst>
          <pc:docMk/>
          <pc:sldMk cId="1402953868" sldId="314"/>
        </pc:sldMkLst>
      </pc:sldChg>
      <pc:sldChg chg="add del">
        <pc:chgData name="JONATHAN GABRIEL LOOR BAUTISTA" userId="4234489a-f210-4949-b3ca-adca1d814dab" providerId="ADAL" clId="{50071045-9DA3-451F-90A9-5E50EF455384}" dt="2025-06-09T13:44:44.477" v="754" actId="47"/>
        <pc:sldMkLst>
          <pc:docMk/>
          <pc:sldMk cId="2988985112" sldId="315"/>
        </pc:sldMkLst>
      </pc:sldChg>
      <pc:sldChg chg="modSp add del mod">
        <pc:chgData name="JONATHAN GABRIEL LOOR BAUTISTA" userId="4234489a-f210-4949-b3ca-adca1d814dab" providerId="ADAL" clId="{50071045-9DA3-451F-90A9-5E50EF455384}" dt="2025-06-09T13:48:25.055" v="981" actId="47"/>
        <pc:sldMkLst>
          <pc:docMk/>
          <pc:sldMk cId="1389626286" sldId="316"/>
        </pc:sldMkLst>
        <pc:spChg chg="mod">
          <ac:chgData name="JONATHAN GABRIEL LOOR BAUTISTA" userId="4234489a-f210-4949-b3ca-adca1d814dab" providerId="ADAL" clId="{50071045-9DA3-451F-90A9-5E50EF455384}" dt="2025-06-09T13:48:19.172" v="978" actId="21"/>
          <ac:spMkLst>
            <pc:docMk/>
            <pc:sldMk cId="1389626286" sldId="316"/>
            <ac:spMk id="24579" creationId="{E09E2992-E3A3-CF31-A617-0C66E5978588}"/>
          </ac:spMkLst>
        </pc:spChg>
      </pc:sldChg>
    </pc:docChg>
  </pc:docChgLst>
  <pc:docChgLst>
    <pc:chgData name="JONATHAN GABRIEL LOOR BAUTISTA" userId="4234489a-f210-4949-b3ca-adca1d814dab" providerId="ADAL" clId="{FE2EE89C-43BE-45E3-8A42-D09B34D705A0}"/>
    <pc:docChg chg="undo custSel modSld">
      <pc:chgData name="JONATHAN GABRIEL LOOR BAUTISTA" userId="4234489a-f210-4949-b3ca-adca1d814dab" providerId="ADAL" clId="{FE2EE89C-43BE-45E3-8A42-D09B34D705A0}" dt="2024-12-03T20:10:20.473" v="251" actId="20577"/>
      <pc:docMkLst>
        <pc:docMk/>
      </pc:docMkLst>
      <pc:sldChg chg="addSp delSp modSp mod">
        <pc:chgData name="JONATHAN GABRIEL LOOR BAUTISTA" userId="4234489a-f210-4949-b3ca-adca1d814dab" providerId="ADAL" clId="{FE2EE89C-43BE-45E3-8A42-D09B34D705A0}" dt="2024-12-03T19:34:05.596" v="104" actId="14100"/>
        <pc:sldMkLst>
          <pc:docMk/>
          <pc:sldMk cId="445900017" sldId="272"/>
        </pc:sldMkLst>
      </pc:sldChg>
      <pc:sldChg chg="modSp mod">
        <pc:chgData name="JONATHAN GABRIEL LOOR BAUTISTA" userId="4234489a-f210-4949-b3ca-adca1d814dab" providerId="ADAL" clId="{FE2EE89C-43BE-45E3-8A42-D09B34D705A0}" dt="2024-12-03T19:52:19.539" v="116" actId="20577"/>
        <pc:sldMkLst>
          <pc:docMk/>
          <pc:sldMk cId="3860355998" sldId="282"/>
        </pc:sldMkLst>
      </pc:sldChg>
      <pc:sldChg chg="modSp mod">
        <pc:chgData name="JONATHAN GABRIEL LOOR BAUTISTA" userId="4234489a-f210-4949-b3ca-adca1d814dab" providerId="ADAL" clId="{FE2EE89C-43BE-45E3-8A42-D09B34D705A0}" dt="2024-12-03T20:02:50.114" v="159"/>
        <pc:sldMkLst>
          <pc:docMk/>
          <pc:sldMk cId="3796690466" sldId="285"/>
        </pc:sldMkLst>
      </pc:sldChg>
      <pc:sldChg chg="modSp mod">
        <pc:chgData name="JONATHAN GABRIEL LOOR BAUTISTA" userId="4234489a-f210-4949-b3ca-adca1d814dab" providerId="ADAL" clId="{FE2EE89C-43BE-45E3-8A42-D09B34D705A0}" dt="2024-12-03T20:07:18.882" v="214" actId="20577"/>
        <pc:sldMkLst>
          <pc:docMk/>
          <pc:sldMk cId="3119478525" sldId="286"/>
        </pc:sldMkLst>
      </pc:sldChg>
      <pc:sldChg chg="delSp modSp mod">
        <pc:chgData name="JONATHAN GABRIEL LOOR BAUTISTA" userId="4234489a-f210-4949-b3ca-adca1d814dab" providerId="ADAL" clId="{FE2EE89C-43BE-45E3-8A42-D09B34D705A0}" dt="2024-12-03T20:10:20.473" v="251" actId="20577"/>
        <pc:sldMkLst>
          <pc:docMk/>
          <pc:sldMk cId="1109680319" sldId="288"/>
        </pc:sldMkLst>
      </pc:sldChg>
    </pc:docChg>
  </pc:docChgLst>
  <pc:docChgLst>
    <pc:chgData name="JONATHAN GABRIEL LOOR BAUTISTA" userId="4234489a-f210-4949-b3ca-adca1d814dab" providerId="ADAL" clId="{CA9E5BA9-EB2F-4B98-BE29-D96613308550}"/>
    <pc:docChg chg="undo custSel addSld delSld modSld sldOrd">
      <pc:chgData name="JONATHAN GABRIEL LOOR BAUTISTA" userId="4234489a-f210-4949-b3ca-adca1d814dab" providerId="ADAL" clId="{CA9E5BA9-EB2F-4B98-BE29-D96613308550}" dt="2025-04-28T13:36:52.748" v="1019" actId="14100"/>
      <pc:docMkLst>
        <pc:docMk/>
      </pc:docMkLst>
      <pc:sldChg chg="del">
        <pc:chgData name="JONATHAN GABRIEL LOOR BAUTISTA" userId="4234489a-f210-4949-b3ca-adca1d814dab" providerId="ADAL" clId="{CA9E5BA9-EB2F-4B98-BE29-D96613308550}" dt="2025-04-27T23:15:26.712" v="64" actId="4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CA9E5BA9-EB2F-4B98-BE29-D96613308550}" dt="2025-04-27T23:15:28.204" v="65" actId="4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CA9E5BA9-EB2F-4B98-BE29-D96613308550}" dt="2025-04-27T23:15:28.629" v="66" actId="47"/>
        <pc:sldMkLst>
          <pc:docMk/>
          <pc:sldMk cId="1481732886" sldId="282"/>
        </pc:sldMkLst>
      </pc:sldChg>
      <pc:sldChg chg="del">
        <pc:chgData name="JONATHAN GABRIEL LOOR BAUTISTA" userId="4234489a-f210-4949-b3ca-adca1d814dab" providerId="ADAL" clId="{CA9E5BA9-EB2F-4B98-BE29-D96613308550}" dt="2025-04-27T23:15:29.096" v="67" actId="47"/>
        <pc:sldMkLst>
          <pc:docMk/>
          <pc:sldMk cId="2227686819" sldId="283"/>
        </pc:sldMkLst>
      </pc:sldChg>
      <pc:sldChg chg="del">
        <pc:chgData name="JONATHAN GABRIEL LOOR BAUTISTA" userId="4234489a-f210-4949-b3ca-adca1d814dab" providerId="ADAL" clId="{CA9E5BA9-EB2F-4B98-BE29-D96613308550}" dt="2025-04-27T23:15:29.530" v="68" actId="47"/>
        <pc:sldMkLst>
          <pc:docMk/>
          <pc:sldMk cId="3192749992" sldId="284"/>
        </pc:sldMkLst>
      </pc:sldChg>
      <pc:sldChg chg="del">
        <pc:chgData name="JONATHAN GABRIEL LOOR BAUTISTA" userId="4234489a-f210-4949-b3ca-adca1d814dab" providerId="ADAL" clId="{CA9E5BA9-EB2F-4B98-BE29-D96613308550}" dt="2025-04-27T23:15:36.943" v="69" actId="47"/>
        <pc:sldMkLst>
          <pc:docMk/>
          <pc:sldMk cId="3922002190" sldId="285"/>
        </pc:sldMkLst>
      </pc:sldChg>
      <pc:sldChg chg="del">
        <pc:chgData name="JONATHAN GABRIEL LOOR BAUTISTA" userId="4234489a-f210-4949-b3ca-adca1d814dab" providerId="ADAL" clId="{CA9E5BA9-EB2F-4B98-BE29-D96613308550}" dt="2025-04-27T23:15:39.243" v="70" actId="47"/>
        <pc:sldMkLst>
          <pc:docMk/>
          <pc:sldMk cId="684473735" sldId="286"/>
        </pc:sldMkLst>
      </pc:sldChg>
      <pc:sldChg chg="addSp delSp modSp mod">
        <pc:chgData name="JONATHAN GABRIEL LOOR BAUTISTA" userId="4234489a-f210-4949-b3ca-adca1d814dab" providerId="ADAL" clId="{CA9E5BA9-EB2F-4B98-BE29-D96613308550}" dt="2025-04-27T23:32:33.413" v="145" actId="14100"/>
        <pc:sldMkLst>
          <pc:docMk/>
          <pc:sldMk cId="1030578679" sldId="287"/>
        </pc:sldMkLst>
      </pc:sldChg>
      <pc:sldChg chg="del">
        <pc:chgData name="JONATHAN GABRIEL LOOR BAUTISTA" userId="4234489a-f210-4949-b3ca-adca1d814dab" providerId="ADAL" clId="{CA9E5BA9-EB2F-4B98-BE29-D96613308550}" dt="2025-04-27T23:36:59.234" v="189" actId="47"/>
        <pc:sldMkLst>
          <pc:docMk/>
          <pc:sldMk cId="3681866873" sldId="288"/>
        </pc:sldMkLst>
      </pc:sldChg>
      <pc:sldChg chg="del">
        <pc:chgData name="JONATHAN GABRIEL LOOR BAUTISTA" userId="4234489a-f210-4949-b3ca-adca1d814dab" providerId="ADAL" clId="{CA9E5BA9-EB2F-4B98-BE29-D96613308550}" dt="2025-04-27T23:36:58.964" v="188" actId="47"/>
        <pc:sldMkLst>
          <pc:docMk/>
          <pc:sldMk cId="3440852824" sldId="289"/>
        </pc:sldMkLst>
      </pc:sldChg>
      <pc:sldChg chg="del">
        <pc:chgData name="JONATHAN GABRIEL LOOR BAUTISTA" userId="4234489a-f210-4949-b3ca-adca1d814dab" providerId="ADAL" clId="{CA9E5BA9-EB2F-4B98-BE29-D96613308550}" dt="2025-04-27T23:15:16.313" v="63" actId="47"/>
        <pc:sldMkLst>
          <pc:docMk/>
          <pc:sldMk cId="705843136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36:31.372" v="187" actId="20577"/>
        <pc:sldMkLst>
          <pc:docMk/>
          <pc:sldMk cId="4262102034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47:28.476" v="330" actId="14100"/>
        <pc:sldMkLst>
          <pc:docMk/>
          <pc:sldMk cId="3917552893" sldId="291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0:55:01.767" v="401" actId="14100"/>
        <pc:sldMkLst>
          <pc:docMk/>
          <pc:sldMk cId="3838651608" sldId="292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1:05:50.427" v="449"/>
        <pc:sldMkLst>
          <pc:docMk/>
          <pc:sldMk cId="1660400904" sldId="293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28:40.659" v="600" actId="113"/>
        <pc:sldMkLst>
          <pc:docMk/>
          <pc:sldMk cId="675903930" sldId="294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50:39.251" v="799" actId="1076"/>
        <pc:sldMkLst>
          <pc:docMk/>
          <pc:sldMk cId="3784401589" sldId="295"/>
        </pc:sldMkLst>
      </pc:sldChg>
      <pc:sldChg chg="delSp modSp add mod">
        <pc:chgData name="JONATHAN GABRIEL LOOR BAUTISTA" userId="4234489a-f210-4949-b3ca-adca1d814dab" providerId="ADAL" clId="{CA9E5BA9-EB2F-4B98-BE29-D96613308550}" dt="2025-04-28T13:01:05.260" v="872" actId="20577"/>
        <pc:sldMkLst>
          <pc:docMk/>
          <pc:sldMk cId="3907512282" sldId="296"/>
        </pc:sldMkLst>
      </pc:sldChg>
      <pc:sldChg chg="modSp add mod">
        <pc:chgData name="JONATHAN GABRIEL LOOR BAUTISTA" userId="4234489a-f210-4949-b3ca-adca1d814dab" providerId="ADAL" clId="{CA9E5BA9-EB2F-4B98-BE29-D96613308550}" dt="2025-04-28T13:29:13.884" v="951" actId="20577"/>
        <pc:sldMkLst>
          <pc:docMk/>
          <pc:sldMk cId="2463088549" sldId="297"/>
        </pc:sldMkLst>
      </pc:sldChg>
      <pc:sldChg chg="addSp modSp add mod">
        <pc:chgData name="JONATHAN GABRIEL LOOR BAUTISTA" userId="4234489a-f210-4949-b3ca-adca1d814dab" providerId="ADAL" clId="{CA9E5BA9-EB2F-4B98-BE29-D96613308550}" dt="2025-04-28T13:34:31.051" v="990" actId="11"/>
        <pc:sldMkLst>
          <pc:docMk/>
          <pc:sldMk cId="2176370239" sldId="298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5:09.414" v="1006" actId="1076"/>
        <pc:sldMkLst>
          <pc:docMk/>
          <pc:sldMk cId="3227574610" sldId="299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6:52.748" v="1019" actId="14100"/>
        <pc:sldMkLst>
          <pc:docMk/>
          <pc:sldMk cId="122779942" sldId="300"/>
        </pc:sldMkLst>
      </pc:sldChg>
    </pc:docChg>
  </pc:docChgLst>
  <pc:docChgLst>
    <pc:chgData name="JONATHAN GABRIEL LOOR BAUTISTA" userId="4234489a-f210-4949-b3ca-adca1d814dab" providerId="ADAL" clId="{32AE7896-BB73-4C81-9FBA-33FB8A1AB101}"/>
    <pc:docChg chg="undo custSel addSld delSld modSld sldOrd">
      <pc:chgData name="JONATHAN GABRIEL LOOR BAUTISTA" userId="4234489a-f210-4949-b3ca-adca1d814dab" providerId="ADAL" clId="{32AE7896-BB73-4C81-9FBA-33FB8A1AB101}" dt="2023-11-23T14:28:13.946" v="1621" actId="478"/>
      <pc:docMkLst>
        <pc:docMk/>
      </pc:docMkLst>
      <pc:sldChg chg="modSp mod">
        <pc:chgData name="JONATHAN GABRIEL LOOR BAUTISTA" userId="4234489a-f210-4949-b3ca-adca1d814dab" providerId="ADAL" clId="{32AE7896-BB73-4C81-9FBA-33FB8A1AB101}" dt="2023-11-16T10:26:31.716" v="4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32AE7896-BB73-4C81-9FBA-33FB8A1AB101}" dt="2023-11-16T10:43:40.636" v="45" actId="11529"/>
        <pc:sldMkLst>
          <pc:docMk/>
          <pc:sldMk cId="0" sldId="258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11:07.901" v="56" actId="1076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413283838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169708303" sldId="260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45:27.169" v="553"/>
        <pc:sldMkLst>
          <pc:docMk/>
          <pc:sldMk cId="2412575459" sldId="260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3.742" v="554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8.973" v="555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735523" sldId="263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44.973" v="556"/>
        <pc:sldMkLst>
          <pc:docMk/>
          <pc:sldMk cId="315044553" sldId="263"/>
        </pc:sldMkLst>
      </pc:sldChg>
      <pc:sldChg chg="delSp modSp add mod">
        <pc:chgData name="JONATHAN GABRIEL LOOR BAUTISTA" userId="4234489a-f210-4949-b3ca-adca1d814dab" providerId="ADAL" clId="{32AE7896-BB73-4C81-9FBA-33FB8A1AB101}" dt="2023-11-16T13:45:50.078" v="55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349323718" sldId="264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50:47.574" v="611" actId="1076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215622691" sldId="265"/>
        </pc:sldMkLst>
      </pc:sldChg>
      <pc:sldChg chg="add del">
        <pc:chgData name="JONATHAN GABRIEL LOOR BAUTISTA" userId="4234489a-f210-4949-b3ca-adca1d814dab" providerId="ADAL" clId="{32AE7896-BB73-4C81-9FBA-33FB8A1AB101}" dt="2023-11-16T13:51:28.138" v="613" actId="47"/>
        <pc:sldMkLst>
          <pc:docMk/>
          <pc:sldMk cId="1730970373" sldId="26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74877937" sldId="266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1:34.192" v="1368" actId="20577"/>
        <pc:sldMkLst>
          <pc:docMk/>
          <pc:sldMk cId="4287966700" sldId="266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4:28:13.946" v="1621" actId="478"/>
        <pc:sldMkLst>
          <pc:docMk/>
          <pc:sldMk cId="814129114" sldId="26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938569621" sldId="267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21:59.423" v="1146" actId="2085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4009423192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381898115" sldId="269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24:15.758" v="1175" actId="2085"/>
        <pc:sldMkLst>
          <pc:docMk/>
          <pc:sldMk cId="2736320437" sldId="269"/>
        </pc:sldMkLst>
      </pc:sldChg>
      <pc:sldChg chg="addSp delSp modSp add del mod">
        <pc:chgData name="JONATHAN GABRIEL LOOR BAUTISTA" userId="4234489a-f210-4949-b3ca-adca1d814dab" providerId="ADAL" clId="{32AE7896-BB73-4C81-9FBA-33FB8A1AB101}" dt="2023-11-23T13:29:28.964" v="1302" actId="47"/>
        <pc:sldMkLst>
          <pc:docMk/>
          <pc:sldMk cId="1780785426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018725871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570756419" sldId="271"/>
        </pc:sldMkLst>
      </pc:sldChg>
      <pc:sldChg chg="addSp modSp add mod">
        <pc:chgData name="JONATHAN GABRIEL LOOR BAUTISTA" userId="4234489a-f210-4949-b3ca-adca1d814dab" providerId="ADAL" clId="{32AE7896-BB73-4C81-9FBA-33FB8A1AB101}" dt="2023-11-23T13:29:16.559" v="1301" actId="2085"/>
        <pc:sldMkLst>
          <pc:docMk/>
          <pc:sldMk cId="1881090054" sldId="27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44139457" sldId="272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1:19.656" v="1353" actId="14100"/>
        <pc:sldMkLst>
          <pc:docMk/>
          <pc:sldMk cId="3429618453" sldId="27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697908801" sldId="273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5:23.430" v="1465" actId="478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7:48.930" v="1501" actId="1076"/>
        <pc:sldMkLst>
          <pc:docMk/>
          <pc:sldMk cId="1612052355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705900212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814231336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9:14.209" v="1592" actId="1076"/>
        <pc:sldMkLst>
          <pc:docMk/>
          <pc:sldMk cId="4282241318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41:13.474" v="1620" actId="1076"/>
        <pc:sldMkLst>
          <pc:docMk/>
          <pc:sldMk cId="1303374823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601994577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2759230" sldId="27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793826596" sldId="27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56721952" sldId="27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436423708" sldId="28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81675788" sldId="28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03404091" sldId="28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789636396" sldId="283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87166112" sldId="284"/>
        </pc:sldMkLst>
      </pc:sldChg>
    </pc:docChg>
  </pc:docChgLst>
  <pc:docChgLst>
    <pc:chgData name="JONATHAN GABRIEL LOOR BAUTISTA" userId="4234489a-f210-4949-b3ca-adca1d814dab" providerId="ADAL" clId="{60CD1451-DAD3-4FF9-A968-D022F46CA1C2}"/>
    <pc:docChg chg="modSld">
      <pc:chgData name="JONATHAN GABRIEL LOOR BAUTISTA" userId="4234489a-f210-4949-b3ca-adca1d814dab" providerId="ADAL" clId="{60CD1451-DAD3-4FF9-A968-D022F46CA1C2}" dt="2022-11-11T20:16:04.902" v="15" actId="1076"/>
      <pc:docMkLst>
        <pc:docMk/>
      </pc:docMkLst>
      <pc:sldChg chg="modSp mod">
        <pc:chgData name="JONATHAN GABRIEL LOOR BAUTISTA" userId="4234489a-f210-4949-b3ca-adca1d814dab" providerId="ADAL" clId="{60CD1451-DAD3-4FF9-A968-D022F46CA1C2}" dt="2022-11-11T18:42:02.287" v="2" actId="114"/>
        <pc:sldMkLst>
          <pc:docMk/>
          <pc:sldMk cId="2453666722" sldId="271"/>
        </pc:sldMkLst>
      </pc:sldChg>
      <pc:sldChg chg="modSp mod">
        <pc:chgData name="JONATHAN GABRIEL LOOR BAUTISTA" userId="4234489a-f210-4949-b3ca-adca1d814dab" providerId="ADAL" clId="{60CD1451-DAD3-4FF9-A968-D022F46CA1C2}" dt="2022-11-11T18:48:14.907" v="12" actId="1076"/>
        <pc:sldMkLst>
          <pc:docMk/>
          <pc:sldMk cId="1911223544" sldId="280"/>
        </pc:sldMkLst>
      </pc:sldChg>
      <pc:sldChg chg="modSp mod">
        <pc:chgData name="JONATHAN GABRIEL LOOR BAUTISTA" userId="4234489a-f210-4949-b3ca-adca1d814dab" providerId="ADAL" clId="{60CD1451-DAD3-4FF9-A968-D022F46CA1C2}" dt="2022-11-11T20:16:04.902" v="15" actId="107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060DDFA7-0ED1-4434-A690-0E20AEBE99A7}"/>
    <pc:docChg chg="undo custSel addSld delSld modSld sldOrd modMainMaster">
      <pc:chgData name="JONATHAN GABRIEL LOOR BAUTISTA" userId="4234489a-f210-4949-b3ca-adca1d814dab" providerId="ADAL" clId="{060DDFA7-0ED1-4434-A690-0E20AEBE99A7}" dt="2023-10-31T14:15:58.986" v="582" actId="20577"/>
      <pc:docMkLst>
        <pc:docMk/>
      </pc:docMkLst>
      <pc:sldChg chg="modSp mod">
        <pc:chgData name="JONATHAN GABRIEL LOOR BAUTISTA" userId="4234489a-f210-4949-b3ca-adca1d814dab" providerId="ADAL" clId="{060DDFA7-0ED1-4434-A690-0E20AEBE99A7}" dt="2023-10-30T21:09:57.255" v="203" actId="14100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060DDFA7-0ED1-4434-A690-0E20AEBE99A7}" dt="2023-10-30T21:06:17.258" v="130" actId="47"/>
        <pc:sldMkLst>
          <pc:docMk/>
          <pc:sldMk cId="0" sldId="257"/>
        </pc:sldMkLst>
      </pc:sldChg>
      <pc:sldChg chg="addSp delSp modSp mod setBg">
        <pc:chgData name="JONATHAN GABRIEL LOOR BAUTISTA" userId="4234489a-f210-4949-b3ca-adca1d814dab" providerId="ADAL" clId="{060DDFA7-0ED1-4434-A690-0E20AEBE99A7}" dt="2023-10-31T14:11:53.464" v="513" actId="1076"/>
        <pc:sldMkLst>
          <pc:docMk/>
          <pc:sldMk cId="0" sldId="258"/>
        </pc:sldMkLst>
      </pc:sldChg>
      <pc:sldChg chg="addSp modSp add mod">
        <pc:chgData name="JONATHAN GABRIEL LOOR BAUTISTA" userId="4234489a-f210-4949-b3ca-adca1d814dab" providerId="ADAL" clId="{060DDFA7-0ED1-4434-A690-0E20AEBE99A7}" dt="2023-10-31T14:07:01.113" v="488" actId="20577"/>
        <pc:sldMkLst>
          <pc:docMk/>
          <pc:sldMk cId="365126346" sldId="259"/>
        </pc:sldMkLst>
      </pc:sldChg>
      <pc:sldChg chg="addSp delSp modSp add del mod ord">
        <pc:chgData name="JONATHAN GABRIEL LOOR BAUTISTA" userId="4234489a-f210-4949-b3ca-adca1d814dab" providerId="ADAL" clId="{060DDFA7-0ED1-4434-A690-0E20AEBE99A7}" dt="2023-10-31T14:06:12.179" v="424" actId="20577"/>
        <pc:sldMkLst>
          <pc:docMk/>
          <pc:sldMk cId="2494341450" sldId="260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15:07.912" v="528" actId="1076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4:07.335" v="388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9:41.552" v="399" actId="1076"/>
        <pc:sldMkLst>
          <pc:docMk/>
          <pc:sldMk cId="3749474826" sldId="263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1:12.512" v="406" actId="1076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2:25.713" v="411" actId="1076"/>
        <pc:sldMkLst>
          <pc:docMk/>
          <pc:sldMk cId="3972352135" sldId="265"/>
        </pc:sldMkLst>
      </pc:sldChg>
      <pc:sldChg chg="modSp add mod">
        <pc:chgData name="JONATHAN GABRIEL LOOR BAUTISTA" userId="4234489a-f210-4949-b3ca-adca1d814dab" providerId="ADAL" clId="{060DDFA7-0ED1-4434-A690-0E20AEBE99A7}" dt="2023-10-31T14:15:58.986" v="582" actId="20577"/>
        <pc:sldMkLst>
          <pc:docMk/>
          <pc:sldMk cId="628235030" sldId="266"/>
        </pc:sldMkLst>
      </pc:sldChg>
      <pc:sldChg chg="del">
        <pc:chgData name="JONATHAN GABRIEL LOOR BAUTISTA" userId="4234489a-f210-4949-b3ca-adca1d814dab" providerId="ADAL" clId="{060DDFA7-0ED1-4434-A690-0E20AEBE99A7}" dt="2023-10-30T21:06:59.256" v="136" actId="47"/>
        <pc:sldMkLst>
          <pc:docMk/>
          <pc:sldMk cId="3148635589" sldId="270"/>
        </pc:sldMkLst>
      </pc:sldChg>
      <pc:sldChg chg="del">
        <pc:chgData name="JONATHAN GABRIEL LOOR BAUTISTA" userId="4234489a-f210-4949-b3ca-adca1d814dab" providerId="ADAL" clId="{060DDFA7-0ED1-4434-A690-0E20AEBE99A7}" dt="2023-10-30T21:06:59.386" v="137" actId="47"/>
        <pc:sldMkLst>
          <pc:docMk/>
          <pc:sldMk cId="2453666722" sldId="271"/>
        </pc:sldMkLst>
      </pc:sldChg>
      <pc:sldChg chg="del">
        <pc:chgData name="JONATHAN GABRIEL LOOR BAUTISTA" userId="4234489a-f210-4949-b3ca-adca1d814dab" providerId="ADAL" clId="{060DDFA7-0ED1-4434-A690-0E20AEBE99A7}" dt="2023-10-30T21:06:59.863" v="140" actId="47"/>
        <pc:sldMkLst>
          <pc:docMk/>
          <pc:sldMk cId="3274624831" sldId="272"/>
        </pc:sldMkLst>
      </pc:sldChg>
      <pc:sldChg chg="del">
        <pc:chgData name="JONATHAN GABRIEL LOOR BAUTISTA" userId="4234489a-f210-4949-b3ca-adca1d814dab" providerId="ADAL" clId="{060DDFA7-0ED1-4434-A690-0E20AEBE99A7}" dt="2023-10-30T21:06:57.871" v="133" actId="47"/>
        <pc:sldMkLst>
          <pc:docMk/>
          <pc:sldMk cId="2752778094" sldId="273"/>
        </pc:sldMkLst>
      </pc:sldChg>
      <pc:sldChg chg="del">
        <pc:chgData name="JONATHAN GABRIEL LOOR BAUTISTA" userId="4234489a-f210-4949-b3ca-adca1d814dab" providerId="ADAL" clId="{060DDFA7-0ED1-4434-A690-0E20AEBE99A7}" dt="2023-10-30T21:06:58.785" v="134" actId="47"/>
        <pc:sldMkLst>
          <pc:docMk/>
          <pc:sldMk cId="1191621404" sldId="274"/>
        </pc:sldMkLst>
      </pc:sldChg>
      <pc:sldChg chg="del">
        <pc:chgData name="JONATHAN GABRIEL LOOR BAUTISTA" userId="4234489a-f210-4949-b3ca-adca1d814dab" providerId="ADAL" clId="{060DDFA7-0ED1-4434-A690-0E20AEBE99A7}" dt="2023-10-30T21:06:59.051" v="135" actId="47"/>
        <pc:sldMkLst>
          <pc:docMk/>
          <pc:sldMk cId="1408870596" sldId="275"/>
        </pc:sldMkLst>
      </pc:sldChg>
      <pc:sldChg chg="del">
        <pc:chgData name="JONATHAN GABRIEL LOOR BAUTISTA" userId="4234489a-f210-4949-b3ca-adca1d814dab" providerId="ADAL" clId="{060DDFA7-0ED1-4434-A690-0E20AEBE99A7}" dt="2023-10-30T21:06:59.568" v="138" actId="47"/>
        <pc:sldMkLst>
          <pc:docMk/>
          <pc:sldMk cId="2004126196" sldId="276"/>
        </pc:sldMkLst>
      </pc:sldChg>
      <pc:sldChg chg="del">
        <pc:chgData name="JONATHAN GABRIEL LOOR BAUTISTA" userId="4234489a-f210-4949-b3ca-adca1d814dab" providerId="ADAL" clId="{060DDFA7-0ED1-4434-A690-0E20AEBE99A7}" dt="2023-10-30T21:06:59.728" v="139" actId="47"/>
        <pc:sldMkLst>
          <pc:docMk/>
          <pc:sldMk cId="2374801582" sldId="277"/>
        </pc:sldMkLst>
      </pc:sldChg>
      <pc:sldChg chg="del">
        <pc:chgData name="JONATHAN GABRIEL LOOR BAUTISTA" userId="4234489a-f210-4949-b3ca-adca1d814dab" providerId="ADAL" clId="{060DDFA7-0ED1-4434-A690-0E20AEBE99A7}" dt="2023-10-30T21:06:59.999" v="141" actId="47"/>
        <pc:sldMkLst>
          <pc:docMk/>
          <pc:sldMk cId="1796450385" sldId="278"/>
        </pc:sldMkLst>
      </pc:sldChg>
      <pc:sldChg chg="del">
        <pc:chgData name="JONATHAN GABRIEL LOOR BAUTISTA" userId="4234489a-f210-4949-b3ca-adca1d814dab" providerId="ADAL" clId="{060DDFA7-0ED1-4434-A690-0E20AEBE99A7}" dt="2023-10-30T21:06:19.264" v="131" actId="47"/>
        <pc:sldMkLst>
          <pc:docMk/>
          <pc:sldMk cId="1137748348" sldId="279"/>
        </pc:sldMkLst>
      </pc:sldChg>
      <pc:sldChg chg="del">
        <pc:chgData name="JONATHAN GABRIEL LOOR BAUTISTA" userId="4234489a-f210-4949-b3ca-adca1d814dab" providerId="ADAL" clId="{060DDFA7-0ED1-4434-A690-0E20AEBE99A7}" dt="2023-10-30T21:07:00.132" v="142" actId="47"/>
        <pc:sldMkLst>
          <pc:docMk/>
          <pc:sldMk cId="1911223544" sldId="280"/>
        </pc:sldMkLst>
      </pc:sldChg>
      <pc:sldChg chg="del">
        <pc:chgData name="JONATHAN GABRIEL LOOR BAUTISTA" userId="4234489a-f210-4949-b3ca-adca1d814dab" providerId="ADAL" clId="{060DDFA7-0ED1-4434-A690-0E20AEBE99A7}" dt="2023-10-30T21:07:00.455" v="143" actId="47"/>
        <pc:sldMkLst>
          <pc:docMk/>
          <pc:sldMk cId="1419791792" sldId="282"/>
        </pc:sldMkLst>
      </pc:sldChg>
      <pc:sldChg chg="del">
        <pc:chgData name="JONATHAN GABRIEL LOOR BAUTISTA" userId="4234489a-f210-4949-b3ca-adca1d814dab" providerId="ADAL" clId="{060DDFA7-0ED1-4434-A690-0E20AEBE99A7}" dt="2023-10-30T21:07:00.550" v="144" actId="47"/>
        <pc:sldMkLst>
          <pc:docMk/>
          <pc:sldMk cId="1650563039" sldId="283"/>
        </pc:sldMkLst>
      </pc:sldChg>
      <pc:sldChg chg="del">
        <pc:chgData name="JONATHAN GABRIEL LOOR BAUTISTA" userId="4234489a-f210-4949-b3ca-adca1d814dab" providerId="ADAL" clId="{060DDFA7-0ED1-4434-A690-0E20AEBE99A7}" dt="2023-10-30T21:07:00.919" v="145" actId="47"/>
        <pc:sldMkLst>
          <pc:docMk/>
          <pc:sldMk cId="347908706" sldId="284"/>
        </pc:sldMkLst>
      </pc:sldChg>
      <pc:sldChg chg="del">
        <pc:chgData name="JONATHAN GABRIEL LOOR BAUTISTA" userId="4234489a-f210-4949-b3ca-adca1d814dab" providerId="ADAL" clId="{060DDFA7-0ED1-4434-A690-0E20AEBE99A7}" dt="2023-10-30T21:07:03.741" v="147" actId="47"/>
        <pc:sldMkLst>
          <pc:docMk/>
          <pc:sldMk cId="3849679617" sldId="285"/>
        </pc:sldMkLst>
      </pc:sldChg>
      <pc:sldChg chg="del">
        <pc:chgData name="JONATHAN GABRIEL LOOR BAUTISTA" userId="4234489a-f210-4949-b3ca-adca1d814dab" providerId="ADAL" clId="{060DDFA7-0ED1-4434-A690-0E20AEBE99A7}" dt="2023-10-30T21:07:01.725" v="146" actId="47"/>
        <pc:sldMkLst>
          <pc:docMk/>
          <pc:sldMk cId="627336759" sldId="286"/>
        </pc:sldMkLst>
      </pc:sldChg>
      <pc:sldChg chg="del">
        <pc:chgData name="JONATHAN GABRIEL LOOR BAUTISTA" userId="4234489a-f210-4949-b3ca-adca1d814dab" providerId="ADAL" clId="{060DDFA7-0ED1-4434-A690-0E20AEBE99A7}" dt="2023-10-30T21:06:51.513" v="132" actId="47"/>
        <pc:sldMkLst>
          <pc:docMk/>
          <pc:sldMk cId="3899911817" sldId="287"/>
        </pc:sldMkLst>
      </pc:sldChg>
      <pc:sldMasterChg chg="modSp modSldLayout">
        <pc:chgData name="JONATHAN GABRIEL LOOR BAUTISTA" userId="4234489a-f210-4949-b3ca-adca1d814dab" providerId="ADAL" clId="{060DDFA7-0ED1-4434-A690-0E20AEBE99A7}" dt="2023-10-30T21:08:33.515" v="186"/>
        <pc:sldMasterMkLst>
          <pc:docMk/>
          <pc:sldMasterMk cId="0" sldId="2147483648"/>
        </pc:sldMasterMkLst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3939597044" sldId="2147483649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48047980" sldId="2147483651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2119514795" sldId="2147483652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050028034" sldId="2147483653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38817288" sldId="2147483656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1447904796" sldId="2147483657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81004487" sldId="2147483659"/>
          </pc:sldLayoutMkLst>
        </pc:sldLayoutChg>
      </pc:sldMasterChg>
    </pc:docChg>
  </pc:docChgLst>
  <pc:docChgLst>
    <pc:chgData name="JONATHAN GABRIEL LOOR BAUTISTA" userId="4234489a-f210-4949-b3ca-adca1d814dab" providerId="ADAL" clId="{331DE3F3-B272-46BB-BC05-336C21B73F45}"/>
    <pc:docChg chg="delSld">
      <pc:chgData name="JONATHAN GABRIEL LOOR BAUTISTA" userId="4234489a-f210-4949-b3ca-adca1d814dab" providerId="ADAL" clId="{331DE3F3-B272-46BB-BC05-336C21B73F45}" dt="2024-06-21T16:59:27.027" v="0" actId="47"/>
      <pc:docMkLst>
        <pc:docMk/>
      </pc:docMkLst>
      <pc:sldChg chg="del">
        <pc:chgData name="JONATHAN GABRIEL LOOR BAUTISTA" userId="4234489a-f210-4949-b3ca-adca1d814dab" providerId="ADAL" clId="{331DE3F3-B272-46BB-BC05-336C21B73F45}" dt="2024-06-21T16:59:27.027" v="0" actId="47"/>
        <pc:sldMkLst>
          <pc:docMk/>
          <pc:sldMk cId="1579677953" sldId="274"/>
        </pc:sldMkLst>
      </pc:sldChg>
    </pc:docChg>
  </pc:docChgLst>
  <pc:docChgLst>
    <pc:chgData name="JONATHAN GABRIEL LOOR BAUTISTA" userId="4234489a-f210-4949-b3ca-adca1d814dab" providerId="ADAL" clId="{03F51541-2227-4C66-877D-186E6B433BCC}"/>
    <pc:docChg chg="undo redo custSel addSld delSld modSld">
      <pc:chgData name="JONATHAN GABRIEL LOOR BAUTISTA" userId="4234489a-f210-4949-b3ca-adca1d814dab" providerId="ADAL" clId="{03F51541-2227-4C66-877D-186E6B433BCC}" dt="2025-01-17T12:37:29.121" v="1168" actId="20577"/>
      <pc:docMkLst>
        <pc:docMk/>
      </pc:docMkLst>
      <pc:sldChg chg="modSp mod">
        <pc:chgData name="JONATHAN GABRIEL LOOR BAUTISTA" userId="4234489a-f210-4949-b3ca-adca1d814dab" providerId="ADAL" clId="{03F51541-2227-4C66-877D-186E6B433BCC}" dt="2025-01-10T13:01:49.829" v="106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03F51541-2227-4C66-877D-186E6B433BCC}" dt="2025-01-10T13:05:09.988" v="242" actId="1076"/>
        <pc:sldMkLst>
          <pc:docMk/>
          <pc:sldMk cId="445900017" sldId="272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3:07:10.006" v="274" actId="1076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3F51541-2227-4C66-877D-186E6B433BCC}" dt="2025-01-10T13:02:04.983" v="120" actId="47"/>
        <pc:sldMkLst>
          <pc:docMk/>
          <pc:sldMk cId="4133258574" sldId="273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4:06.734" v="286" actId="1076"/>
        <pc:sldMkLst>
          <pc:docMk/>
          <pc:sldMk cId="416056654" sldId="274"/>
        </pc:sldMkLst>
      </pc:sldChg>
      <pc:sldChg chg="add del setBg">
        <pc:chgData name="JONATHAN GABRIEL LOOR BAUTISTA" userId="4234489a-f210-4949-b3ca-adca1d814dab" providerId="ADAL" clId="{03F51541-2227-4C66-877D-186E6B433BCC}" dt="2025-01-10T14:03:31.177" v="276" actId="47"/>
        <pc:sldMkLst>
          <pc:docMk/>
          <pc:sldMk cId="3764557972" sldId="274"/>
        </pc:sldMkLst>
      </pc:sldChg>
      <pc:sldChg chg="add">
        <pc:chgData name="JONATHAN GABRIEL LOOR BAUTISTA" userId="4234489a-f210-4949-b3ca-adca1d814dab" providerId="ADAL" clId="{03F51541-2227-4C66-877D-186E6B433BCC}" dt="2025-01-10T14:04:12.567" v="287" actId="2890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3F51541-2227-4C66-877D-186E6B433BCC}" dt="2025-01-10T13:02:01.843" v="119" actId="47"/>
        <pc:sldMkLst>
          <pc:docMk/>
          <pc:sldMk cId="2704981625" sldId="275"/>
        </pc:sldMkLst>
      </pc:sldChg>
      <pc:sldChg chg="del">
        <pc:chgData name="JONATHAN GABRIEL LOOR BAUTISTA" userId="4234489a-f210-4949-b3ca-adca1d814dab" providerId="ADAL" clId="{03F51541-2227-4C66-877D-186E6B433BCC}" dt="2025-01-10T13:02:01.703" v="118" actId="47"/>
        <pc:sldMkLst>
          <pc:docMk/>
          <pc:sldMk cId="1243469074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5:09.970" v="301" actId="1076"/>
        <pc:sldMkLst>
          <pc:docMk/>
          <pc:sldMk cId="2030638201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6:13.402" v="328" actId="14100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3F51541-2227-4C66-877D-186E6B433BCC}" dt="2025-01-10T13:02:01.418" v="117" actId="47"/>
        <pc:sldMkLst>
          <pc:docMk/>
          <pc:sldMk cId="4164239669" sldId="277"/>
        </pc:sldMkLst>
      </pc:sldChg>
      <pc:sldChg chg="del">
        <pc:chgData name="JONATHAN GABRIEL LOOR BAUTISTA" userId="4234489a-f210-4949-b3ca-adca1d814dab" providerId="ADAL" clId="{03F51541-2227-4C66-877D-186E6B433BCC}" dt="2025-01-10T13:02:01.279" v="116" actId="47"/>
        <pc:sldMkLst>
          <pc:docMk/>
          <pc:sldMk cId="1902898404" sldId="278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26:01.099" v="381" actId="1076"/>
        <pc:sldMkLst>
          <pc:docMk/>
          <pc:sldMk cId="3978225186" sldId="278"/>
        </pc:sldMkLst>
      </pc:sldChg>
      <pc:sldChg chg="delSp modSp add mod">
        <pc:chgData name="JONATHAN GABRIEL LOOR BAUTISTA" userId="4234489a-f210-4949-b3ca-adca1d814dab" providerId="ADAL" clId="{03F51541-2227-4C66-877D-186E6B433BCC}" dt="2025-01-17T12:37:16.857" v="1156" actId="20577"/>
        <pc:sldMkLst>
          <pc:docMk/>
          <pc:sldMk cId="3324638368" sldId="279"/>
        </pc:sldMkLst>
      </pc:sldChg>
      <pc:sldChg chg="del">
        <pc:chgData name="JONATHAN GABRIEL LOOR BAUTISTA" userId="4234489a-f210-4949-b3ca-adca1d814dab" providerId="ADAL" clId="{03F51541-2227-4C66-877D-186E6B433BCC}" dt="2025-01-10T13:02:01.165" v="115" actId="47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03F51541-2227-4C66-877D-186E6B433BCC}" dt="2025-01-10T13:02:00.968" v="114" actId="47"/>
        <pc:sldMkLst>
          <pc:docMk/>
          <pc:sldMk cId="930664112" sldId="280"/>
        </pc:sldMkLst>
      </pc:sldChg>
      <pc:sldChg chg="modSp add mod">
        <pc:chgData name="JONATHAN GABRIEL LOOR BAUTISTA" userId="4234489a-f210-4949-b3ca-adca1d814dab" providerId="ADAL" clId="{03F51541-2227-4C66-877D-186E6B433BCC}" dt="2025-01-17T12:37:24.164" v="1164" actId="2057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03F51541-2227-4C66-877D-186E6B433BCC}" dt="2025-01-10T13:02:00.533" v="113" actId="47"/>
        <pc:sldMkLst>
          <pc:docMk/>
          <pc:sldMk cId="118533800" sldId="281"/>
        </pc:sldMkLst>
      </pc:sldChg>
      <pc:sldChg chg="modSp add mod">
        <pc:chgData name="JONATHAN GABRIEL LOOR BAUTISTA" userId="4234489a-f210-4949-b3ca-adca1d814dab" providerId="ADAL" clId="{03F51541-2227-4C66-877D-186E6B433BCC}" dt="2025-01-17T12:37:29.121" v="1168" actId="2057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03F51541-2227-4C66-877D-186E6B433BCC}" dt="2025-01-10T13:02:00.403" v="112" actId="47"/>
        <pc:sldMkLst>
          <pc:docMk/>
          <pc:sldMk cId="3860355998" sldId="282"/>
        </pc:sldMkLst>
      </pc:sldChg>
      <pc:sldChg chg="del">
        <pc:chgData name="JONATHAN GABRIEL LOOR BAUTISTA" userId="4234489a-f210-4949-b3ca-adca1d814dab" providerId="ADAL" clId="{03F51541-2227-4C66-877D-186E6B433BCC}" dt="2025-01-10T13:02:00.305" v="111" actId="47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03F51541-2227-4C66-877D-186E6B433BCC}" dt="2025-01-10T13:02:00.165" v="110" actId="47"/>
        <pc:sldMkLst>
          <pc:docMk/>
          <pc:sldMk cId="3796690466" sldId="285"/>
        </pc:sldMkLst>
      </pc:sldChg>
      <pc:sldChg chg="del">
        <pc:chgData name="JONATHAN GABRIEL LOOR BAUTISTA" userId="4234489a-f210-4949-b3ca-adca1d814dab" providerId="ADAL" clId="{03F51541-2227-4C66-877D-186E6B433BCC}" dt="2025-01-10T13:02:00.025" v="109" actId="47"/>
        <pc:sldMkLst>
          <pc:docMk/>
          <pc:sldMk cId="3119478525" sldId="286"/>
        </pc:sldMkLst>
      </pc:sldChg>
      <pc:sldChg chg="del">
        <pc:chgData name="JONATHAN GABRIEL LOOR BAUTISTA" userId="4234489a-f210-4949-b3ca-adca1d814dab" providerId="ADAL" clId="{03F51541-2227-4C66-877D-186E6B433BCC}" dt="2025-01-10T13:01:59.741" v="107" actId="47"/>
        <pc:sldMkLst>
          <pc:docMk/>
          <pc:sldMk cId="1109680319" sldId="288"/>
        </pc:sldMkLst>
      </pc:sldChg>
      <pc:sldChg chg="del">
        <pc:chgData name="JONATHAN GABRIEL LOOR BAUTISTA" userId="4234489a-f210-4949-b3ca-adca1d814dab" providerId="ADAL" clId="{03F51541-2227-4C66-877D-186E6B433BCC}" dt="2025-01-10T13:01:59.901" v="108" actId="47"/>
        <pc:sldMkLst>
          <pc:docMk/>
          <pc:sldMk cId="1431093033" sldId="289"/>
        </pc:sldMkLst>
      </pc:sldChg>
    </pc:docChg>
  </pc:docChgLst>
  <pc:docChgLst>
    <pc:chgData name="JONATHAN GABRIEL LOOR BAUTISTA" userId="4234489a-f210-4949-b3ca-adca1d814dab" providerId="ADAL" clId="{BA8EB4E2-FDE7-4337-9248-AAF736D812BE}"/>
    <pc:docChg chg="undo redo custSel addSld delSld modSld sldOrd">
      <pc:chgData name="JONATHAN GABRIEL LOOR BAUTISTA" userId="4234489a-f210-4949-b3ca-adca1d814dab" providerId="ADAL" clId="{BA8EB4E2-FDE7-4337-9248-AAF736D812BE}" dt="2024-01-10T21:09:39.560" v="1076" actId="9405"/>
      <pc:docMkLst>
        <pc:docMk/>
      </pc:docMkLst>
      <pc:sldChg chg="modSp mod">
        <pc:chgData name="JONATHAN GABRIEL LOOR BAUTISTA" userId="4234489a-f210-4949-b3ca-adca1d814dab" providerId="ADAL" clId="{BA8EB4E2-FDE7-4337-9248-AAF736D812BE}" dt="2024-01-10T19:27:20.241" v="70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BA8EB4E2-FDE7-4337-9248-AAF736D812BE}" dt="2024-01-10T19:35:28.991" v="159" actId="732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BA8EB4E2-FDE7-4337-9248-AAF736D812BE}" dt="2024-01-10T19:27:25.954" v="82" actId="47"/>
        <pc:sldMkLst>
          <pc:docMk/>
          <pc:sldMk cId="3479178164" sldId="273"/>
        </pc:sldMkLst>
      </pc:sldChg>
      <pc:sldChg chg="delSp modSp add mod ord">
        <pc:chgData name="JONATHAN GABRIEL LOOR BAUTISTA" userId="4234489a-f210-4949-b3ca-adca1d814dab" providerId="ADAL" clId="{BA8EB4E2-FDE7-4337-9248-AAF736D812BE}" dt="2024-01-10T19:30:47.392" v="121"/>
        <pc:sldMkLst>
          <pc:docMk/>
          <pc:sldMk cId="4133258574" sldId="273"/>
        </pc:sldMkLst>
      </pc:sldChg>
      <pc:sldChg chg="del">
        <pc:chgData name="JONATHAN GABRIEL LOOR BAUTISTA" userId="4234489a-f210-4949-b3ca-adca1d814dab" providerId="ADAL" clId="{BA8EB4E2-FDE7-4337-9248-AAF736D812BE}" dt="2024-01-10T19:27:25.450" v="81" actId="47"/>
        <pc:sldMkLst>
          <pc:docMk/>
          <pc:sldMk cId="329500094" sldId="274"/>
        </pc:sldMkLst>
      </pc:sldChg>
      <pc:sldChg chg="add">
        <pc:chgData name="JONATHAN GABRIEL LOOR BAUTISTA" userId="4234489a-f210-4949-b3ca-adca1d814dab" providerId="ADAL" clId="{BA8EB4E2-FDE7-4337-9248-AAF736D812BE}" dt="2024-01-10T19:35:33.088" v="160" actId="2890"/>
        <pc:sldMkLst>
          <pc:docMk/>
          <pc:sldMk cId="1579677953" sldId="274"/>
        </pc:sldMkLst>
      </pc:sldChg>
      <pc:sldChg chg="del">
        <pc:chgData name="JONATHAN GABRIEL LOOR BAUTISTA" userId="4234489a-f210-4949-b3ca-adca1d814dab" providerId="ADAL" clId="{BA8EB4E2-FDE7-4337-9248-AAF736D812BE}" dt="2024-01-10T19:27:24.977" v="79" actId="47"/>
        <pc:sldMkLst>
          <pc:docMk/>
          <pc:sldMk cId="1990230209" sldId="275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40:35.722" v="205" actId="20577"/>
        <pc:sldMkLst>
          <pc:docMk/>
          <pc:sldMk cId="2704981625" sldId="275"/>
        </pc:sldMkLst>
      </pc:sldChg>
      <pc:sldChg chg="delSp modSp add mod">
        <pc:chgData name="JONATHAN GABRIEL LOOR BAUTISTA" userId="4234489a-f210-4949-b3ca-adca1d814dab" providerId="ADAL" clId="{BA8EB4E2-FDE7-4337-9248-AAF736D812BE}" dt="2024-01-10T19:41:21.100" v="225"/>
        <pc:sldMkLst>
          <pc:docMk/>
          <pc:sldMk cId="1243469074" sldId="276"/>
        </pc:sldMkLst>
      </pc:sldChg>
      <pc:sldChg chg="del">
        <pc:chgData name="JONATHAN GABRIEL LOOR BAUTISTA" userId="4234489a-f210-4949-b3ca-adca1d814dab" providerId="ADAL" clId="{BA8EB4E2-FDE7-4337-9248-AAF736D812BE}" dt="2024-01-10T19:27:24.845" v="78" actId="47"/>
        <pc:sldMkLst>
          <pc:docMk/>
          <pc:sldMk cId="3116047295" sldId="276"/>
        </pc:sldMkLst>
      </pc:sldChg>
      <pc:sldChg chg="del">
        <pc:chgData name="JONATHAN GABRIEL LOOR BAUTISTA" userId="4234489a-f210-4949-b3ca-adca1d814dab" providerId="ADAL" clId="{BA8EB4E2-FDE7-4337-9248-AAF736D812BE}" dt="2024-01-10T19:27:24.341" v="74" actId="47"/>
        <pc:sldMkLst>
          <pc:docMk/>
          <pc:sldMk cId="283829873" sldId="277"/>
        </pc:sldMkLst>
      </pc:sldChg>
      <pc:sldChg chg="addSp modSp add mod">
        <pc:chgData name="JONATHAN GABRIEL LOOR BAUTISTA" userId="4234489a-f210-4949-b3ca-adca1d814dab" providerId="ADAL" clId="{BA8EB4E2-FDE7-4337-9248-AAF736D812BE}" dt="2024-01-10T19:41:58.374" v="231" actId="1076"/>
        <pc:sldMkLst>
          <pc:docMk/>
          <pc:sldMk cId="4164239669" sldId="277"/>
        </pc:sldMkLst>
      </pc:sldChg>
      <pc:sldChg chg="delSp modSp add mod">
        <pc:chgData name="JONATHAN GABRIEL LOOR BAUTISTA" userId="4234489a-f210-4949-b3ca-adca1d814dab" providerId="ADAL" clId="{BA8EB4E2-FDE7-4337-9248-AAF736D812BE}" dt="2024-01-10T19:45:07.634" v="256" actId="20577"/>
        <pc:sldMkLst>
          <pc:docMk/>
          <pc:sldMk cId="1902898404" sldId="278"/>
        </pc:sldMkLst>
      </pc:sldChg>
      <pc:sldChg chg="del">
        <pc:chgData name="JONATHAN GABRIEL LOOR BAUTISTA" userId="4234489a-f210-4949-b3ca-adca1d814dab" providerId="ADAL" clId="{BA8EB4E2-FDE7-4337-9248-AAF736D812BE}" dt="2024-01-10T19:27:24.232" v="73" actId="47"/>
        <pc:sldMkLst>
          <pc:docMk/>
          <pc:sldMk cId="2812217883" sldId="278"/>
        </pc:sldMkLst>
      </pc:sldChg>
      <pc:sldChg chg="modSp add mod">
        <pc:chgData name="JONATHAN GABRIEL LOOR BAUTISTA" userId="4234489a-f210-4949-b3ca-adca1d814dab" providerId="ADAL" clId="{BA8EB4E2-FDE7-4337-9248-AAF736D812BE}" dt="2024-01-10T19:48:04.958" v="278" actId="113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BA8EB4E2-FDE7-4337-9248-AAF736D812BE}" dt="2024-01-10T19:27:24.090" v="72" actId="47"/>
        <pc:sldMkLst>
          <pc:docMk/>
          <pc:sldMk cId="3800849061" sldId="279"/>
        </pc:sldMkLst>
      </pc:sldChg>
      <pc:sldChg chg="addSp modSp add mod">
        <pc:chgData name="JONATHAN GABRIEL LOOR BAUTISTA" userId="4234489a-f210-4949-b3ca-adca1d814dab" providerId="ADAL" clId="{BA8EB4E2-FDE7-4337-9248-AAF736D812BE}" dt="2024-01-10T19:52:27.485" v="372" actId="1076"/>
        <pc:sldMkLst>
          <pc:docMk/>
          <pc:sldMk cId="930664112" sldId="280"/>
        </pc:sldMkLst>
      </pc:sldChg>
      <pc:sldChg chg="del">
        <pc:chgData name="JONATHAN GABRIEL LOOR BAUTISTA" userId="4234489a-f210-4949-b3ca-adca1d814dab" providerId="ADAL" clId="{BA8EB4E2-FDE7-4337-9248-AAF736D812BE}" dt="2024-01-10T19:27:24.014" v="71" actId="47"/>
        <pc:sldMkLst>
          <pc:docMk/>
          <pc:sldMk cId="1522707480" sldId="280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5:14.901" v="415" actId="20577"/>
        <pc:sldMkLst>
          <pc:docMk/>
          <pc:sldMk cId="118533800" sldId="281"/>
        </pc:sldMkLst>
      </pc:sldChg>
      <pc:sldChg chg="del">
        <pc:chgData name="JONATHAN GABRIEL LOOR BAUTISTA" userId="4234489a-f210-4949-b3ca-adca1d814dab" providerId="ADAL" clId="{BA8EB4E2-FDE7-4337-9248-AAF736D812BE}" dt="2024-01-10T19:27:25.122" v="80" actId="47"/>
        <pc:sldMkLst>
          <pc:docMk/>
          <pc:sldMk cId="2421653994" sldId="281"/>
        </pc:sldMkLst>
      </pc:sldChg>
      <pc:sldChg chg="del">
        <pc:chgData name="JONATHAN GABRIEL LOOR BAUTISTA" userId="4234489a-f210-4949-b3ca-adca1d814dab" providerId="ADAL" clId="{BA8EB4E2-FDE7-4337-9248-AAF736D812BE}" dt="2024-01-10T19:27:24.714" v="77" actId="47"/>
        <pc:sldMkLst>
          <pc:docMk/>
          <pc:sldMk cId="354079946" sldId="282"/>
        </pc:sldMkLst>
      </pc:sldChg>
      <pc:sldChg chg="delSp modSp add mod">
        <pc:chgData name="JONATHAN GABRIEL LOOR BAUTISTA" userId="4234489a-f210-4949-b3ca-adca1d814dab" providerId="ADAL" clId="{BA8EB4E2-FDE7-4337-9248-AAF736D812BE}" dt="2024-01-10T19:55:46.051" v="449" actId="20577"/>
        <pc:sldMkLst>
          <pc:docMk/>
          <pc:sldMk cId="3860355998" sldId="282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8:21.437" v="459" actId="1076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BA8EB4E2-FDE7-4337-9248-AAF736D812BE}" dt="2024-01-10T19:27:24.586" v="76" actId="47"/>
        <pc:sldMkLst>
          <pc:docMk/>
          <pc:sldMk cId="3965466414" sldId="283"/>
        </pc:sldMkLst>
      </pc:sldChg>
      <pc:sldChg chg="add del ord">
        <pc:chgData name="JONATHAN GABRIEL LOOR BAUTISTA" userId="4234489a-f210-4949-b3ca-adca1d814dab" providerId="ADAL" clId="{BA8EB4E2-FDE7-4337-9248-AAF736D812BE}" dt="2024-01-10T20:03:15.290" v="464" actId="47"/>
        <pc:sldMkLst>
          <pc:docMk/>
          <pc:sldMk cId="1401367529" sldId="284"/>
        </pc:sldMkLst>
      </pc:sldChg>
      <pc:sldChg chg="del">
        <pc:chgData name="JONATHAN GABRIEL LOOR BAUTISTA" userId="4234489a-f210-4949-b3ca-adca1d814dab" providerId="ADAL" clId="{BA8EB4E2-FDE7-4337-9248-AAF736D812BE}" dt="2024-01-10T19:27:24.455" v="75" actId="47"/>
        <pc:sldMkLst>
          <pc:docMk/>
          <pc:sldMk cId="1900853572" sldId="284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0:42:49.959" v="783" actId="20577"/>
        <pc:sldMkLst>
          <pc:docMk/>
          <pc:sldMk cId="3796690466" sldId="285"/>
        </pc:sldMkLst>
      </pc:sldChg>
      <pc:sldChg chg="addSp delSp modSp add mod ord">
        <pc:chgData name="JONATHAN GABRIEL LOOR BAUTISTA" userId="4234489a-f210-4949-b3ca-adca1d814dab" providerId="ADAL" clId="{BA8EB4E2-FDE7-4337-9248-AAF736D812BE}" dt="2024-01-10T20:58:13.448" v="881" actId="20577"/>
        <pc:sldMkLst>
          <pc:docMk/>
          <pc:sldMk cId="3119478525" sldId="286"/>
        </pc:sldMkLst>
      </pc:sldChg>
      <pc:sldChg chg="delSp modSp add del mod">
        <pc:chgData name="JONATHAN GABRIEL LOOR BAUTISTA" userId="4234489a-f210-4949-b3ca-adca1d814dab" providerId="ADAL" clId="{BA8EB4E2-FDE7-4337-9248-AAF736D812BE}" dt="2024-01-10T20:51:31.595" v="787" actId="47"/>
        <pc:sldMkLst>
          <pc:docMk/>
          <pc:sldMk cId="1942945093" sldId="287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1:09:39.560" v="1076" actId="9405"/>
        <pc:sldMkLst>
          <pc:docMk/>
          <pc:sldMk cId="1109680319" sldId="288"/>
        </pc:sldMkLst>
      </pc:sldChg>
      <pc:sldChg chg="addSp modSp add mod">
        <pc:chgData name="JONATHAN GABRIEL LOOR BAUTISTA" userId="4234489a-f210-4949-b3ca-adca1d814dab" providerId="ADAL" clId="{BA8EB4E2-FDE7-4337-9248-AAF736D812BE}" dt="2024-01-10T21:00:41.657" v="889" actId="1076"/>
        <pc:sldMkLst>
          <pc:docMk/>
          <pc:sldMk cId="1431093033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AAEE-B1CB-4409-AC48-B4C88EB5A83F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3902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EB28E-FB1D-4168-8929-5C31CA315BC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224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3167-C126-47F5-BA6A-1969A43FAEE4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639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22B72-CBDE-4E48-B0A3-67E9F34DE57E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4505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2665-CF16-4166-80EF-F8471626003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22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F44F9-62F0-4245-9F46-5148319AB030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7294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BF86-F4B5-491B-B6E7-AEAE5525630C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902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E014-B337-4C44-917C-31E944BB8D55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7825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2505-0CDF-403D-BD97-5F8C25CF30E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5627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1E40-AEE7-470E-9981-D707E1CE8AB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5806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8B4A9-B335-42E7-A1F8-0274A5A9F22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5483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0ED4-231A-4844-B614-AE1835457F6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086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1504" y="2420943"/>
            <a:ext cx="9433048" cy="1470025"/>
          </a:xfrm>
        </p:spPr>
        <p:txBody>
          <a:bodyPr anchor="ctr"/>
          <a:lstStyle/>
          <a:p>
            <a:r>
              <a:rPr lang="es-UY" altLang="en-US" sz="3200" b="1" dirty="0">
                <a:solidFill>
                  <a:schemeClr val="bg1"/>
                </a:solidFill>
              </a:rPr>
              <a:t>MÁQUINAS TÉRMICAS</a:t>
            </a:r>
            <a:endParaRPr lang="es-ES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560496" y="6417253"/>
            <a:ext cx="151216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31504" y="440748"/>
            <a:ext cx="8928992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ESCUELA POLITÉCNICA NACIONAL</a:t>
            </a:r>
          </a:p>
          <a:p>
            <a:endParaRPr lang="es-UY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TÉCNOLOGÍA SUPERIOR EN ELECTROMECÁNICA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59496" y="4509125"/>
            <a:ext cx="979308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TEMA: </a:t>
            </a:r>
            <a:r>
              <a:rPr lang="es-ES" altLang="en-US" sz="2800" b="1" dirty="0" err="1">
                <a:solidFill>
                  <a:schemeClr val="tx1"/>
                </a:solidFill>
              </a:rPr>
              <a:t>Cálderas</a:t>
            </a:r>
            <a:r>
              <a:rPr lang="es-ES" altLang="en-US" sz="2800" b="1" dirty="0">
                <a:solidFill>
                  <a:schemeClr val="tx1"/>
                </a:solidFill>
              </a:rPr>
              <a:t> y eficiencia de combustión</a:t>
            </a:r>
          </a:p>
          <a:p>
            <a:endParaRPr lang="es-ES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Docente: Jonathan Loor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6A687-1E6E-B9FA-7F5F-63A13097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04A0B1-6CFE-A1DB-B041-736278967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Proceso de combustión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888D9FB-8D9F-D797-B0CA-E72C7D93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dirty="0"/>
              <a:t>La combustión es un proceso químico donde una sustancia (combustible) reacciona rápidamente con un oxidante (generalmente oxígeno), liberando energía en forma de calor y luz, comúnmente como llama. Es un proceso exotérmico, lo que significa que libera más energía térmica de la que consume. </a:t>
            </a: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C5D3CA-D08D-6700-ED4B-9E242C22B58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Temas de ciencia: Reacciones de combustión en el entorno cotidiano">
            <a:extLst>
              <a:ext uri="{FF2B5EF4-FFF2-40B4-BE49-F238E27FC236}">
                <a16:creationId xmlns:a16="http://schemas.microsoft.com/office/drawing/2014/main" id="{E445E824-5163-9037-F444-64F254A14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563" y="4077072"/>
            <a:ext cx="6440654" cy="170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 TRIANGULO DEL FUEGO">
            <a:extLst>
              <a:ext uri="{FF2B5EF4-FFF2-40B4-BE49-F238E27FC236}">
                <a16:creationId xmlns:a16="http://schemas.microsoft.com/office/drawing/2014/main" id="{6028EE4D-2A24-F25A-6EA4-BBEFE3035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3292217"/>
            <a:ext cx="3744416" cy="326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95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1B3C1-A40B-3607-343F-6CC7CAA9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9A8C5B5-5687-EC72-005C-A7D181E44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Poder calórico del combustible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080631E-5A83-96B2-27FD-E4FCF5ED3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/>
              <a:t>E</a:t>
            </a:r>
            <a:r>
              <a:rPr lang="es-ES" sz="2400" i="0" u="none" strike="noStrike" baseline="0" dirty="0"/>
              <a:t>s la cantidad de calor que se libera al quemarse por completo una unidad de masa o volumen de dicho combustible.</a:t>
            </a: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6D1500-A6E7-F20C-F435-AD2E308D35EC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F04BD0-44C6-4171-E5B7-E64AA483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184" y="2455062"/>
            <a:ext cx="3816424" cy="3844694"/>
          </a:xfrm>
          <a:prstGeom prst="rect">
            <a:avLst/>
          </a:prstGeom>
        </p:spPr>
      </p:pic>
      <p:pic>
        <p:nvPicPr>
          <p:cNvPr id="2050" name="Picture 2" descr="MODELO MK 175 - Caldera Ecalser">
            <a:extLst>
              <a:ext uri="{FF2B5EF4-FFF2-40B4-BE49-F238E27FC236}">
                <a16:creationId xmlns:a16="http://schemas.microsoft.com/office/drawing/2014/main" id="{4A24440C-6C1B-E423-C75E-7E9AA9147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7" y="2480817"/>
            <a:ext cx="7056784" cy="363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62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B7F61-7582-9DCD-3608-5BB49CE1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03CE494-C52E-FA09-4D51-1B9D0732D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Eficiencia de combustión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0C45814-6963-FCC9-E40D-42E35C4B5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i="0" u="none" strike="noStrike" baseline="0" dirty="0"/>
              <a:t>La eficiencia de combustión se refiere a la capacidad de un proceso de combustión para convertir eficientemente el combustible en energía térmica y minimizar las emisiones contaminantes.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EC9940-6B42-4D22-441F-203702816092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6F1F188-6563-4AC9-8AD8-CFB028980B6A}"/>
                  </a:ext>
                </a:extLst>
              </p:cNvPr>
              <p:cNvSpPr txBox="1"/>
              <p:nvPr/>
            </p:nvSpPr>
            <p:spPr>
              <a:xfrm>
                <a:off x="6542773" y="2827241"/>
                <a:ext cx="5547929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𝑐𝑜𝑚𝑏𝑢𝑠𝑡𝑖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𝑐𝑎𝑛𝑡𝑖𝑑𝑎𝑑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𝑐𝑎𝑙𝑜𝑟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𝑙𝑖𝑏𝑒𝑟𝑎𝑑𝑜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𝑝𝑜𝑑𝑒𝑟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𝑐𝑎𝑙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𝑟𝑖𝑐𝑜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𝑐𝑚𝑏𝑢𝑠𝑡𝑖𝑏𝑙𝑒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𝑞𝑢𝑒𝑚𝑎𝑑𝑜</m:t>
                          </m:r>
                        </m:den>
                      </m:f>
                    </m:oMath>
                  </m:oMathPara>
                </a14:m>
                <a:endParaRPr lang="es-EC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6F1F188-6563-4AC9-8AD8-CFB028980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773" y="2827241"/>
                <a:ext cx="5547929" cy="572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9407A55-40ED-C64E-9856-B7B783A9F916}"/>
                  </a:ext>
                </a:extLst>
              </p:cNvPr>
              <p:cNvSpPr txBox="1"/>
              <p:nvPr/>
            </p:nvSpPr>
            <p:spPr>
              <a:xfrm>
                <a:off x="8184232" y="3818179"/>
                <a:ext cx="2637453" cy="6329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𝑐𝑜𝑚𝑏𝑢𝑠𝑡𝑖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𝑢𝑡𝑖𝑙𝑖𝑧𝑎𝑑𝑜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𝑐𝑜𝑚𝑏𝑢𝑠𝑡𝑖𝑏𝑙𝑒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9407A55-40ED-C64E-9856-B7B783A9F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2" y="3818179"/>
                <a:ext cx="2637453" cy="632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05617FB-3BC7-03AE-E082-F9F16F9893A5}"/>
                  </a:ext>
                </a:extLst>
              </p:cNvPr>
              <p:cNvSpPr txBox="1"/>
              <p:nvPr/>
            </p:nvSpPr>
            <p:spPr>
              <a:xfrm>
                <a:off x="7311143" y="4946084"/>
                <a:ext cx="4421403" cy="61401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𝑐𝑜𝑚𝑏𝑢𝑠𝑡𝑖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𝑢𝑡𝑖𝑙𝑖𝑧𝑎𝑑𝑜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𝑐𝑜𝑚𝑏𝑢𝑠𝑡𝑖𝑏𝑙𝑒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𝑃𝑜𝑑𝑒𝑟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𝑐𝑎𝑙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𝑟𝑖𝑐𝑜</m:t>
                          </m:r>
                        </m:den>
                      </m:f>
                    </m:oMath>
                  </m:oMathPara>
                </a14:m>
                <a:endParaRPr lang="es-EC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05617FB-3BC7-03AE-E082-F9F16F989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143" y="4946084"/>
                <a:ext cx="4421403" cy="6140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El manejo óptimo de calderas y el correcto uso del vapor... | Comisión  Nacional para el Uso Eficiente de la Energía | Gobierno | gob.mx">
            <a:extLst>
              <a:ext uri="{FF2B5EF4-FFF2-40B4-BE49-F238E27FC236}">
                <a16:creationId xmlns:a16="http://schemas.microsoft.com/office/drawing/2014/main" id="{969CAFDE-B49B-BD31-1D5E-2D4773E58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" y="2827241"/>
            <a:ext cx="6513484" cy="352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29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DD778-D77D-EC65-5EF0-1BF97BDB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29A1CCA-972E-E2FA-B83E-A21623AD1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Calderas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F789011-9623-84F0-9F04-6EE7387F93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i="0" u="none" strike="noStrike" baseline="0" dirty="0"/>
              <a:t>Una caldera, en su sentido más general, es un recipiente de metal utilizado para calentar agua o producir vapor. </a:t>
            </a: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62C2CC-A4CC-A7BC-8F1C-608CED0083D8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1372241-1AC6-B065-D06F-5BAE8972F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571" y="2299436"/>
            <a:ext cx="7704856" cy="436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33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0323B-2792-6031-DA42-54C25D34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8348CD8-0A92-1659-888C-22AAF4F4C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EB9277F-C240-AC09-7113-B4F8D0B000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Determinar la energía por unidad de masa que necesita el agua en una caldera que trabaja a 1 </a:t>
            </a:r>
            <a:r>
              <a:rPr lang="es-ES" sz="2400" dirty="0" err="1">
                <a:solidFill>
                  <a:prstClr val="black"/>
                </a:solidFill>
              </a:rPr>
              <a:t>Mpa</a:t>
            </a:r>
            <a:r>
              <a:rPr lang="es-ES" sz="2400" dirty="0">
                <a:solidFill>
                  <a:prstClr val="black"/>
                </a:solidFill>
              </a:rPr>
              <a:t> de presión, si el agua ingresa a una temperatura de 15 </a:t>
            </a:r>
            <a:r>
              <a:rPr lang="es-ES" sz="2400" dirty="0" err="1">
                <a:solidFill>
                  <a:prstClr val="black"/>
                </a:solidFill>
              </a:rPr>
              <a:t>ºC</a:t>
            </a:r>
            <a:r>
              <a:rPr lang="es-ES" sz="2400" dirty="0">
                <a:solidFill>
                  <a:prstClr val="black"/>
                </a:solidFill>
              </a:rPr>
              <a:t> y sale a una temperatura de 300 </a:t>
            </a:r>
            <a:r>
              <a:rPr lang="es-ES" sz="2400" dirty="0" err="1">
                <a:solidFill>
                  <a:prstClr val="black"/>
                </a:solidFill>
              </a:rPr>
              <a:t>ºC</a:t>
            </a:r>
            <a:r>
              <a:rPr lang="es-ES" sz="2400" dirty="0">
                <a:solidFill>
                  <a:prstClr val="black"/>
                </a:solidFill>
              </a:rPr>
              <a:t>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2"/>
            </a:pPr>
            <a:r>
              <a:rPr lang="es-ES" sz="2400" dirty="0">
                <a:solidFill>
                  <a:prstClr val="black"/>
                </a:solidFill>
              </a:rPr>
              <a:t>En una caldera que funciona con combustible (el calor se produce como producto de la combustión), ingresa agua a una presión de 1 MPa y una temperatura de 10°C y sale como vapor sobrecalentado a 1 MPa y 280°C, si el flujo másico de agua que se evapora es de 4 kg/s y la eficiencia de la caldera es de 0,8, determine la tasa de calor que se necesita suministrar desde el combustible.</a:t>
            </a:r>
          </a:p>
          <a:p>
            <a:pPr marL="457200" indent="-457200" algn="just">
              <a:buAutoNum type="arabicParenR" startAt="2"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AA9222-7147-BEFA-EDE6-31E08799474C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586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4DCE5-3121-6636-93F0-885F6B63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147CB96-BBF6-F9BE-5879-76DC6D179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A07FB0D-6150-AAF0-5891-DBAE1962A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3) Se tiene una caldera que trabaja a una presión de 2 MPa en la que se produce 6 kg/s de vapor saturado. El agua ingresa a una temperatura de 20°C a presión constante de 2 MPa. Determine:</a:t>
            </a:r>
          </a:p>
          <a:p>
            <a:pPr algn="l"/>
            <a:r>
              <a:rPr lang="es-ES" sz="2400" dirty="0">
                <a:solidFill>
                  <a:prstClr val="black"/>
                </a:solidFill>
              </a:rPr>
              <a:t>La tasa de calor necesaria que se debe suministrar.</a:t>
            </a:r>
          </a:p>
          <a:p>
            <a:pPr algn="just"/>
            <a:r>
              <a:rPr lang="es-ES" sz="2400" dirty="0">
                <a:solidFill>
                  <a:prstClr val="black"/>
                </a:solidFill>
              </a:rPr>
              <a:t>Si la eficiencia de combustión es de 0.83, determine el flujo másico de combustible que se necesita si se utiliza Diesel con un poder calórico de 43500 </a:t>
            </a:r>
            <a:r>
              <a:rPr lang="es-EC" sz="2400" dirty="0">
                <a:solidFill>
                  <a:prstClr val="black"/>
                </a:solidFill>
              </a:rPr>
              <a:t>kJ/kg.</a:t>
            </a: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C" sz="2400" dirty="0">
                <a:solidFill>
                  <a:prstClr val="black"/>
                </a:solidFill>
              </a:rPr>
              <a:t>4) </a:t>
            </a:r>
            <a:r>
              <a:rPr lang="es-ES" sz="2400" dirty="0">
                <a:solidFill>
                  <a:prstClr val="black"/>
                </a:solidFill>
              </a:rPr>
              <a:t>Se tiene un calentador de agua que trabaja a una presión de 500 kPa en el que se desea producir 25 litros de agua caliente a 80°C por minuto. El agua ingresa a una temperatura de 10°C. Determine: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• La tasa de calor necesaria que se debe suministrar.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• Si es un calentador que usa combustible, y la eficiencia de combustión es de 0.70, determine la cantidad de combustible que se necesita. El calentador trabaja con Diesel (poder calórico de 43500 kJ/kg).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563E0C-4A80-B666-8C89-946B60B36FE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386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4413</TotalTime>
  <Words>482</Words>
  <Application>Microsoft Office PowerPoint</Application>
  <PresentationFormat>Panorámica</PresentationFormat>
  <Paragraphs>35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Tema de Office</vt:lpstr>
      <vt:lpstr>MÁQUINAS TÉRMICAS</vt:lpstr>
      <vt:lpstr>Proceso de combustión</vt:lpstr>
      <vt:lpstr>Poder calórico del combustible</vt:lpstr>
      <vt:lpstr>Eficiencia de combustión</vt:lpstr>
      <vt:lpstr>Calderas</vt:lpstr>
      <vt:lpstr>Ejercicios de aplicación</vt:lpstr>
      <vt:lpstr>Ejercicios de aplicación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Jonathan Loor</dc:creator>
  <cp:lastModifiedBy>JONATHAN GABRIEL LOOR BAUTISTA</cp:lastModifiedBy>
  <cp:revision>58</cp:revision>
  <dcterms:created xsi:type="dcterms:W3CDTF">2009-09-22T20:21:09Z</dcterms:created>
  <dcterms:modified xsi:type="dcterms:W3CDTF">2025-06-09T13:49:40Z</dcterms:modified>
</cp:coreProperties>
</file>