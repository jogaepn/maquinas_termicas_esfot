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82" r:id="rId4"/>
    <p:sldId id="279" r:id="rId5"/>
    <p:sldId id="283" r:id="rId6"/>
    <p:sldId id="284" r:id="rId7"/>
    <p:sldId id="28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BAC351-BA7F-42BF-B93A-202D284C524A}" v="10" dt="2025-07-28T01:13:23.2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29" autoAdjust="0"/>
    <p:restoredTop sz="95847" autoAdjust="0"/>
  </p:normalViewPr>
  <p:slideViewPr>
    <p:cSldViewPr>
      <p:cViewPr varScale="1">
        <p:scale>
          <a:sx n="83" d="100"/>
          <a:sy n="83" d="100"/>
        </p:scale>
        <p:origin x="869" y="77"/>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GABRIEL LOOR BAUTISTA" userId="4234489a-f210-4949-b3ca-adca1d814dab" providerId="ADAL" clId="{F28D2AB1-228F-4DEB-9B4E-61AC32A2299B}"/>
    <pc:docChg chg="undo custSel addSld delSld modSld sldOrd">
      <pc:chgData name="JONATHAN GABRIEL LOOR BAUTISTA" userId="4234489a-f210-4949-b3ca-adca1d814dab" providerId="ADAL" clId="{F28D2AB1-228F-4DEB-9B4E-61AC32A2299B}" dt="2023-12-14T15:15:37.573" v="645" actId="20577"/>
      <pc:docMkLst>
        <pc:docMk/>
      </pc:docMkLst>
      <pc:sldChg chg="modSp mod">
        <pc:chgData name="JONATHAN GABRIEL LOOR BAUTISTA" userId="4234489a-f210-4949-b3ca-adca1d814dab" providerId="ADAL" clId="{F28D2AB1-228F-4DEB-9B4E-61AC32A2299B}" dt="2023-12-07T00:23:22.136" v="76" actId="20577"/>
        <pc:sldMkLst>
          <pc:docMk/>
          <pc:sldMk cId="0" sldId="256"/>
        </pc:sldMkLst>
      </pc:sldChg>
      <pc:sldChg chg="del">
        <pc:chgData name="JONATHAN GABRIEL LOOR BAUTISTA" userId="4234489a-f210-4949-b3ca-adca1d814dab" providerId="ADAL" clId="{F28D2AB1-228F-4DEB-9B4E-61AC32A2299B}" dt="2023-12-06T23:39:08.356" v="0" actId="47"/>
        <pc:sldMkLst>
          <pc:docMk/>
          <pc:sldMk cId="0" sldId="258"/>
        </pc:sldMkLst>
      </pc:sldChg>
      <pc:sldChg chg="del">
        <pc:chgData name="JONATHAN GABRIEL LOOR BAUTISTA" userId="4234489a-f210-4949-b3ca-adca1d814dab" providerId="ADAL" clId="{F28D2AB1-228F-4DEB-9B4E-61AC32A2299B}" dt="2023-12-06T23:39:08.537" v="1" actId="47"/>
        <pc:sldMkLst>
          <pc:docMk/>
          <pc:sldMk cId="1227780459" sldId="259"/>
        </pc:sldMkLst>
      </pc:sldChg>
      <pc:sldChg chg="del">
        <pc:chgData name="JONATHAN GABRIEL LOOR BAUTISTA" userId="4234489a-f210-4949-b3ca-adca1d814dab" providerId="ADAL" clId="{F28D2AB1-228F-4DEB-9B4E-61AC32A2299B}" dt="2023-12-06T23:39:08.640" v="2" actId="47"/>
        <pc:sldMkLst>
          <pc:docMk/>
          <pc:sldMk cId="2412575459" sldId="260"/>
        </pc:sldMkLst>
      </pc:sldChg>
      <pc:sldChg chg="del">
        <pc:chgData name="JONATHAN GABRIEL LOOR BAUTISTA" userId="4234489a-f210-4949-b3ca-adca1d814dab" providerId="ADAL" clId="{F28D2AB1-228F-4DEB-9B4E-61AC32A2299B}" dt="2023-12-06T23:39:08.824" v="3" actId="47"/>
        <pc:sldMkLst>
          <pc:docMk/>
          <pc:sldMk cId="1332033609" sldId="261"/>
        </pc:sldMkLst>
      </pc:sldChg>
      <pc:sldChg chg="del">
        <pc:chgData name="JONATHAN GABRIEL LOOR BAUTISTA" userId="4234489a-f210-4949-b3ca-adca1d814dab" providerId="ADAL" clId="{F28D2AB1-228F-4DEB-9B4E-61AC32A2299B}" dt="2023-12-06T23:39:08.962" v="4" actId="47"/>
        <pc:sldMkLst>
          <pc:docMk/>
          <pc:sldMk cId="4174583105" sldId="262"/>
        </pc:sldMkLst>
      </pc:sldChg>
      <pc:sldChg chg="del">
        <pc:chgData name="JONATHAN GABRIEL LOOR BAUTISTA" userId="4234489a-f210-4949-b3ca-adca1d814dab" providerId="ADAL" clId="{F28D2AB1-228F-4DEB-9B4E-61AC32A2299B}" dt="2023-12-06T23:39:09.155" v="5" actId="47"/>
        <pc:sldMkLst>
          <pc:docMk/>
          <pc:sldMk cId="315044553" sldId="263"/>
        </pc:sldMkLst>
      </pc:sldChg>
      <pc:sldChg chg="del">
        <pc:chgData name="JONATHAN GABRIEL LOOR BAUTISTA" userId="4234489a-f210-4949-b3ca-adca1d814dab" providerId="ADAL" clId="{F28D2AB1-228F-4DEB-9B4E-61AC32A2299B}" dt="2023-12-06T23:39:09.296" v="6" actId="47"/>
        <pc:sldMkLst>
          <pc:docMk/>
          <pc:sldMk cId="928763728" sldId="264"/>
        </pc:sldMkLst>
      </pc:sldChg>
      <pc:sldChg chg="del">
        <pc:chgData name="JONATHAN GABRIEL LOOR BAUTISTA" userId="4234489a-f210-4949-b3ca-adca1d814dab" providerId="ADAL" clId="{F28D2AB1-228F-4DEB-9B4E-61AC32A2299B}" dt="2023-12-06T23:39:10.602" v="7" actId="47"/>
        <pc:sldMkLst>
          <pc:docMk/>
          <pc:sldMk cId="1592637203" sldId="265"/>
        </pc:sldMkLst>
      </pc:sldChg>
      <pc:sldChg chg="del">
        <pc:chgData name="JONATHAN GABRIEL LOOR BAUTISTA" userId="4234489a-f210-4949-b3ca-adca1d814dab" providerId="ADAL" clId="{F28D2AB1-228F-4DEB-9B4E-61AC32A2299B}" dt="2023-12-06T23:39:10.855" v="8" actId="47"/>
        <pc:sldMkLst>
          <pc:docMk/>
          <pc:sldMk cId="4287966700" sldId="266"/>
        </pc:sldMkLst>
      </pc:sldChg>
      <pc:sldChg chg="del">
        <pc:chgData name="JONATHAN GABRIEL LOOR BAUTISTA" userId="4234489a-f210-4949-b3ca-adca1d814dab" providerId="ADAL" clId="{F28D2AB1-228F-4DEB-9B4E-61AC32A2299B}" dt="2023-12-06T23:39:11.336" v="9" actId="47"/>
        <pc:sldMkLst>
          <pc:docMk/>
          <pc:sldMk cId="814129114" sldId="267"/>
        </pc:sldMkLst>
      </pc:sldChg>
      <pc:sldChg chg="modSp del mod">
        <pc:chgData name="JONATHAN GABRIEL LOOR BAUTISTA" userId="4234489a-f210-4949-b3ca-adca1d814dab" providerId="ADAL" clId="{F28D2AB1-228F-4DEB-9B4E-61AC32A2299B}" dt="2023-12-14T13:02:00.093" v="233" actId="47"/>
        <pc:sldMkLst>
          <pc:docMk/>
          <pc:sldMk cId="318255523" sldId="268"/>
        </pc:sldMkLst>
      </pc:sldChg>
      <pc:sldChg chg="del">
        <pc:chgData name="JONATHAN GABRIEL LOOR BAUTISTA" userId="4234489a-f210-4949-b3ca-adca1d814dab" providerId="ADAL" clId="{F28D2AB1-228F-4DEB-9B4E-61AC32A2299B}" dt="2023-12-14T13:02:00.668" v="234" actId="47"/>
        <pc:sldMkLst>
          <pc:docMk/>
          <pc:sldMk cId="2736320437" sldId="269"/>
        </pc:sldMkLst>
      </pc:sldChg>
      <pc:sldChg chg="del">
        <pc:chgData name="JONATHAN GABRIEL LOOR BAUTISTA" userId="4234489a-f210-4949-b3ca-adca1d814dab" providerId="ADAL" clId="{F28D2AB1-228F-4DEB-9B4E-61AC32A2299B}" dt="2023-12-14T13:02:01.097" v="235" actId="47"/>
        <pc:sldMkLst>
          <pc:docMk/>
          <pc:sldMk cId="1881090054" sldId="271"/>
        </pc:sldMkLst>
      </pc:sldChg>
      <pc:sldChg chg="addSp delSp modSp add mod">
        <pc:chgData name="JONATHAN GABRIEL LOOR BAUTISTA" userId="4234489a-f210-4949-b3ca-adca1d814dab" providerId="ADAL" clId="{F28D2AB1-228F-4DEB-9B4E-61AC32A2299B}" dt="2023-12-07T00:24:36.822" v="122" actId="20577"/>
        <pc:sldMkLst>
          <pc:docMk/>
          <pc:sldMk cId="445900017" sldId="272"/>
        </pc:sldMkLst>
      </pc:sldChg>
      <pc:sldChg chg="del">
        <pc:chgData name="JONATHAN GABRIEL LOOR BAUTISTA" userId="4234489a-f210-4949-b3ca-adca1d814dab" providerId="ADAL" clId="{F28D2AB1-228F-4DEB-9B4E-61AC32A2299B}" dt="2023-12-06T23:39:14.533" v="10" actId="47"/>
        <pc:sldMkLst>
          <pc:docMk/>
          <pc:sldMk cId="3429618453" sldId="272"/>
        </pc:sldMkLst>
      </pc:sldChg>
      <pc:sldChg chg="addSp delSp modSp add mod">
        <pc:chgData name="JONATHAN GABRIEL LOOR BAUTISTA" userId="4234489a-f210-4949-b3ca-adca1d814dab" providerId="ADAL" clId="{F28D2AB1-228F-4DEB-9B4E-61AC32A2299B}" dt="2023-12-07T00:25:22.830" v="132" actId="14100"/>
        <pc:sldMkLst>
          <pc:docMk/>
          <pc:sldMk cId="3479178164" sldId="273"/>
        </pc:sldMkLst>
      </pc:sldChg>
      <pc:sldChg chg="del">
        <pc:chgData name="JONATHAN GABRIEL LOOR BAUTISTA" userId="4234489a-f210-4949-b3ca-adca1d814dab" providerId="ADAL" clId="{F28D2AB1-228F-4DEB-9B4E-61AC32A2299B}" dt="2023-12-06T23:39:15.628" v="11" actId="47"/>
        <pc:sldMkLst>
          <pc:docMk/>
          <pc:sldMk cId="4092677898" sldId="273"/>
        </pc:sldMkLst>
      </pc:sldChg>
      <pc:sldChg chg="addSp delSp modSp add mod">
        <pc:chgData name="JONATHAN GABRIEL LOOR BAUTISTA" userId="4234489a-f210-4949-b3ca-adca1d814dab" providerId="ADAL" clId="{F28D2AB1-228F-4DEB-9B4E-61AC32A2299B}" dt="2023-12-14T13:13:35.472" v="297" actId="1076"/>
        <pc:sldMkLst>
          <pc:docMk/>
          <pc:sldMk cId="329500094" sldId="274"/>
        </pc:sldMkLst>
      </pc:sldChg>
      <pc:sldChg chg="del">
        <pc:chgData name="JONATHAN GABRIEL LOOR BAUTISTA" userId="4234489a-f210-4949-b3ca-adca1d814dab" providerId="ADAL" clId="{F28D2AB1-228F-4DEB-9B4E-61AC32A2299B}" dt="2023-12-06T23:39:16.341" v="12" actId="47"/>
        <pc:sldMkLst>
          <pc:docMk/>
          <pc:sldMk cId="1612052355" sldId="274"/>
        </pc:sldMkLst>
      </pc:sldChg>
      <pc:sldChg chg="addSp delSp modSp add mod">
        <pc:chgData name="JONATHAN GABRIEL LOOR BAUTISTA" userId="4234489a-f210-4949-b3ca-adca1d814dab" providerId="ADAL" clId="{F28D2AB1-228F-4DEB-9B4E-61AC32A2299B}" dt="2023-12-14T13:40:00.497" v="520" actId="20577"/>
        <pc:sldMkLst>
          <pc:docMk/>
          <pc:sldMk cId="1990230209" sldId="275"/>
        </pc:sldMkLst>
      </pc:sldChg>
      <pc:sldChg chg="del">
        <pc:chgData name="JONATHAN GABRIEL LOOR BAUTISTA" userId="4234489a-f210-4949-b3ca-adca1d814dab" providerId="ADAL" clId="{F28D2AB1-228F-4DEB-9B4E-61AC32A2299B}" dt="2023-12-06T23:39:16.693" v="13" actId="47"/>
        <pc:sldMkLst>
          <pc:docMk/>
          <pc:sldMk cId="4282241318" sldId="275"/>
        </pc:sldMkLst>
      </pc:sldChg>
      <pc:sldChg chg="del">
        <pc:chgData name="JONATHAN GABRIEL LOOR BAUTISTA" userId="4234489a-f210-4949-b3ca-adca1d814dab" providerId="ADAL" clId="{F28D2AB1-228F-4DEB-9B4E-61AC32A2299B}" dt="2023-12-06T23:39:17.319" v="14" actId="47"/>
        <pc:sldMkLst>
          <pc:docMk/>
          <pc:sldMk cId="1303374823" sldId="276"/>
        </pc:sldMkLst>
      </pc:sldChg>
      <pc:sldChg chg="addSp delSp modSp add mod">
        <pc:chgData name="JONATHAN GABRIEL LOOR BAUTISTA" userId="4234489a-f210-4949-b3ca-adca1d814dab" providerId="ADAL" clId="{F28D2AB1-228F-4DEB-9B4E-61AC32A2299B}" dt="2023-12-14T13:22:47.240" v="381" actId="1076"/>
        <pc:sldMkLst>
          <pc:docMk/>
          <pc:sldMk cId="3116047295" sldId="276"/>
        </pc:sldMkLst>
      </pc:sldChg>
      <pc:sldChg chg="addSp delSp modSp add mod">
        <pc:chgData name="JONATHAN GABRIEL LOOR BAUTISTA" userId="4234489a-f210-4949-b3ca-adca1d814dab" providerId="ADAL" clId="{F28D2AB1-228F-4DEB-9B4E-61AC32A2299B}" dt="2023-12-07T01:07:27.537" v="211" actId="1076"/>
        <pc:sldMkLst>
          <pc:docMk/>
          <pc:sldMk cId="283829873" sldId="277"/>
        </pc:sldMkLst>
      </pc:sldChg>
      <pc:sldChg chg="addSp delSp modSp add mod">
        <pc:chgData name="JONATHAN GABRIEL LOOR BAUTISTA" userId="4234489a-f210-4949-b3ca-adca1d814dab" providerId="ADAL" clId="{F28D2AB1-228F-4DEB-9B4E-61AC32A2299B}" dt="2023-12-07T01:07:42.488" v="215" actId="1076"/>
        <pc:sldMkLst>
          <pc:docMk/>
          <pc:sldMk cId="2812217883" sldId="278"/>
        </pc:sldMkLst>
      </pc:sldChg>
      <pc:sldChg chg="addSp delSp modSp add mod">
        <pc:chgData name="JONATHAN GABRIEL LOOR BAUTISTA" userId="4234489a-f210-4949-b3ca-adca1d814dab" providerId="ADAL" clId="{F28D2AB1-228F-4DEB-9B4E-61AC32A2299B}" dt="2023-12-07T01:08:33.249" v="223" actId="1076"/>
        <pc:sldMkLst>
          <pc:docMk/>
          <pc:sldMk cId="3800849061" sldId="279"/>
        </pc:sldMkLst>
      </pc:sldChg>
      <pc:sldChg chg="addSp delSp modSp add mod">
        <pc:chgData name="JONATHAN GABRIEL LOOR BAUTISTA" userId="4234489a-f210-4949-b3ca-adca1d814dab" providerId="ADAL" clId="{F28D2AB1-228F-4DEB-9B4E-61AC32A2299B}" dt="2023-12-07T01:11:44.853" v="232" actId="1076"/>
        <pc:sldMkLst>
          <pc:docMk/>
          <pc:sldMk cId="1522707480" sldId="280"/>
        </pc:sldMkLst>
      </pc:sldChg>
      <pc:sldChg chg="add ord">
        <pc:chgData name="JONATHAN GABRIEL LOOR BAUTISTA" userId="4234489a-f210-4949-b3ca-adca1d814dab" providerId="ADAL" clId="{F28D2AB1-228F-4DEB-9B4E-61AC32A2299B}" dt="2023-12-14T13:28:49.888" v="429"/>
        <pc:sldMkLst>
          <pc:docMk/>
          <pc:sldMk cId="2421653994" sldId="281"/>
        </pc:sldMkLst>
      </pc:sldChg>
      <pc:sldChg chg="delSp modSp add mod">
        <pc:chgData name="JONATHAN GABRIEL LOOR BAUTISTA" userId="4234489a-f210-4949-b3ca-adca1d814dab" providerId="ADAL" clId="{F28D2AB1-228F-4DEB-9B4E-61AC32A2299B}" dt="2023-12-14T15:15:29.623" v="641" actId="20577"/>
        <pc:sldMkLst>
          <pc:docMk/>
          <pc:sldMk cId="354079946" sldId="282"/>
        </pc:sldMkLst>
      </pc:sldChg>
      <pc:sldChg chg="addSp modSp add mod">
        <pc:chgData name="JONATHAN GABRIEL LOOR BAUTISTA" userId="4234489a-f210-4949-b3ca-adca1d814dab" providerId="ADAL" clId="{F28D2AB1-228F-4DEB-9B4E-61AC32A2299B}" dt="2023-12-14T15:15:33.184" v="643" actId="20577"/>
        <pc:sldMkLst>
          <pc:docMk/>
          <pc:sldMk cId="3965466414" sldId="283"/>
        </pc:sldMkLst>
      </pc:sldChg>
      <pc:sldChg chg="addSp delSp modSp add mod">
        <pc:chgData name="JONATHAN GABRIEL LOOR BAUTISTA" userId="4234489a-f210-4949-b3ca-adca1d814dab" providerId="ADAL" clId="{F28D2AB1-228F-4DEB-9B4E-61AC32A2299B}" dt="2023-12-14T15:15:37.573" v="645" actId="20577"/>
        <pc:sldMkLst>
          <pc:docMk/>
          <pc:sldMk cId="1900853572" sldId="284"/>
        </pc:sldMkLst>
      </pc:sldChg>
    </pc:docChg>
  </pc:docChgLst>
  <pc:docChgLst>
    <pc:chgData name="JONATHAN GABRIEL LOOR BAUTISTA" userId="4234489a-f210-4949-b3ca-adca1d814dab" providerId="ADAL" clId="{60CD1451-DAD3-4FF9-A968-D022F46CA1C2}"/>
    <pc:docChg chg="modSld">
      <pc:chgData name="JONATHAN GABRIEL LOOR BAUTISTA" userId="4234489a-f210-4949-b3ca-adca1d814dab" providerId="ADAL" clId="{60CD1451-DAD3-4FF9-A968-D022F46CA1C2}" dt="2022-11-11T20:16:04.902" v="15" actId="1076"/>
      <pc:docMkLst>
        <pc:docMk/>
      </pc:docMkLst>
      <pc:sldChg chg="modSp mod">
        <pc:chgData name="JONATHAN GABRIEL LOOR BAUTISTA" userId="4234489a-f210-4949-b3ca-adca1d814dab" providerId="ADAL" clId="{60CD1451-DAD3-4FF9-A968-D022F46CA1C2}" dt="2022-11-11T18:42:02.287" v="2" actId="114"/>
        <pc:sldMkLst>
          <pc:docMk/>
          <pc:sldMk cId="2453666722" sldId="271"/>
        </pc:sldMkLst>
      </pc:sldChg>
      <pc:sldChg chg="modSp mod">
        <pc:chgData name="JONATHAN GABRIEL LOOR BAUTISTA" userId="4234489a-f210-4949-b3ca-adca1d814dab" providerId="ADAL" clId="{60CD1451-DAD3-4FF9-A968-D022F46CA1C2}" dt="2022-11-11T18:48:14.907" v="12" actId="1076"/>
        <pc:sldMkLst>
          <pc:docMk/>
          <pc:sldMk cId="1911223544" sldId="280"/>
        </pc:sldMkLst>
      </pc:sldChg>
      <pc:sldChg chg="modSp mod">
        <pc:chgData name="JONATHAN GABRIEL LOOR BAUTISTA" userId="4234489a-f210-4949-b3ca-adca1d814dab" providerId="ADAL" clId="{60CD1451-DAD3-4FF9-A968-D022F46CA1C2}" dt="2022-11-11T20:16:04.902" v="15" actId="1076"/>
        <pc:sldMkLst>
          <pc:docMk/>
          <pc:sldMk cId="627336759" sldId="286"/>
        </pc:sldMkLst>
      </pc:sldChg>
    </pc:docChg>
  </pc:docChgLst>
  <pc:docChgLst>
    <pc:chgData name="JONATHAN GABRIEL LOOR BAUTISTA" userId="4234489a-f210-4949-b3ca-adca1d814dab" providerId="ADAL" clId="{331DE3F3-B272-46BB-BC05-336C21B73F45}"/>
    <pc:docChg chg="delSld">
      <pc:chgData name="JONATHAN GABRIEL LOOR BAUTISTA" userId="4234489a-f210-4949-b3ca-adca1d814dab" providerId="ADAL" clId="{331DE3F3-B272-46BB-BC05-336C21B73F45}" dt="2024-06-21T16:59:27.027" v="0" actId="47"/>
      <pc:docMkLst>
        <pc:docMk/>
      </pc:docMkLst>
      <pc:sldChg chg="del">
        <pc:chgData name="JONATHAN GABRIEL LOOR BAUTISTA" userId="4234489a-f210-4949-b3ca-adca1d814dab" providerId="ADAL" clId="{331DE3F3-B272-46BB-BC05-336C21B73F45}" dt="2024-06-21T16:59:27.027" v="0" actId="47"/>
        <pc:sldMkLst>
          <pc:docMk/>
          <pc:sldMk cId="1579677953" sldId="274"/>
        </pc:sldMkLst>
      </pc:sldChg>
    </pc:docChg>
  </pc:docChgLst>
  <pc:docChgLst>
    <pc:chgData name="JONATHAN GABRIEL LOOR BAUTISTA" userId="4234489a-f210-4949-b3ca-adca1d814dab" providerId="ADAL" clId="{E9BAC351-BA7F-42BF-B93A-202D284C524A}"/>
    <pc:docChg chg="undo custSel addSld delSld modSld sldOrd">
      <pc:chgData name="JONATHAN GABRIEL LOOR BAUTISTA" userId="4234489a-f210-4949-b3ca-adca1d814dab" providerId="ADAL" clId="{E9BAC351-BA7F-42BF-B93A-202D284C524A}" dt="2025-07-28T02:46:28.802" v="1018" actId="947"/>
      <pc:docMkLst>
        <pc:docMk/>
      </pc:docMkLst>
      <pc:sldChg chg="modSp mod">
        <pc:chgData name="JONATHAN GABRIEL LOOR BAUTISTA" userId="4234489a-f210-4949-b3ca-adca1d814dab" providerId="ADAL" clId="{E9BAC351-BA7F-42BF-B93A-202D284C524A}" dt="2025-07-28T01:03:53.817" v="84" actId="20577"/>
        <pc:sldMkLst>
          <pc:docMk/>
          <pc:sldMk cId="0" sldId="256"/>
        </pc:sldMkLst>
        <pc:spChg chg="mod">
          <ac:chgData name="JONATHAN GABRIEL LOOR BAUTISTA" userId="4234489a-f210-4949-b3ca-adca1d814dab" providerId="ADAL" clId="{E9BAC351-BA7F-42BF-B93A-202D284C524A}" dt="2025-07-28T01:03:53.817" v="84" actId="20577"/>
          <ac:spMkLst>
            <pc:docMk/>
            <pc:sldMk cId="0" sldId="256"/>
            <ac:spMk id="5" creationId="{00000000-0000-0000-0000-000000000000}"/>
          </ac:spMkLst>
        </pc:spChg>
      </pc:sldChg>
      <pc:sldChg chg="addSp delSp modSp mod">
        <pc:chgData name="JONATHAN GABRIEL LOOR BAUTISTA" userId="4234489a-f210-4949-b3ca-adca1d814dab" providerId="ADAL" clId="{E9BAC351-BA7F-42BF-B93A-202D284C524A}" dt="2025-07-28T01:12:45.251" v="466" actId="20577"/>
        <pc:sldMkLst>
          <pc:docMk/>
          <pc:sldMk cId="445900017" sldId="272"/>
        </pc:sldMkLst>
        <pc:spChg chg="del">
          <ac:chgData name="JONATHAN GABRIEL LOOR BAUTISTA" userId="4234489a-f210-4949-b3ca-adca1d814dab" providerId="ADAL" clId="{E9BAC351-BA7F-42BF-B93A-202D284C524A}" dt="2025-07-28T01:05:16.976" v="183" actId="478"/>
          <ac:spMkLst>
            <pc:docMk/>
            <pc:sldMk cId="445900017" sldId="272"/>
            <ac:spMk id="7" creationId="{EB7EAC22-FEB5-3BD8-0F95-1CB09451DF87}"/>
          </ac:spMkLst>
        </pc:spChg>
        <pc:spChg chg="del">
          <ac:chgData name="JONATHAN GABRIEL LOOR BAUTISTA" userId="4234489a-f210-4949-b3ca-adca1d814dab" providerId="ADAL" clId="{E9BAC351-BA7F-42BF-B93A-202D284C524A}" dt="2025-07-28T01:05:24.341" v="186" actId="478"/>
          <ac:spMkLst>
            <pc:docMk/>
            <pc:sldMk cId="445900017" sldId="272"/>
            <ac:spMk id="11" creationId="{881FA008-20C1-7049-D24D-353777449A1A}"/>
          </ac:spMkLst>
        </pc:spChg>
        <pc:spChg chg="add mod">
          <ac:chgData name="JONATHAN GABRIEL LOOR BAUTISTA" userId="4234489a-f210-4949-b3ca-adca1d814dab" providerId="ADAL" clId="{E9BAC351-BA7F-42BF-B93A-202D284C524A}" dt="2025-07-28T01:12:00.926" v="416" actId="14100"/>
          <ac:spMkLst>
            <pc:docMk/>
            <pc:sldMk cId="445900017" sldId="272"/>
            <ac:spMk id="17" creationId="{4047B109-6D3F-FCFE-EC40-FD627CEB05BE}"/>
          </ac:spMkLst>
        </pc:spChg>
        <pc:spChg chg="mod">
          <ac:chgData name="JONATHAN GABRIEL LOOR BAUTISTA" userId="4234489a-f210-4949-b3ca-adca1d814dab" providerId="ADAL" clId="{E9BAC351-BA7F-42BF-B93A-202D284C524A}" dt="2025-07-28T01:05:03.542" v="180" actId="20577"/>
          <ac:spMkLst>
            <pc:docMk/>
            <pc:sldMk cId="445900017" sldId="272"/>
            <ac:spMk id="24578" creationId="{00000000-0000-0000-0000-000000000000}"/>
          </ac:spMkLst>
        </pc:spChg>
        <pc:spChg chg="mod">
          <ac:chgData name="JONATHAN GABRIEL LOOR BAUTISTA" userId="4234489a-f210-4949-b3ca-adca1d814dab" providerId="ADAL" clId="{E9BAC351-BA7F-42BF-B93A-202D284C524A}" dt="2025-07-28T01:12:45.251" v="466" actId="20577"/>
          <ac:spMkLst>
            <pc:docMk/>
            <pc:sldMk cId="445900017" sldId="272"/>
            <ac:spMk id="24579" creationId="{00000000-0000-0000-0000-000000000000}"/>
          </ac:spMkLst>
        </pc:spChg>
        <pc:picChg chg="del">
          <ac:chgData name="JONATHAN GABRIEL LOOR BAUTISTA" userId="4234489a-f210-4949-b3ca-adca1d814dab" providerId="ADAL" clId="{E9BAC351-BA7F-42BF-B93A-202D284C524A}" dt="2025-07-28T01:05:27.867" v="188" actId="478"/>
          <ac:picMkLst>
            <pc:docMk/>
            <pc:sldMk cId="445900017" sldId="272"/>
            <ac:picMk id="3" creationId="{179D3009-EB8F-58D0-307C-490D5DAC6BD8}"/>
          </ac:picMkLst>
        </pc:picChg>
        <pc:picChg chg="del">
          <ac:chgData name="JONATHAN GABRIEL LOOR BAUTISTA" userId="4234489a-f210-4949-b3ca-adca1d814dab" providerId="ADAL" clId="{E9BAC351-BA7F-42BF-B93A-202D284C524A}" dt="2025-07-28T01:05:26.252" v="187" actId="478"/>
          <ac:picMkLst>
            <pc:docMk/>
            <pc:sldMk cId="445900017" sldId="272"/>
            <ac:picMk id="4" creationId="{0DA9111F-F3AA-B977-4D4D-B68AF969FAED}"/>
          </ac:picMkLst>
        </pc:picChg>
        <pc:picChg chg="del">
          <ac:chgData name="JONATHAN GABRIEL LOOR BAUTISTA" userId="4234489a-f210-4949-b3ca-adca1d814dab" providerId="ADAL" clId="{E9BAC351-BA7F-42BF-B93A-202D284C524A}" dt="2025-07-28T01:05:08.302" v="181" actId="478"/>
          <ac:picMkLst>
            <pc:docMk/>
            <pc:sldMk cId="445900017" sldId="272"/>
            <ac:picMk id="5" creationId="{48E58963-6871-05E2-DFC0-5B9E691717AF}"/>
          </ac:picMkLst>
        </pc:picChg>
        <pc:picChg chg="del">
          <ac:chgData name="JONATHAN GABRIEL LOOR BAUTISTA" userId="4234489a-f210-4949-b3ca-adca1d814dab" providerId="ADAL" clId="{E9BAC351-BA7F-42BF-B93A-202D284C524A}" dt="2025-07-28T01:05:18.502" v="184" actId="478"/>
          <ac:picMkLst>
            <pc:docMk/>
            <pc:sldMk cId="445900017" sldId="272"/>
            <ac:picMk id="8" creationId="{932FD203-6FFC-899C-FE5A-3C8B573D4473}"/>
          </ac:picMkLst>
        </pc:picChg>
        <pc:picChg chg="del">
          <ac:chgData name="JONATHAN GABRIEL LOOR BAUTISTA" userId="4234489a-f210-4949-b3ca-adca1d814dab" providerId="ADAL" clId="{E9BAC351-BA7F-42BF-B93A-202D284C524A}" dt="2025-07-28T01:05:20.441" v="185" actId="478"/>
          <ac:picMkLst>
            <pc:docMk/>
            <pc:sldMk cId="445900017" sldId="272"/>
            <ac:picMk id="9" creationId="{92AA77C2-4540-E71F-604C-D1AE9639E689}"/>
          </ac:picMkLst>
        </pc:picChg>
        <pc:picChg chg="add mod">
          <ac:chgData name="JONATHAN GABRIEL LOOR BAUTISTA" userId="4234489a-f210-4949-b3ca-adca1d814dab" providerId="ADAL" clId="{E9BAC351-BA7F-42BF-B93A-202D284C524A}" dt="2025-07-28T01:09:09.726" v="303" actId="1076"/>
          <ac:picMkLst>
            <pc:docMk/>
            <pc:sldMk cId="445900017" sldId="272"/>
            <ac:picMk id="13" creationId="{E9ABDB37-C2AF-1823-2861-38BAFFB572A2}"/>
          </ac:picMkLst>
        </pc:picChg>
        <pc:picChg chg="add mod">
          <ac:chgData name="JONATHAN GABRIEL LOOR BAUTISTA" userId="4234489a-f210-4949-b3ca-adca1d814dab" providerId="ADAL" clId="{E9BAC351-BA7F-42BF-B93A-202D284C524A}" dt="2025-07-28T01:09:19.326" v="304" actId="1076"/>
          <ac:picMkLst>
            <pc:docMk/>
            <pc:sldMk cId="445900017" sldId="272"/>
            <ac:picMk id="15" creationId="{A1F1E079-BC6C-A4BF-CBB8-3BAED668F750}"/>
          </ac:picMkLst>
        </pc:picChg>
      </pc:sldChg>
      <pc:sldChg chg="del">
        <pc:chgData name="JONATHAN GABRIEL LOOR BAUTISTA" userId="4234489a-f210-4949-b3ca-adca1d814dab" providerId="ADAL" clId="{E9BAC351-BA7F-42BF-B93A-202D284C524A}" dt="2025-07-28T01:12:55.517" v="467" actId="47"/>
        <pc:sldMkLst>
          <pc:docMk/>
          <pc:sldMk cId="2459953676" sldId="273"/>
        </pc:sldMkLst>
      </pc:sldChg>
      <pc:sldChg chg="del">
        <pc:chgData name="JONATHAN GABRIEL LOOR BAUTISTA" userId="4234489a-f210-4949-b3ca-adca1d814dab" providerId="ADAL" clId="{E9BAC351-BA7F-42BF-B93A-202D284C524A}" dt="2025-07-28T01:12:56.117" v="468" actId="47"/>
        <pc:sldMkLst>
          <pc:docMk/>
          <pc:sldMk cId="1498002989" sldId="275"/>
        </pc:sldMkLst>
      </pc:sldChg>
      <pc:sldChg chg="del">
        <pc:chgData name="JONATHAN GABRIEL LOOR BAUTISTA" userId="4234489a-f210-4949-b3ca-adca1d814dab" providerId="ADAL" clId="{E9BAC351-BA7F-42BF-B93A-202D284C524A}" dt="2025-07-28T01:12:56.752" v="469" actId="47"/>
        <pc:sldMkLst>
          <pc:docMk/>
          <pc:sldMk cId="2030638201" sldId="276"/>
        </pc:sldMkLst>
      </pc:sldChg>
      <pc:sldChg chg="del">
        <pc:chgData name="JONATHAN GABRIEL LOOR BAUTISTA" userId="4234489a-f210-4949-b3ca-adca1d814dab" providerId="ADAL" clId="{E9BAC351-BA7F-42BF-B93A-202D284C524A}" dt="2025-07-28T01:12:58.001" v="471" actId="47"/>
        <pc:sldMkLst>
          <pc:docMk/>
          <pc:sldMk cId="4034665855" sldId="277"/>
        </pc:sldMkLst>
      </pc:sldChg>
      <pc:sldChg chg="del">
        <pc:chgData name="JONATHAN GABRIEL LOOR BAUTISTA" userId="4234489a-f210-4949-b3ca-adca1d814dab" providerId="ADAL" clId="{E9BAC351-BA7F-42BF-B93A-202D284C524A}" dt="2025-07-28T01:13:00.651" v="473" actId="47"/>
        <pc:sldMkLst>
          <pc:docMk/>
          <pc:sldMk cId="3978225186" sldId="278"/>
        </pc:sldMkLst>
      </pc:sldChg>
      <pc:sldChg chg="modSp mod">
        <pc:chgData name="JONATHAN GABRIEL LOOR BAUTISTA" userId="4234489a-f210-4949-b3ca-adca1d814dab" providerId="ADAL" clId="{E9BAC351-BA7F-42BF-B93A-202D284C524A}" dt="2025-07-28T02:29:34.102" v="718" actId="20577"/>
        <pc:sldMkLst>
          <pc:docMk/>
          <pc:sldMk cId="3324638368" sldId="279"/>
        </pc:sldMkLst>
        <pc:spChg chg="mod">
          <ac:chgData name="JONATHAN GABRIEL LOOR BAUTISTA" userId="4234489a-f210-4949-b3ca-adca1d814dab" providerId="ADAL" clId="{E9BAC351-BA7F-42BF-B93A-202D284C524A}" dt="2025-07-28T01:13:23.276" v="528"/>
          <ac:spMkLst>
            <pc:docMk/>
            <pc:sldMk cId="3324638368" sldId="279"/>
            <ac:spMk id="24578" creationId="{089C8F6A-1659-A6AF-90BB-4FACC5ADA9A4}"/>
          </ac:spMkLst>
        </pc:spChg>
        <pc:spChg chg="mod">
          <ac:chgData name="JONATHAN GABRIEL LOOR BAUTISTA" userId="4234489a-f210-4949-b3ca-adca1d814dab" providerId="ADAL" clId="{E9BAC351-BA7F-42BF-B93A-202D284C524A}" dt="2025-07-28T02:29:34.102" v="718" actId="20577"/>
          <ac:spMkLst>
            <pc:docMk/>
            <pc:sldMk cId="3324638368" sldId="279"/>
            <ac:spMk id="24579" creationId="{BE560E72-2EE2-7B61-2B25-85EE47EA86C3}"/>
          </ac:spMkLst>
        </pc:spChg>
      </pc:sldChg>
      <pc:sldChg chg="del">
        <pc:chgData name="JONATHAN GABRIEL LOOR BAUTISTA" userId="4234489a-f210-4949-b3ca-adca1d814dab" providerId="ADAL" clId="{E9BAC351-BA7F-42BF-B93A-202D284C524A}" dt="2025-07-28T01:13:27.002" v="530" actId="47"/>
        <pc:sldMkLst>
          <pc:docMk/>
          <pc:sldMk cId="4165485877" sldId="280"/>
        </pc:sldMkLst>
      </pc:sldChg>
      <pc:sldChg chg="del">
        <pc:chgData name="JONATHAN GABRIEL LOOR BAUTISTA" userId="4234489a-f210-4949-b3ca-adca1d814dab" providerId="ADAL" clId="{E9BAC351-BA7F-42BF-B93A-202D284C524A}" dt="2025-07-28T01:13:26.826" v="529" actId="47"/>
        <pc:sldMkLst>
          <pc:docMk/>
          <pc:sldMk cId="1147876043" sldId="281"/>
        </pc:sldMkLst>
      </pc:sldChg>
      <pc:sldChg chg="addSp delSp modSp add mod">
        <pc:chgData name="JONATHAN GABRIEL LOOR BAUTISTA" userId="4234489a-f210-4949-b3ca-adca1d814dab" providerId="ADAL" clId="{E9BAC351-BA7F-42BF-B93A-202D284C524A}" dt="2025-07-28T01:25:01.601" v="564" actId="1076"/>
        <pc:sldMkLst>
          <pc:docMk/>
          <pc:sldMk cId="781531608" sldId="282"/>
        </pc:sldMkLst>
        <pc:spChg chg="del">
          <ac:chgData name="JONATHAN GABRIEL LOOR BAUTISTA" userId="4234489a-f210-4949-b3ca-adca1d814dab" providerId="ADAL" clId="{E9BAC351-BA7F-42BF-B93A-202D284C524A}" dt="2025-07-28T01:16:09.352" v="533" actId="478"/>
          <ac:spMkLst>
            <pc:docMk/>
            <pc:sldMk cId="781531608" sldId="282"/>
            <ac:spMk id="17" creationId="{571B13E8-8544-3406-474D-BCD0E4603118}"/>
          </ac:spMkLst>
        </pc:spChg>
        <pc:spChg chg="add mod">
          <ac:chgData name="JONATHAN GABRIEL LOOR BAUTISTA" userId="4234489a-f210-4949-b3ca-adca1d814dab" providerId="ADAL" clId="{E9BAC351-BA7F-42BF-B93A-202D284C524A}" dt="2025-07-28T01:24:09.476" v="560" actId="14100"/>
          <ac:spMkLst>
            <pc:docMk/>
            <pc:sldMk cId="781531608" sldId="282"/>
            <ac:spMk id="21" creationId="{88680DC0-4AA8-AC37-993B-C735DB9496B7}"/>
          </ac:spMkLst>
        </pc:spChg>
        <pc:spChg chg="del mod">
          <ac:chgData name="JONATHAN GABRIEL LOOR BAUTISTA" userId="4234489a-f210-4949-b3ca-adca1d814dab" providerId="ADAL" clId="{E9BAC351-BA7F-42BF-B93A-202D284C524A}" dt="2025-07-28T01:16:16.941" v="535" actId="478"/>
          <ac:spMkLst>
            <pc:docMk/>
            <pc:sldMk cId="781531608" sldId="282"/>
            <ac:spMk id="24579" creationId="{8C8E38CF-A1CB-19CA-E144-80126A332D1F}"/>
          </ac:spMkLst>
        </pc:spChg>
        <pc:picChg chg="add mod">
          <ac:chgData name="JONATHAN GABRIEL LOOR BAUTISTA" userId="4234489a-f210-4949-b3ca-adca1d814dab" providerId="ADAL" clId="{E9BAC351-BA7F-42BF-B93A-202D284C524A}" dt="2025-07-28T01:16:22.191" v="537" actId="1076"/>
          <ac:picMkLst>
            <pc:docMk/>
            <pc:sldMk cId="781531608" sldId="282"/>
            <ac:picMk id="4" creationId="{A464CE27-A945-AE64-A579-D41305408902}"/>
          </ac:picMkLst>
        </pc:picChg>
        <pc:picChg chg="add mod">
          <ac:chgData name="JONATHAN GABRIEL LOOR BAUTISTA" userId="4234489a-f210-4949-b3ca-adca1d814dab" providerId="ADAL" clId="{E9BAC351-BA7F-42BF-B93A-202D284C524A}" dt="2025-07-28T01:16:44.801" v="539" actId="1076"/>
          <ac:picMkLst>
            <pc:docMk/>
            <pc:sldMk cId="781531608" sldId="282"/>
            <ac:picMk id="7" creationId="{CC8B617E-99B9-064B-3F82-66FC217D1CA0}"/>
          </ac:picMkLst>
        </pc:picChg>
        <pc:picChg chg="add mod">
          <ac:chgData name="JONATHAN GABRIEL LOOR BAUTISTA" userId="4234489a-f210-4949-b3ca-adca1d814dab" providerId="ADAL" clId="{E9BAC351-BA7F-42BF-B93A-202D284C524A}" dt="2025-07-28T01:18:22.067" v="541" actId="1076"/>
          <ac:picMkLst>
            <pc:docMk/>
            <pc:sldMk cId="781531608" sldId="282"/>
            <ac:picMk id="9" creationId="{7FE72FE3-C7AA-F6A4-C8D4-A59B1689C7B6}"/>
          </ac:picMkLst>
        </pc:picChg>
        <pc:picChg chg="add mod">
          <ac:chgData name="JONATHAN GABRIEL LOOR BAUTISTA" userId="4234489a-f210-4949-b3ca-adca1d814dab" providerId="ADAL" clId="{E9BAC351-BA7F-42BF-B93A-202D284C524A}" dt="2025-07-28T01:18:44.767" v="543" actId="1076"/>
          <ac:picMkLst>
            <pc:docMk/>
            <pc:sldMk cId="781531608" sldId="282"/>
            <ac:picMk id="12" creationId="{92D02BE0-A4AA-BDBC-9616-60A88B08FDB1}"/>
          </ac:picMkLst>
        </pc:picChg>
        <pc:picChg chg="del">
          <ac:chgData name="JONATHAN GABRIEL LOOR BAUTISTA" userId="4234489a-f210-4949-b3ca-adca1d814dab" providerId="ADAL" clId="{E9BAC351-BA7F-42BF-B93A-202D284C524A}" dt="2025-07-28T01:16:05.201" v="531" actId="478"/>
          <ac:picMkLst>
            <pc:docMk/>
            <pc:sldMk cId="781531608" sldId="282"/>
            <ac:picMk id="13" creationId="{CE7115D4-594C-0D42-FF10-D0FE507E7613}"/>
          </ac:picMkLst>
        </pc:picChg>
        <pc:picChg chg="del">
          <ac:chgData name="JONATHAN GABRIEL LOOR BAUTISTA" userId="4234489a-f210-4949-b3ca-adca1d814dab" providerId="ADAL" clId="{E9BAC351-BA7F-42BF-B93A-202D284C524A}" dt="2025-07-28T01:16:06.701" v="532" actId="478"/>
          <ac:picMkLst>
            <pc:docMk/>
            <pc:sldMk cId="781531608" sldId="282"/>
            <ac:picMk id="15" creationId="{29D294B5-4882-0531-D626-D23B1D2074EA}"/>
          </ac:picMkLst>
        </pc:picChg>
        <pc:picChg chg="add mod">
          <ac:chgData name="JONATHAN GABRIEL LOOR BAUTISTA" userId="4234489a-f210-4949-b3ca-adca1d814dab" providerId="ADAL" clId="{E9BAC351-BA7F-42BF-B93A-202D284C524A}" dt="2025-07-28T01:19:31.867" v="545" actId="1076"/>
          <ac:picMkLst>
            <pc:docMk/>
            <pc:sldMk cId="781531608" sldId="282"/>
            <ac:picMk id="16" creationId="{B73CD507-3914-85D7-569F-9FD73477A62C}"/>
          </ac:picMkLst>
        </pc:picChg>
        <pc:picChg chg="add mod">
          <ac:chgData name="JONATHAN GABRIEL LOOR BAUTISTA" userId="4234489a-f210-4949-b3ca-adca1d814dab" providerId="ADAL" clId="{E9BAC351-BA7F-42BF-B93A-202D284C524A}" dt="2025-07-28T01:20:38.951" v="547" actId="1076"/>
          <ac:picMkLst>
            <pc:docMk/>
            <pc:sldMk cId="781531608" sldId="282"/>
            <ac:picMk id="19" creationId="{FC08E079-CA6F-65DC-5A47-A18E7D818995}"/>
          </ac:picMkLst>
        </pc:picChg>
        <pc:picChg chg="add mod">
          <ac:chgData name="JONATHAN GABRIEL LOOR BAUTISTA" userId="4234489a-f210-4949-b3ca-adca1d814dab" providerId="ADAL" clId="{E9BAC351-BA7F-42BF-B93A-202D284C524A}" dt="2025-07-28T01:24:33.851" v="562" actId="1076"/>
          <ac:picMkLst>
            <pc:docMk/>
            <pc:sldMk cId="781531608" sldId="282"/>
            <ac:picMk id="23" creationId="{CCB836B4-0AFA-30BA-C060-981D8B7C86A6}"/>
          </ac:picMkLst>
        </pc:picChg>
        <pc:picChg chg="add mod">
          <ac:chgData name="JONATHAN GABRIEL LOOR BAUTISTA" userId="4234489a-f210-4949-b3ca-adca1d814dab" providerId="ADAL" clId="{E9BAC351-BA7F-42BF-B93A-202D284C524A}" dt="2025-07-28T01:25:01.601" v="564" actId="1076"/>
          <ac:picMkLst>
            <pc:docMk/>
            <pc:sldMk cId="781531608" sldId="282"/>
            <ac:picMk id="25" creationId="{FBA6D550-20AF-2E67-BFB0-B8ABF5B05163}"/>
          </ac:picMkLst>
        </pc:picChg>
      </pc:sldChg>
      <pc:sldChg chg="del">
        <pc:chgData name="JONATHAN GABRIEL LOOR BAUTISTA" userId="4234489a-f210-4949-b3ca-adca1d814dab" providerId="ADAL" clId="{E9BAC351-BA7F-42BF-B93A-202D284C524A}" dt="2025-07-28T01:12:57.452" v="470" actId="47"/>
        <pc:sldMkLst>
          <pc:docMk/>
          <pc:sldMk cId="3399935835" sldId="282"/>
        </pc:sldMkLst>
      </pc:sldChg>
      <pc:sldChg chg="del">
        <pc:chgData name="JONATHAN GABRIEL LOOR BAUTISTA" userId="4234489a-f210-4949-b3ca-adca1d814dab" providerId="ADAL" clId="{E9BAC351-BA7F-42BF-B93A-202D284C524A}" dt="2025-07-28T01:12:59.176" v="472" actId="47"/>
        <pc:sldMkLst>
          <pc:docMk/>
          <pc:sldMk cId="210314433" sldId="283"/>
        </pc:sldMkLst>
      </pc:sldChg>
      <pc:sldChg chg="modSp add mod">
        <pc:chgData name="JONATHAN GABRIEL LOOR BAUTISTA" userId="4234489a-f210-4949-b3ca-adca1d814dab" providerId="ADAL" clId="{E9BAC351-BA7F-42BF-B93A-202D284C524A}" dt="2025-07-28T02:38:09.942" v="770" actId="20577"/>
        <pc:sldMkLst>
          <pc:docMk/>
          <pc:sldMk cId="1056101281" sldId="283"/>
        </pc:sldMkLst>
        <pc:spChg chg="mod">
          <ac:chgData name="JONATHAN GABRIEL LOOR BAUTISTA" userId="4234489a-f210-4949-b3ca-adca1d814dab" providerId="ADAL" clId="{E9BAC351-BA7F-42BF-B93A-202D284C524A}" dt="2025-07-28T02:38:09.942" v="770" actId="20577"/>
          <ac:spMkLst>
            <pc:docMk/>
            <pc:sldMk cId="1056101281" sldId="283"/>
            <ac:spMk id="24579" creationId="{994B9A0F-CC7F-A89A-0554-9EA6AF379CF2}"/>
          </ac:spMkLst>
        </pc:spChg>
      </pc:sldChg>
      <pc:sldChg chg="addSp modSp add mod">
        <pc:chgData name="JONATHAN GABRIEL LOOR BAUTISTA" userId="4234489a-f210-4949-b3ca-adca1d814dab" providerId="ADAL" clId="{E9BAC351-BA7F-42BF-B93A-202D284C524A}" dt="2025-07-28T02:41:33.676" v="821" actId="1076"/>
        <pc:sldMkLst>
          <pc:docMk/>
          <pc:sldMk cId="3407123156" sldId="284"/>
        </pc:sldMkLst>
        <pc:spChg chg="mod">
          <ac:chgData name="JONATHAN GABRIEL LOOR BAUTISTA" userId="4234489a-f210-4949-b3ca-adca1d814dab" providerId="ADAL" clId="{E9BAC351-BA7F-42BF-B93A-202D284C524A}" dt="2025-07-28T02:41:24.376" v="818" actId="27636"/>
          <ac:spMkLst>
            <pc:docMk/>
            <pc:sldMk cId="3407123156" sldId="284"/>
            <ac:spMk id="24579" creationId="{2C71A9F6-55E7-EADD-B00C-8C51373B6AAC}"/>
          </ac:spMkLst>
        </pc:spChg>
        <pc:picChg chg="add mod">
          <ac:chgData name="JONATHAN GABRIEL LOOR BAUTISTA" userId="4234489a-f210-4949-b3ca-adca1d814dab" providerId="ADAL" clId="{E9BAC351-BA7F-42BF-B93A-202D284C524A}" dt="2025-07-28T02:41:33.676" v="821" actId="1076"/>
          <ac:picMkLst>
            <pc:docMk/>
            <pc:sldMk cId="3407123156" sldId="284"/>
            <ac:picMk id="3" creationId="{88A15E4C-C6D2-3A8D-9567-A08568065299}"/>
          </ac:picMkLst>
        </pc:picChg>
      </pc:sldChg>
      <pc:sldChg chg="modSp add mod ord">
        <pc:chgData name="JONATHAN GABRIEL LOOR BAUTISTA" userId="4234489a-f210-4949-b3ca-adca1d814dab" providerId="ADAL" clId="{E9BAC351-BA7F-42BF-B93A-202D284C524A}" dt="2025-07-28T02:46:28.802" v="1018" actId="947"/>
        <pc:sldMkLst>
          <pc:docMk/>
          <pc:sldMk cId="1799782557" sldId="285"/>
        </pc:sldMkLst>
        <pc:spChg chg="mod">
          <ac:chgData name="JONATHAN GABRIEL LOOR BAUTISTA" userId="4234489a-f210-4949-b3ca-adca1d814dab" providerId="ADAL" clId="{E9BAC351-BA7F-42BF-B93A-202D284C524A}" dt="2025-07-28T02:46:28.802" v="1018" actId="947"/>
          <ac:spMkLst>
            <pc:docMk/>
            <pc:sldMk cId="1799782557" sldId="285"/>
            <ac:spMk id="24579" creationId="{60048363-56CE-AE88-3A20-963E7D1138D5}"/>
          </ac:spMkLst>
        </pc:spChg>
      </pc:sldChg>
    </pc:docChg>
  </pc:docChgLst>
  <pc:docChgLst>
    <pc:chgData name="JONATHAN GABRIEL LOOR BAUTISTA" userId="4234489a-f210-4949-b3ca-adca1d814dab" providerId="ADAL" clId="{060DDFA7-0ED1-4434-A690-0E20AEBE99A7}"/>
    <pc:docChg chg="undo custSel addSld delSld modSld sldOrd modMainMaster">
      <pc:chgData name="JONATHAN GABRIEL LOOR BAUTISTA" userId="4234489a-f210-4949-b3ca-adca1d814dab" providerId="ADAL" clId="{060DDFA7-0ED1-4434-A690-0E20AEBE99A7}" dt="2023-10-31T14:15:58.986" v="582" actId="20577"/>
      <pc:docMkLst>
        <pc:docMk/>
      </pc:docMkLst>
      <pc:sldChg chg="modSp mod">
        <pc:chgData name="JONATHAN GABRIEL LOOR BAUTISTA" userId="4234489a-f210-4949-b3ca-adca1d814dab" providerId="ADAL" clId="{060DDFA7-0ED1-4434-A690-0E20AEBE99A7}" dt="2023-10-30T21:09:57.255" v="203" actId="14100"/>
        <pc:sldMkLst>
          <pc:docMk/>
          <pc:sldMk cId="0" sldId="256"/>
        </pc:sldMkLst>
      </pc:sldChg>
      <pc:sldChg chg="del">
        <pc:chgData name="JONATHAN GABRIEL LOOR BAUTISTA" userId="4234489a-f210-4949-b3ca-adca1d814dab" providerId="ADAL" clId="{060DDFA7-0ED1-4434-A690-0E20AEBE99A7}" dt="2023-10-30T21:06:17.258" v="130" actId="47"/>
        <pc:sldMkLst>
          <pc:docMk/>
          <pc:sldMk cId="0" sldId="257"/>
        </pc:sldMkLst>
      </pc:sldChg>
      <pc:sldChg chg="addSp delSp modSp mod setBg">
        <pc:chgData name="JONATHAN GABRIEL LOOR BAUTISTA" userId="4234489a-f210-4949-b3ca-adca1d814dab" providerId="ADAL" clId="{060DDFA7-0ED1-4434-A690-0E20AEBE99A7}" dt="2023-10-31T14:11:53.464" v="513" actId="1076"/>
        <pc:sldMkLst>
          <pc:docMk/>
          <pc:sldMk cId="0" sldId="258"/>
        </pc:sldMkLst>
      </pc:sldChg>
      <pc:sldChg chg="addSp modSp add mod">
        <pc:chgData name="JONATHAN GABRIEL LOOR BAUTISTA" userId="4234489a-f210-4949-b3ca-adca1d814dab" providerId="ADAL" clId="{060DDFA7-0ED1-4434-A690-0E20AEBE99A7}" dt="2023-10-31T14:07:01.113" v="488" actId="20577"/>
        <pc:sldMkLst>
          <pc:docMk/>
          <pc:sldMk cId="365126346" sldId="259"/>
        </pc:sldMkLst>
      </pc:sldChg>
      <pc:sldChg chg="addSp delSp modSp add del mod ord">
        <pc:chgData name="JONATHAN GABRIEL LOOR BAUTISTA" userId="4234489a-f210-4949-b3ca-adca1d814dab" providerId="ADAL" clId="{060DDFA7-0ED1-4434-A690-0E20AEBE99A7}" dt="2023-10-31T14:06:12.179" v="424" actId="20577"/>
        <pc:sldMkLst>
          <pc:docMk/>
          <pc:sldMk cId="2494341450" sldId="260"/>
        </pc:sldMkLst>
      </pc:sldChg>
      <pc:sldChg chg="addSp delSp modSp add mod">
        <pc:chgData name="JONATHAN GABRIEL LOOR BAUTISTA" userId="4234489a-f210-4949-b3ca-adca1d814dab" providerId="ADAL" clId="{060DDFA7-0ED1-4434-A690-0E20AEBE99A7}" dt="2023-10-31T14:15:07.912" v="528" actId="1076"/>
        <pc:sldMkLst>
          <pc:docMk/>
          <pc:sldMk cId="1096243283" sldId="261"/>
        </pc:sldMkLst>
      </pc:sldChg>
      <pc:sldChg chg="addSp delSp modSp add mod">
        <pc:chgData name="JONATHAN GABRIEL LOOR BAUTISTA" userId="4234489a-f210-4949-b3ca-adca1d814dab" providerId="ADAL" clId="{060DDFA7-0ED1-4434-A690-0E20AEBE99A7}" dt="2023-10-31T13:54:07.335" v="388"/>
        <pc:sldMkLst>
          <pc:docMk/>
          <pc:sldMk cId="446297087" sldId="262"/>
        </pc:sldMkLst>
      </pc:sldChg>
      <pc:sldChg chg="addSp delSp modSp add mod">
        <pc:chgData name="JONATHAN GABRIEL LOOR BAUTISTA" userId="4234489a-f210-4949-b3ca-adca1d814dab" providerId="ADAL" clId="{060DDFA7-0ED1-4434-A690-0E20AEBE99A7}" dt="2023-10-31T13:59:41.552" v="399" actId="1076"/>
        <pc:sldMkLst>
          <pc:docMk/>
          <pc:sldMk cId="3749474826" sldId="263"/>
        </pc:sldMkLst>
      </pc:sldChg>
      <pc:sldChg chg="addSp delSp modSp add mod">
        <pc:chgData name="JONATHAN GABRIEL LOOR BAUTISTA" userId="4234489a-f210-4949-b3ca-adca1d814dab" providerId="ADAL" clId="{060DDFA7-0ED1-4434-A690-0E20AEBE99A7}" dt="2023-10-31T14:01:12.512" v="406" actId="1076"/>
        <pc:sldMkLst>
          <pc:docMk/>
          <pc:sldMk cId="1712364955" sldId="264"/>
        </pc:sldMkLst>
      </pc:sldChg>
      <pc:sldChg chg="addSp delSp modSp add mod">
        <pc:chgData name="JONATHAN GABRIEL LOOR BAUTISTA" userId="4234489a-f210-4949-b3ca-adca1d814dab" providerId="ADAL" clId="{060DDFA7-0ED1-4434-A690-0E20AEBE99A7}" dt="2023-10-31T14:02:25.713" v="411" actId="1076"/>
        <pc:sldMkLst>
          <pc:docMk/>
          <pc:sldMk cId="3972352135" sldId="265"/>
        </pc:sldMkLst>
      </pc:sldChg>
      <pc:sldChg chg="modSp add mod">
        <pc:chgData name="JONATHAN GABRIEL LOOR BAUTISTA" userId="4234489a-f210-4949-b3ca-adca1d814dab" providerId="ADAL" clId="{060DDFA7-0ED1-4434-A690-0E20AEBE99A7}" dt="2023-10-31T14:15:58.986" v="582" actId="20577"/>
        <pc:sldMkLst>
          <pc:docMk/>
          <pc:sldMk cId="628235030" sldId="266"/>
        </pc:sldMkLst>
      </pc:sldChg>
      <pc:sldChg chg="del">
        <pc:chgData name="JONATHAN GABRIEL LOOR BAUTISTA" userId="4234489a-f210-4949-b3ca-adca1d814dab" providerId="ADAL" clId="{060DDFA7-0ED1-4434-A690-0E20AEBE99A7}" dt="2023-10-30T21:06:59.256" v="136" actId="47"/>
        <pc:sldMkLst>
          <pc:docMk/>
          <pc:sldMk cId="3148635589" sldId="270"/>
        </pc:sldMkLst>
      </pc:sldChg>
      <pc:sldChg chg="del">
        <pc:chgData name="JONATHAN GABRIEL LOOR BAUTISTA" userId="4234489a-f210-4949-b3ca-adca1d814dab" providerId="ADAL" clId="{060DDFA7-0ED1-4434-A690-0E20AEBE99A7}" dt="2023-10-30T21:06:59.386" v="137" actId="47"/>
        <pc:sldMkLst>
          <pc:docMk/>
          <pc:sldMk cId="2453666722" sldId="271"/>
        </pc:sldMkLst>
      </pc:sldChg>
      <pc:sldChg chg="del">
        <pc:chgData name="JONATHAN GABRIEL LOOR BAUTISTA" userId="4234489a-f210-4949-b3ca-adca1d814dab" providerId="ADAL" clId="{060DDFA7-0ED1-4434-A690-0E20AEBE99A7}" dt="2023-10-30T21:06:59.863" v="140" actId="47"/>
        <pc:sldMkLst>
          <pc:docMk/>
          <pc:sldMk cId="3274624831" sldId="272"/>
        </pc:sldMkLst>
      </pc:sldChg>
      <pc:sldChg chg="del">
        <pc:chgData name="JONATHAN GABRIEL LOOR BAUTISTA" userId="4234489a-f210-4949-b3ca-adca1d814dab" providerId="ADAL" clId="{060DDFA7-0ED1-4434-A690-0E20AEBE99A7}" dt="2023-10-30T21:06:57.871" v="133" actId="47"/>
        <pc:sldMkLst>
          <pc:docMk/>
          <pc:sldMk cId="2752778094" sldId="273"/>
        </pc:sldMkLst>
      </pc:sldChg>
      <pc:sldChg chg="del">
        <pc:chgData name="JONATHAN GABRIEL LOOR BAUTISTA" userId="4234489a-f210-4949-b3ca-adca1d814dab" providerId="ADAL" clId="{060DDFA7-0ED1-4434-A690-0E20AEBE99A7}" dt="2023-10-30T21:06:58.785" v="134" actId="47"/>
        <pc:sldMkLst>
          <pc:docMk/>
          <pc:sldMk cId="1191621404" sldId="274"/>
        </pc:sldMkLst>
      </pc:sldChg>
      <pc:sldChg chg="del">
        <pc:chgData name="JONATHAN GABRIEL LOOR BAUTISTA" userId="4234489a-f210-4949-b3ca-adca1d814dab" providerId="ADAL" clId="{060DDFA7-0ED1-4434-A690-0E20AEBE99A7}" dt="2023-10-30T21:06:59.051" v="135" actId="47"/>
        <pc:sldMkLst>
          <pc:docMk/>
          <pc:sldMk cId="1408870596" sldId="275"/>
        </pc:sldMkLst>
      </pc:sldChg>
      <pc:sldChg chg="del">
        <pc:chgData name="JONATHAN GABRIEL LOOR BAUTISTA" userId="4234489a-f210-4949-b3ca-adca1d814dab" providerId="ADAL" clId="{060DDFA7-0ED1-4434-A690-0E20AEBE99A7}" dt="2023-10-30T21:06:59.568" v="138" actId="47"/>
        <pc:sldMkLst>
          <pc:docMk/>
          <pc:sldMk cId="2004126196" sldId="276"/>
        </pc:sldMkLst>
      </pc:sldChg>
      <pc:sldChg chg="del">
        <pc:chgData name="JONATHAN GABRIEL LOOR BAUTISTA" userId="4234489a-f210-4949-b3ca-adca1d814dab" providerId="ADAL" clId="{060DDFA7-0ED1-4434-A690-0E20AEBE99A7}" dt="2023-10-30T21:06:59.728" v="139" actId="47"/>
        <pc:sldMkLst>
          <pc:docMk/>
          <pc:sldMk cId="2374801582" sldId="277"/>
        </pc:sldMkLst>
      </pc:sldChg>
      <pc:sldChg chg="del">
        <pc:chgData name="JONATHAN GABRIEL LOOR BAUTISTA" userId="4234489a-f210-4949-b3ca-adca1d814dab" providerId="ADAL" clId="{060DDFA7-0ED1-4434-A690-0E20AEBE99A7}" dt="2023-10-30T21:06:59.999" v="141" actId="47"/>
        <pc:sldMkLst>
          <pc:docMk/>
          <pc:sldMk cId="1796450385" sldId="278"/>
        </pc:sldMkLst>
      </pc:sldChg>
      <pc:sldChg chg="del">
        <pc:chgData name="JONATHAN GABRIEL LOOR BAUTISTA" userId="4234489a-f210-4949-b3ca-adca1d814dab" providerId="ADAL" clId="{060DDFA7-0ED1-4434-A690-0E20AEBE99A7}" dt="2023-10-30T21:06:19.264" v="131" actId="47"/>
        <pc:sldMkLst>
          <pc:docMk/>
          <pc:sldMk cId="1137748348" sldId="279"/>
        </pc:sldMkLst>
      </pc:sldChg>
      <pc:sldChg chg="del">
        <pc:chgData name="JONATHAN GABRIEL LOOR BAUTISTA" userId="4234489a-f210-4949-b3ca-adca1d814dab" providerId="ADAL" clId="{060DDFA7-0ED1-4434-A690-0E20AEBE99A7}" dt="2023-10-30T21:07:00.132" v="142" actId="47"/>
        <pc:sldMkLst>
          <pc:docMk/>
          <pc:sldMk cId="1911223544" sldId="280"/>
        </pc:sldMkLst>
      </pc:sldChg>
      <pc:sldChg chg="del">
        <pc:chgData name="JONATHAN GABRIEL LOOR BAUTISTA" userId="4234489a-f210-4949-b3ca-adca1d814dab" providerId="ADAL" clId="{060DDFA7-0ED1-4434-A690-0E20AEBE99A7}" dt="2023-10-30T21:07:00.455" v="143" actId="47"/>
        <pc:sldMkLst>
          <pc:docMk/>
          <pc:sldMk cId="1419791792" sldId="282"/>
        </pc:sldMkLst>
      </pc:sldChg>
      <pc:sldChg chg="del">
        <pc:chgData name="JONATHAN GABRIEL LOOR BAUTISTA" userId="4234489a-f210-4949-b3ca-adca1d814dab" providerId="ADAL" clId="{060DDFA7-0ED1-4434-A690-0E20AEBE99A7}" dt="2023-10-30T21:07:00.550" v="144" actId="47"/>
        <pc:sldMkLst>
          <pc:docMk/>
          <pc:sldMk cId="1650563039" sldId="283"/>
        </pc:sldMkLst>
      </pc:sldChg>
      <pc:sldChg chg="del">
        <pc:chgData name="JONATHAN GABRIEL LOOR BAUTISTA" userId="4234489a-f210-4949-b3ca-adca1d814dab" providerId="ADAL" clId="{060DDFA7-0ED1-4434-A690-0E20AEBE99A7}" dt="2023-10-30T21:07:00.919" v="145" actId="47"/>
        <pc:sldMkLst>
          <pc:docMk/>
          <pc:sldMk cId="347908706" sldId="284"/>
        </pc:sldMkLst>
      </pc:sldChg>
      <pc:sldChg chg="del">
        <pc:chgData name="JONATHAN GABRIEL LOOR BAUTISTA" userId="4234489a-f210-4949-b3ca-adca1d814dab" providerId="ADAL" clId="{060DDFA7-0ED1-4434-A690-0E20AEBE99A7}" dt="2023-10-30T21:07:03.741" v="147" actId="47"/>
        <pc:sldMkLst>
          <pc:docMk/>
          <pc:sldMk cId="3849679617" sldId="285"/>
        </pc:sldMkLst>
      </pc:sldChg>
      <pc:sldChg chg="del">
        <pc:chgData name="JONATHAN GABRIEL LOOR BAUTISTA" userId="4234489a-f210-4949-b3ca-adca1d814dab" providerId="ADAL" clId="{060DDFA7-0ED1-4434-A690-0E20AEBE99A7}" dt="2023-10-30T21:07:01.725" v="146" actId="47"/>
        <pc:sldMkLst>
          <pc:docMk/>
          <pc:sldMk cId="627336759" sldId="286"/>
        </pc:sldMkLst>
      </pc:sldChg>
      <pc:sldChg chg="del">
        <pc:chgData name="JONATHAN GABRIEL LOOR BAUTISTA" userId="4234489a-f210-4949-b3ca-adca1d814dab" providerId="ADAL" clId="{060DDFA7-0ED1-4434-A690-0E20AEBE99A7}" dt="2023-10-30T21:06:51.513" v="132" actId="47"/>
        <pc:sldMkLst>
          <pc:docMk/>
          <pc:sldMk cId="3899911817" sldId="287"/>
        </pc:sldMkLst>
      </pc:sldChg>
      <pc:sldMasterChg chg="modSp modSldLayout">
        <pc:chgData name="JONATHAN GABRIEL LOOR BAUTISTA" userId="4234489a-f210-4949-b3ca-adca1d814dab" providerId="ADAL" clId="{060DDFA7-0ED1-4434-A690-0E20AEBE99A7}" dt="2023-10-30T21:08:33.515" v="186"/>
        <pc:sldMasterMkLst>
          <pc:docMk/>
          <pc:sldMasterMk cId="0" sldId="2147483648"/>
        </pc:sldMasterMkLst>
        <pc:sldLayoutChg chg="modSp">
          <pc:chgData name="JONATHAN GABRIEL LOOR BAUTISTA" userId="4234489a-f210-4949-b3ca-adca1d814dab" providerId="ADAL" clId="{060DDFA7-0ED1-4434-A690-0E20AEBE99A7}" dt="2023-10-30T21:08:33.515" v="186"/>
          <pc:sldLayoutMkLst>
            <pc:docMk/>
            <pc:sldMasterMk cId="0" sldId="2147483648"/>
            <pc:sldLayoutMk cId="3939597044" sldId="2147483649"/>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48047980" sldId="2147483651"/>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2119514795" sldId="2147483652"/>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050028034" sldId="2147483653"/>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38817288" sldId="2147483656"/>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1447904796" sldId="2147483657"/>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81004487" sldId="2147483659"/>
          </pc:sldLayoutMkLst>
        </pc:sldLayoutChg>
      </pc:sldMasterChg>
    </pc:docChg>
  </pc:docChgLst>
  <pc:docChgLst>
    <pc:chgData name="JONATHAN GABRIEL LOOR BAUTISTA" userId="4234489a-f210-4949-b3ca-adca1d814dab" providerId="ADAL" clId="{32AE7896-BB73-4C81-9FBA-33FB8A1AB101}"/>
    <pc:docChg chg="undo custSel addSld delSld modSld sldOrd">
      <pc:chgData name="JONATHAN GABRIEL LOOR BAUTISTA" userId="4234489a-f210-4949-b3ca-adca1d814dab" providerId="ADAL" clId="{32AE7896-BB73-4C81-9FBA-33FB8A1AB101}" dt="2023-11-23T14:28:13.946" v="1621" actId="478"/>
      <pc:docMkLst>
        <pc:docMk/>
      </pc:docMkLst>
      <pc:sldChg chg="modSp mod">
        <pc:chgData name="JONATHAN GABRIEL LOOR BAUTISTA" userId="4234489a-f210-4949-b3ca-adca1d814dab" providerId="ADAL" clId="{32AE7896-BB73-4C81-9FBA-33FB8A1AB101}" dt="2023-11-16T10:26:31.716" v="4" actId="20577"/>
        <pc:sldMkLst>
          <pc:docMk/>
          <pc:sldMk cId="0" sldId="256"/>
        </pc:sldMkLst>
      </pc:sldChg>
      <pc:sldChg chg="addSp delSp modSp mod">
        <pc:chgData name="JONATHAN GABRIEL LOOR BAUTISTA" userId="4234489a-f210-4949-b3ca-adca1d814dab" providerId="ADAL" clId="{32AE7896-BB73-4C81-9FBA-33FB8A1AB101}" dt="2023-11-16T10:43:40.636" v="45" actId="11529"/>
        <pc:sldMkLst>
          <pc:docMk/>
          <pc:sldMk cId="0" sldId="258"/>
        </pc:sldMkLst>
      </pc:sldChg>
      <pc:sldChg chg="addSp delSp modSp add mod">
        <pc:chgData name="JONATHAN GABRIEL LOOR BAUTISTA" userId="4234489a-f210-4949-b3ca-adca1d814dab" providerId="ADAL" clId="{32AE7896-BB73-4C81-9FBA-33FB8A1AB101}" dt="2023-11-16T13:11:07.901" v="56" actId="1076"/>
        <pc:sldMkLst>
          <pc:docMk/>
          <pc:sldMk cId="1227780459" sldId="259"/>
        </pc:sldMkLst>
      </pc:sldChg>
      <pc:sldChg chg="del">
        <pc:chgData name="JONATHAN GABRIEL LOOR BAUTISTA" userId="4234489a-f210-4949-b3ca-adca1d814dab" providerId="ADAL" clId="{32AE7896-BB73-4C81-9FBA-33FB8A1AB101}" dt="2023-11-16T10:37:06.676" v="28" actId="47"/>
        <pc:sldMkLst>
          <pc:docMk/>
          <pc:sldMk cId="1413283838" sldId="259"/>
        </pc:sldMkLst>
      </pc:sldChg>
      <pc:sldChg chg="del">
        <pc:chgData name="JONATHAN GABRIEL LOOR BAUTISTA" userId="4234489a-f210-4949-b3ca-adca1d814dab" providerId="ADAL" clId="{32AE7896-BB73-4C81-9FBA-33FB8A1AB101}" dt="2023-11-16T10:37:06.676" v="28" actId="47"/>
        <pc:sldMkLst>
          <pc:docMk/>
          <pc:sldMk cId="2169708303" sldId="260"/>
        </pc:sldMkLst>
      </pc:sldChg>
      <pc:sldChg chg="addSp delSp modSp add mod ord">
        <pc:chgData name="JONATHAN GABRIEL LOOR BAUTISTA" userId="4234489a-f210-4949-b3ca-adca1d814dab" providerId="ADAL" clId="{32AE7896-BB73-4C81-9FBA-33FB8A1AB101}" dt="2023-11-16T13:45:27.169" v="553"/>
        <pc:sldMkLst>
          <pc:docMk/>
          <pc:sldMk cId="2412575459" sldId="260"/>
        </pc:sldMkLst>
      </pc:sldChg>
      <pc:sldChg chg="addSp delSp modSp add mod">
        <pc:chgData name="JONATHAN GABRIEL LOOR BAUTISTA" userId="4234489a-f210-4949-b3ca-adca1d814dab" providerId="ADAL" clId="{32AE7896-BB73-4C81-9FBA-33FB8A1AB101}" dt="2023-11-16T13:45:33.742" v="554"/>
        <pc:sldMkLst>
          <pc:docMk/>
          <pc:sldMk cId="1332033609" sldId="261"/>
        </pc:sldMkLst>
      </pc:sldChg>
      <pc:sldChg chg="del">
        <pc:chgData name="JONATHAN GABRIEL LOOR BAUTISTA" userId="4234489a-f210-4949-b3ca-adca1d814dab" providerId="ADAL" clId="{32AE7896-BB73-4C81-9FBA-33FB8A1AB101}" dt="2023-11-16T10:37:06.676" v="28" actId="47"/>
        <pc:sldMkLst>
          <pc:docMk/>
          <pc:sldMk cId="2036800423" sldId="261"/>
        </pc:sldMkLst>
      </pc:sldChg>
      <pc:sldChg chg="del">
        <pc:chgData name="JONATHAN GABRIEL LOOR BAUTISTA" userId="4234489a-f210-4949-b3ca-adca1d814dab" providerId="ADAL" clId="{32AE7896-BB73-4C81-9FBA-33FB8A1AB101}" dt="2023-11-16T10:37:06.676" v="28" actId="47"/>
        <pc:sldMkLst>
          <pc:docMk/>
          <pc:sldMk cId="3749745879" sldId="262"/>
        </pc:sldMkLst>
      </pc:sldChg>
      <pc:sldChg chg="addSp delSp modSp add mod">
        <pc:chgData name="JONATHAN GABRIEL LOOR BAUTISTA" userId="4234489a-f210-4949-b3ca-adca1d814dab" providerId="ADAL" clId="{32AE7896-BB73-4C81-9FBA-33FB8A1AB101}" dt="2023-11-16T13:45:38.973" v="555"/>
        <pc:sldMkLst>
          <pc:docMk/>
          <pc:sldMk cId="4174583105" sldId="262"/>
        </pc:sldMkLst>
      </pc:sldChg>
      <pc:sldChg chg="del">
        <pc:chgData name="JONATHAN GABRIEL LOOR BAUTISTA" userId="4234489a-f210-4949-b3ca-adca1d814dab" providerId="ADAL" clId="{32AE7896-BB73-4C81-9FBA-33FB8A1AB101}" dt="2023-11-16T10:37:06.676" v="28" actId="47"/>
        <pc:sldMkLst>
          <pc:docMk/>
          <pc:sldMk cId="26735523" sldId="263"/>
        </pc:sldMkLst>
      </pc:sldChg>
      <pc:sldChg chg="addSp delSp modSp add mod">
        <pc:chgData name="JONATHAN GABRIEL LOOR BAUTISTA" userId="4234489a-f210-4949-b3ca-adca1d814dab" providerId="ADAL" clId="{32AE7896-BB73-4C81-9FBA-33FB8A1AB101}" dt="2023-11-16T13:45:44.973" v="556"/>
        <pc:sldMkLst>
          <pc:docMk/>
          <pc:sldMk cId="315044553" sldId="263"/>
        </pc:sldMkLst>
      </pc:sldChg>
      <pc:sldChg chg="delSp modSp add mod">
        <pc:chgData name="JONATHAN GABRIEL LOOR BAUTISTA" userId="4234489a-f210-4949-b3ca-adca1d814dab" providerId="ADAL" clId="{32AE7896-BB73-4C81-9FBA-33FB8A1AB101}" dt="2023-11-16T13:45:50.078" v="557"/>
        <pc:sldMkLst>
          <pc:docMk/>
          <pc:sldMk cId="928763728" sldId="264"/>
        </pc:sldMkLst>
      </pc:sldChg>
      <pc:sldChg chg="del">
        <pc:chgData name="JONATHAN GABRIEL LOOR BAUTISTA" userId="4234489a-f210-4949-b3ca-adca1d814dab" providerId="ADAL" clId="{32AE7896-BB73-4C81-9FBA-33FB8A1AB101}" dt="2023-11-16T10:37:06.676" v="28" actId="47"/>
        <pc:sldMkLst>
          <pc:docMk/>
          <pc:sldMk cId="3349323718" sldId="264"/>
        </pc:sldMkLst>
      </pc:sldChg>
      <pc:sldChg chg="addSp delSp modSp add mod ord">
        <pc:chgData name="JONATHAN GABRIEL LOOR BAUTISTA" userId="4234489a-f210-4949-b3ca-adca1d814dab" providerId="ADAL" clId="{32AE7896-BB73-4C81-9FBA-33FB8A1AB101}" dt="2023-11-16T13:50:47.574" v="611" actId="1076"/>
        <pc:sldMkLst>
          <pc:docMk/>
          <pc:sldMk cId="1592637203" sldId="265"/>
        </pc:sldMkLst>
      </pc:sldChg>
      <pc:sldChg chg="del">
        <pc:chgData name="JONATHAN GABRIEL LOOR BAUTISTA" userId="4234489a-f210-4949-b3ca-adca1d814dab" providerId="ADAL" clId="{32AE7896-BB73-4C81-9FBA-33FB8A1AB101}" dt="2023-11-16T10:37:06.676" v="28" actId="47"/>
        <pc:sldMkLst>
          <pc:docMk/>
          <pc:sldMk cId="3215622691" sldId="265"/>
        </pc:sldMkLst>
      </pc:sldChg>
      <pc:sldChg chg="add del">
        <pc:chgData name="JONATHAN GABRIEL LOOR BAUTISTA" userId="4234489a-f210-4949-b3ca-adca1d814dab" providerId="ADAL" clId="{32AE7896-BB73-4C81-9FBA-33FB8A1AB101}" dt="2023-11-16T13:51:28.138" v="613" actId="47"/>
        <pc:sldMkLst>
          <pc:docMk/>
          <pc:sldMk cId="1730970373" sldId="266"/>
        </pc:sldMkLst>
      </pc:sldChg>
      <pc:sldChg chg="del">
        <pc:chgData name="JONATHAN GABRIEL LOOR BAUTISTA" userId="4234489a-f210-4949-b3ca-adca1d814dab" providerId="ADAL" clId="{32AE7896-BB73-4C81-9FBA-33FB8A1AB101}" dt="2023-11-16T10:37:06.676" v="28" actId="47"/>
        <pc:sldMkLst>
          <pc:docMk/>
          <pc:sldMk cId="2374877937" sldId="266"/>
        </pc:sldMkLst>
      </pc:sldChg>
      <pc:sldChg chg="addSp delSp modSp add mod ord">
        <pc:chgData name="JONATHAN GABRIEL LOOR BAUTISTA" userId="4234489a-f210-4949-b3ca-adca1d814dab" providerId="ADAL" clId="{32AE7896-BB73-4C81-9FBA-33FB8A1AB101}" dt="2023-11-23T13:31:34.192" v="1368" actId="20577"/>
        <pc:sldMkLst>
          <pc:docMk/>
          <pc:sldMk cId="4287966700" sldId="266"/>
        </pc:sldMkLst>
      </pc:sldChg>
      <pc:sldChg chg="addSp delSp modSp add mod">
        <pc:chgData name="JONATHAN GABRIEL LOOR BAUTISTA" userId="4234489a-f210-4949-b3ca-adca1d814dab" providerId="ADAL" clId="{32AE7896-BB73-4C81-9FBA-33FB8A1AB101}" dt="2023-11-23T14:28:13.946" v="1621" actId="478"/>
        <pc:sldMkLst>
          <pc:docMk/>
          <pc:sldMk cId="814129114" sldId="267"/>
        </pc:sldMkLst>
      </pc:sldChg>
      <pc:sldChg chg="del">
        <pc:chgData name="JONATHAN GABRIEL LOOR BAUTISTA" userId="4234489a-f210-4949-b3ca-adca1d814dab" providerId="ADAL" clId="{32AE7896-BB73-4C81-9FBA-33FB8A1AB101}" dt="2023-11-16T10:37:06.676" v="28" actId="47"/>
        <pc:sldMkLst>
          <pc:docMk/>
          <pc:sldMk cId="938569621" sldId="267"/>
        </pc:sldMkLst>
      </pc:sldChg>
      <pc:sldChg chg="addSp delSp modSp add mod">
        <pc:chgData name="JONATHAN GABRIEL LOOR BAUTISTA" userId="4234489a-f210-4949-b3ca-adca1d814dab" providerId="ADAL" clId="{32AE7896-BB73-4C81-9FBA-33FB8A1AB101}" dt="2023-11-23T13:21:59.423" v="1146" actId="2085"/>
        <pc:sldMkLst>
          <pc:docMk/>
          <pc:sldMk cId="318255523" sldId="268"/>
        </pc:sldMkLst>
      </pc:sldChg>
      <pc:sldChg chg="del">
        <pc:chgData name="JONATHAN GABRIEL LOOR BAUTISTA" userId="4234489a-f210-4949-b3ca-adca1d814dab" providerId="ADAL" clId="{32AE7896-BB73-4C81-9FBA-33FB8A1AB101}" dt="2023-11-16T10:37:06.676" v="28" actId="47"/>
        <pc:sldMkLst>
          <pc:docMk/>
          <pc:sldMk cId="4009423192" sldId="268"/>
        </pc:sldMkLst>
      </pc:sldChg>
      <pc:sldChg chg="del">
        <pc:chgData name="JONATHAN GABRIEL LOOR BAUTISTA" userId="4234489a-f210-4949-b3ca-adca1d814dab" providerId="ADAL" clId="{32AE7896-BB73-4C81-9FBA-33FB8A1AB101}" dt="2023-11-16T10:37:06.676" v="28" actId="47"/>
        <pc:sldMkLst>
          <pc:docMk/>
          <pc:sldMk cId="1381898115" sldId="269"/>
        </pc:sldMkLst>
      </pc:sldChg>
      <pc:sldChg chg="addSp delSp modSp add mod ord">
        <pc:chgData name="JONATHAN GABRIEL LOOR BAUTISTA" userId="4234489a-f210-4949-b3ca-adca1d814dab" providerId="ADAL" clId="{32AE7896-BB73-4C81-9FBA-33FB8A1AB101}" dt="2023-11-23T13:24:15.758" v="1175" actId="2085"/>
        <pc:sldMkLst>
          <pc:docMk/>
          <pc:sldMk cId="2736320437" sldId="269"/>
        </pc:sldMkLst>
      </pc:sldChg>
      <pc:sldChg chg="addSp delSp modSp add del mod">
        <pc:chgData name="JONATHAN GABRIEL LOOR BAUTISTA" userId="4234489a-f210-4949-b3ca-adca1d814dab" providerId="ADAL" clId="{32AE7896-BB73-4C81-9FBA-33FB8A1AB101}" dt="2023-11-23T13:29:28.964" v="1302" actId="47"/>
        <pc:sldMkLst>
          <pc:docMk/>
          <pc:sldMk cId="1780785426" sldId="270"/>
        </pc:sldMkLst>
      </pc:sldChg>
      <pc:sldChg chg="del">
        <pc:chgData name="JONATHAN GABRIEL LOOR BAUTISTA" userId="4234489a-f210-4949-b3ca-adca1d814dab" providerId="ADAL" clId="{32AE7896-BB73-4C81-9FBA-33FB8A1AB101}" dt="2023-11-16T10:37:06.676" v="28" actId="47"/>
        <pc:sldMkLst>
          <pc:docMk/>
          <pc:sldMk cId="3018725871" sldId="270"/>
        </pc:sldMkLst>
      </pc:sldChg>
      <pc:sldChg chg="del">
        <pc:chgData name="JONATHAN GABRIEL LOOR BAUTISTA" userId="4234489a-f210-4949-b3ca-adca1d814dab" providerId="ADAL" clId="{32AE7896-BB73-4C81-9FBA-33FB8A1AB101}" dt="2023-11-16T10:37:06.676" v="28" actId="47"/>
        <pc:sldMkLst>
          <pc:docMk/>
          <pc:sldMk cId="570756419" sldId="271"/>
        </pc:sldMkLst>
      </pc:sldChg>
      <pc:sldChg chg="addSp modSp add mod">
        <pc:chgData name="JONATHAN GABRIEL LOOR BAUTISTA" userId="4234489a-f210-4949-b3ca-adca1d814dab" providerId="ADAL" clId="{32AE7896-BB73-4C81-9FBA-33FB8A1AB101}" dt="2023-11-23T13:29:16.559" v="1301" actId="2085"/>
        <pc:sldMkLst>
          <pc:docMk/>
          <pc:sldMk cId="1881090054" sldId="271"/>
        </pc:sldMkLst>
      </pc:sldChg>
      <pc:sldChg chg="del">
        <pc:chgData name="JONATHAN GABRIEL LOOR BAUTISTA" userId="4234489a-f210-4949-b3ca-adca1d814dab" providerId="ADAL" clId="{32AE7896-BB73-4C81-9FBA-33FB8A1AB101}" dt="2023-11-16T10:37:06.676" v="28" actId="47"/>
        <pc:sldMkLst>
          <pc:docMk/>
          <pc:sldMk cId="2044139457" sldId="272"/>
        </pc:sldMkLst>
      </pc:sldChg>
      <pc:sldChg chg="addSp delSp modSp add mod">
        <pc:chgData name="JONATHAN GABRIEL LOOR BAUTISTA" userId="4234489a-f210-4949-b3ca-adca1d814dab" providerId="ADAL" clId="{32AE7896-BB73-4C81-9FBA-33FB8A1AB101}" dt="2023-11-23T13:31:19.656" v="1353" actId="14100"/>
        <pc:sldMkLst>
          <pc:docMk/>
          <pc:sldMk cId="3429618453" sldId="272"/>
        </pc:sldMkLst>
      </pc:sldChg>
      <pc:sldChg chg="del">
        <pc:chgData name="JONATHAN GABRIEL LOOR BAUTISTA" userId="4234489a-f210-4949-b3ca-adca1d814dab" providerId="ADAL" clId="{32AE7896-BB73-4C81-9FBA-33FB8A1AB101}" dt="2023-11-16T10:37:06.676" v="28" actId="47"/>
        <pc:sldMkLst>
          <pc:docMk/>
          <pc:sldMk cId="1697908801" sldId="273"/>
        </pc:sldMkLst>
      </pc:sldChg>
      <pc:sldChg chg="addSp delSp modSp add mod ord">
        <pc:chgData name="JONATHAN GABRIEL LOOR BAUTISTA" userId="4234489a-f210-4949-b3ca-adca1d814dab" providerId="ADAL" clId="{32AE7896-BB73-4C81-9FBA-33FB8A1AB101}" dt="2023-11-23T13:35:23.430" v="1465" actId="478"/>
        <pc:sldMkLst>
          <pc:docMk/>
          <pc:sldMk cId="4092677898" sldId="273"/>
        </pc:sldMkLst>
      </pc:sldChg>
      <pc:sldChg chg="addSp delSp modSp add mod">
        <pc:chgData name="JONATHAN GABRIEL LOOR BAUTISTA" userId="4234489a-f210-4949-b3ca-adca1d814dab" providerId="ADAL" clId="{32AE7896-BB73-4C81-9FBA-33FB8A1AB101}" dt="2023-11-23T13:37:48.930" v="1501" actId="1076"/>
        <pc:sldMkLst>
          <pc:docMk/>
          <pc:sldMk cId="1612052355" sldId="274"/>
        </pc:sldMkLst>
      </pc:sldChg>
      <pc:sldChg chg="del">
        <pc:chgData name="JONATHAN GABRIEL LOOR BAUTISTA" userId="4234489a-f210-4949-b3ca-adca1d814dab" providerId="ADAL" clId="{32AE7896-BB73-4C81-9FBA-33FB8A1AB101}" dt="2023-11-16T10:37:06.676" v="28" actId="47"/>
        <pc:sldMkLst>
          <pc:docMk/>
          <pc:sldMk cId="1705900212" sldId="274"/>
        </pc:sldMkLst>
      </pc:sldChg>
      <pc:sldChg chg="del">
        <pc:chgData name="JONATHAN GABRIEL LOOR BAUTISTA" userId="4234489a-f210-4949-b3ca-adca1d814dab" providerId="ADAL" clId="{32AE7896-BB73-4C81-9FBA-33FB8A1AB101}" dt="2023-11-16T10:37:06.676" v="28" actId="47"/>
        <pc:sldMkLst>
          <pc:docMk/>
          <pc:sldMk cId="1814231336" sldId="275"/>
        </pc:sldMkLst>
      </pc:sldChg>
      <pc:sldChg chg="addSp delSp modSp add mod ord">
        <pc:chgData name="JONATHAN GABRIEL LOOR BAUTISTA" userId="4234489a-f210-4949-b3ca-adca1d814dab" providerId="ADAL" clId="{32AE7896-BB73-4C81-9FBA-33FB8A1AB101}" dt="2023-11-23T13:39:14.209" v="1592" actId="1076"/>
        <pc:sldMkLst>
          <pc:docMk/>
          <pc:sldMk cId="4282241318" sldId="275"/>
        </pc:sldMkLst>
      </pc:sldChg>
      <pc:sldChg chg="addSp delSp modSp add mod ord">
        <pc:chgData name="JONATHAN GABRIEL LOOR BAUTISTA" userId="4234489a-f210-4949-b3ca-adca1d814dab" providerId="ADAL" clId="{32AE7896-BB73-4C81-9FBA-33FB8A1AB101}" dt="2023-11-23T13:41:13.474" v="1620" actId="1076"/>
        <pc:sldMkLst>
          <pc:docMk/>
          <pc:sldMk cId="1303374823" sldId="276"/>
        </pc:sldMkLst>
      </pc:sldChg>
      <pc:sldChg chg="del">
        <pc:chgData name="JONATHAN GABRIEL LOOR BAUTISTA" userId="4234489a-f210-4949-b3ca-adca1d814dab" providerId="ADAL" clId="{32AE7896-BB73-4C81-9FBA-33FB8A1AB101}" dt="2023-11-16T10:37:06.676" v="28" actId="47"/>
        <pc:sldMkLst>
          <pc:docMk/>
          <pc:sldMk cId="3601994577" sldId="276"/>
        </pc:sldMkLst>
      </pc:sldChg>
      <pc:sldChg chg="del">
        <pc:chgData name="JONATHAN GABRIEL LOOR BAUTISTA" userId="4234489a-f210-4949-b3ca-adca1d814dab" providerId="ADAL" clId="{32AE7896-BB73-4C81-9FBA-33FB8A1AB101}" dt="2023-11-16T10:37:06.676" v="28" actId="47"/>
        <pc:sldMkLst>
          <pc:docMk/>
          <pc:sldMk cId="12759230" sldId="277"/>
        </pc:sldMkLst>
      </pc:sldChg>
      <pc:sldChg chg="del">
        <pc:chgData name="JONATHAN GABRIEL LOOR BAUTISTA" userId="4234489a-f210-4949-b3ca-adca1d814dab" providerId="ADAL" clId="{32AE7896-BB73-4C81-9FBA-33FB8A1AB101}" dt="2023-11-16T10:37:06.676" v="28" actId="47"/>
        <pc:sldMkLst>
          <pc:docMk/>
          <pc:sldMk cId="793826596" sldId="278"/>
        </pc:sldMkLst>
      </pc:sldChg>
      <pc:sldChg chg="del">
        <pc:chgData name="JONATHAN GABRIEL LOOR BAUTISTA" userId="4234489a-f210-4949-b3ca-adca1d814dab" providerId="ADAL" clId="{32AE7896-BB73-4C81-9FBA-33FB8A1AB101}" dt="2023-11-16T10:37:06.676" v="28" actId="47"/>
        <pc:sldMkLst>
          <pc:docMk/>
          <pc:sldMk cId="2356721952" sldId="279"/>
        </pc:sldMkLst>
      </pc:sldChg>
      <pc:sldChg chg="del">
        <pc:chgData name="JONATHAN GABRIEL LOOR BAUTISTA" userId="4234489a-f210-4949-b3ca-adca1d814dab" providerId="ADAL" clId="{32AE7896-BB73-4C81-9FBA-33FB8A1AB101}" dt="2023-11-16T10:37:06.676" v="28" actId="47"/>
        <pc:sldMkLst>
          <pc:docMk/>
          <pc:sldMk cId="3436423708" sldId="280"/>
        </pc:sldMkLst>
      </pc:sldChg>
      <pc:sldChg chg="del">
        <pc:chgData name="JONATHAN GABRIEL LOOR BAUTISTA" userId="4234489a-f210-4949-b3ca-adca1d814dab" providerId="ADAL" clId="{32AE7896-BB73-4C81-9FBA-33FB8A1AB101}" dt="2023-11-16T10:37:06.676" v="28" actId="47"/>
        <pc:sldMkLst>
          <pc:docMk/>
          <pc:sldMk cId="3781675788" sldId="281"/>
        </pc:sldMkLst>
      </pc:sldChg>
      <pc:sldChg chg="del">
        <pc:chgData name="JONATHAN GABRIEL LOOR BAUTISTA" userId="4234489a-f210-4949-b3ca-adca1d814dab" providerId="ADAL" clId="{32AE7896-BB73-4C81-9FBA-33FB8A1AB101}" dt="2023-11-16T10:37:06.676" v="28" actId="47"/>
        <pc:sldMkLst>
          <pc:docMk/>
          <pc:sldMk cId="2603404091" sldId="282"/>
        </pc:sldMkLst>
      </pc:sldChg>
      <pc:sldChg chg="del">
        <pc:chgData name="JONATHAN GABRIEL LOOR BAUTISTA" userId="4234489a-f210-4949-b3ca-adca1d814dab" providerId="ADAL" clId="{32AE7896-BB73-4C81-9FBA-33FB8A1AB101}" dt="2023-11-16T10:37:06.676" v="28" actId="47"/>
        <pc:sldMkLst>
          <pc:docMk/>
          <pc:sldMk cId="2789636396" sldId="283"/>
        </pc:sldMkLst>
      </pc:sldChg>
      <pc:sldChg chg="del">
        <pc:chgData name="JONATHAN GABRIEL LOOR BAUTISTA" userId="4234489a-f210-4949-b3ca-adca1d814dab" providerId="ADAL" clId="{32AE7896-BB73-4C81-9FBA-33FB8A1AB101}" dt="2023-11-16T10:37:06.676" v="28" actId="47"/>
        <pc:sldMkLst>
          <pc:docMk/>
          <pc:sldMk cId="2687166112" sldId="284"/>
        </pc:sldMkLst>
      </pc:sldChg>
    </pc:docChg>
  </pc:docChgLst>
  <pc:docChgLst>
    <pc:chgData name="JONATHAN GABRIEL LOOR BAUTISTA" userId="4234489a-f210-4949-b3ca-adca1d814dab" providerId="ADAL" clId="{BA8EB4E2-FDE7-4337-9248-AAF736D812BE}"/>
    <pc:docChg chg="undo redo custSel addSld delSld modSld sldOrd">
      <pc:chgData name="JONATHAN GABRIEL LOOR BAUTISTA" userId="4234489a-f210-4949-b3ca-adca1d814dab" providerId="ADAL" clId="{BA8EB4E2-FDE7-4337-9248-AAF736D812BE}" dt="2024-01-10T21:09:39.560" v="1076" actId="9405"/>
      <pc:docMkLst>
        <pc:docMk/>
      </pc:docMkLst>
      <pc:sldChg chg="modSp mod">
        <pc:chgData name="JONATHAN GABRIEL LOOR BAUTISTA" userId="4234489a-f210-4949-b3ca-adca1d814dab" providerId="ADAL" clId="{BA8EB4E2-FDE7-4337-9248-AAF736D812BE}" dt="2024-01-10T19:27:20.241" v="70" actId="20577"/>
        <pc:sldMkLst>
          <pc:docMk/>
          <pc:sldMk cId="0" sldId="256"/>
        </pc:sldMkLst>
      </pc:sldChg>
      <pc:sldChg chg="addSp delSp modSp mod">
        <pc:chgData name="JONATHAN GABRIEL LOOR BAUTISTA" userId="4234489a-f210-4949-b3ca-adca1d814dab" providerId="ADAL" clId="{BA8EB4E2-FDE7-4337-9248-AAF736D812BE}" dt="2024-01-10T19:35:28.991" v="159" actId="732"/>
        <pc:sldMkLst>
          <pc:docMk/>
          <pc:sldMk cId="445900017" sldId="272"/>
        </pc:sldMkLst>
      </pc:sldChg>
      <pc:sldChg chg="del">
        <pc:chgData name="JONATHAN GABRIEL LOOR BAUTISTA" userId="4234489a-f210-4949-b3ca-adca1d814dab" providerId="ADAL" clId="{BA8EB4E2-FDE7-4337-9248-AAF736D812BE}" dt="2024-01-10T19:27:25.954" v="82" actId="47"/>
        <pc:sldMkLst>
          <pc:docMk/>
          <pc:sldMk cId="3479178164" sldId="273"/>
        </pc:sldMkLst>
      </pc:sldChg>
      <pc:sldChg chg="delSp modSp add mod ord">
        <pc:chgData name="JONATHAN GABRIEL LOOR BAUTISTA" userId="4234489a-f210-4949-b3ca-adca1d814dab" providerId="ADAL" clId="{BA8EB4E2-FDE7-4337-9248-AAF736D812BE}" dt="2024-01-10T19:30:47.392" v="121"/>
        <pc:sldMkLst>
          <pc:docMk/>
          <pc:sldMk cId="4133258574" sldId="273"/>
        </pc:sldMkLst>
      </pc:sldChg>
      <pc:sldChg chg="del">
        <pc:chgData name="JONATHAN GABRIEL LOOR BAUTISTA" userId="4234489a-f210-4949-b3ca-adca1d814dab" providerId="ADAL" clId="{BA8EB4E2-FDE7-4337-9248-AAF736D812BE}" dt="2024-01-10T19:27:25.450" v="81" actId="47"/>
        <pc:sldMkLst>
          <pc:docMk/>
          <pc:sldMk cId="329500094" sldId="274"/>
        </pc:sldMkLst>
      </pc:sldChg>
      <pc:sldChg chg="add">
        <pc:chgData name="JONATHAN GABRIEL LOOR BAUTISTA" userId="4234489a-f210-4949-b3ca-adca1d814dab" providerId="ADAL" clId="{BA8EB4E2-FDE7-4337-9248-AAF736D812BE}" dt="2024-01-10T19:35:33.088" v="160" actId="2890"/>
        <pc:sldMkLst>
          <pc:docMk/>
          <pc:sldMk cId="1579677953" sldId="274"/>
        </pc:sldMkLst>
      </pc:sldChg>
      <pc:sldChg chg="del">
        <pc:chgData name="JONATHAN GABRIEL LOOR BAUTISTA" userId="4234489a-f210-4949-b3ca-adca1d814dab" providerId="ADAL" clId="{BA8EB4E2-FDE7-4337-9248-AAF736D812BE}" dt="2024-01-10T19:27:24.977" v="79" actId="47"/>
        <pc:sldMkLst>
          <pc:docMk/>
          <pc:sldMk cId="1990230209" sldId="275"/>
        </pc:sldMkLst>
      </pc:sldChg>
      <pc:sldChg chg="addSp delSp modSp add mod">
        <pc:chgData name="JONATHAN GABRIEL LOOR BAUTISTA" userId="4234489a-f210-4949-b3ca-adca1d814dab" providerId="ADAL" clId="{BA8EB4E2-FDE7-4337-9248-AAF736D812BE}" dt="2024-01-10T19:40:35.722" v="205" actId="20577"/>
        <pc:sldMkLst>
          <pc:docMk/>
          <pc:sldMk cId="2704981625" sldId="275"/>
        </pc:sldMkLst>
      </pc:sldChg>
      <pc:sldChg chg="delSp modSp add mod">
        <pc:chgData name="JONATHAN GABRIEL LOOR BAUTISTA" userId="4234489a-f210-4949-b3ca-adca1d814dab" providerId="ADAL" clId="{BA8EB4E2-FDE7-4337-9248-AAF736D812BE}" dt="2024-01-10T19:41:21.100" v="225"/>
        <pc:sldMkLst>
          <pc:docMk/>
          <pc:sldMk cId="1243469074" sldId="276"/>
        </pc:sldMkLst>
      </pc:sldChg>
      <pc:sldChg chg="del">
        <pc:chgData name="JONATHAN GABRIEL LOOR BAUTISTA" userId="4234489a-f210-4949-b3ca-adca1d814dab" providerId="ADAL" clId="{BA8EB4E2-FDE7-4337-9248-AAF736D812BE}" dt="2024-01-10T19:27:24.845" v="78" actId="47"/>
        <pc:sldMkLst>
          <pc:docMk/>
          <pc:sldMk cId="3116047295" sldId="276"/>
        </pc:sldMkLst>
      </pc:sldChg>
      <pc:sldChg chg="del">
        <pc:chgData name="JONATHAN GABRIEL LOOR BAUTISTA" userId="4234489a-f210-4949-b3ca-adca1d814dab" providerId="ADAL" clId="{BA8EB4E2-FDE7-4337-9248-AAF736D812BE}" dt="2024-01-10T19:27:24.341" v="74" actId="47"/>
        <pc:sldMkLst>
          <pc:docMk/>
          <pc:sldMk cId="283829873" sldId="277"/>
        </pc:sldMkLst>
      </pc:sldChg>
      <pc:sldChg chg="addSp modSp add mod">
        <pc:chgData name="JONATHAN GABRIEL LOOR BAUTISTA" userId="4234489a-f210-4949-b3ca-adca1d814dab" providerId="ADAL" clId="{BA8EB4E2-FDE7-4337-9248-AAF736D812BE}" dt="2024-01-10T19:41:58.374" v="231" actId="1076"/>
        <pc:sldMkLst>
          <pc:docMk/>
          <pc:sldMk cId="4164239669" sldId="277"/>
        </pc:sldMkLst>
      </pc:sldChg>
      <pc:sldChg chg="delSp modSp add mod">
        <pc:chgData name="JONATHAN GABRIEL LOOR BAUTISTA" userId="4234489a-f210-4949-b3ca-adca1d814dab" providerId="ADAL" clId="{BA8EB4E2-FDE7-4337-9248-AAF736D812BE}" dt="2024-01-10T19:45:07.634" v="256" actId="20577"/>
        <pc:sldMkLst>
          <pc:docMk/>
          <pc:sldMk cId="1902898404" sldId="278"/>
        </pc:sldMkLst>
      </pc:sldChg>
      <pc:sldChg chg="del">
        <pc:chgData name="JONATHAN GABRIEL LOOR BAUTISTA" userId="4234489a-f210-4949-b3ca-adca1d814dab" providerId="ADAL" clId="{BA8EB4E2-FDE7-4337-9248-AAF736D812BE}" dt="2024-01-10T19:27:24.232" v="73" actId="47"/>
        <pc:sldMkLst>
          <pc:docMk/>
          <pc:sldMk cId="2812217883" sldId="278"/>
        </pc:sldMkLst>
      </pc:sldChg>
      <pc:sldChg chg="modSp add mod">
        <pc:chgData name="JONATHAN GABRIEL LOOR BAUTISTA" userId="4234489a-f210-4949-b3ca-adca1d814dab" providerId="ADAL" clId="{BA8EB4E2-FDE7-4337-9248-AAF736D812BE}" dt="2024-01-10T19:48:04.958" v="278" actId="113"/>
        <pc:sldMkLst>
          <pc:docMk/>
          <pc:sldMk cId="3552304945" sldId="279"/>
        </pc:sldMkLst>
      </pc:sldChg>
      <pc:sldChg chg="del">
        <pc:chgData name="JONATHAN GABRIEL LOOR BAUTISTA" userId="4234489a-f210-4949-b3ca-adca1d814dab" providerId="ADAL" clId="{BA8EB4E2-FDE7-4337-9248-AAF736D812BE}" dt="2024-01-10T19:27:24.090" v="72" actId="47"/>
        <pc:sldMkLst>
          <pc:docMk/>
          <pc:sldMk cId="3800849061" sldId="279"/>
        </pc:sldMkLst>
      </pc:sldChg>
      <pc:sldChg chg="addSp modSp add mod">
        <pc:chgData name="JONATHAN GABRIEL LOOR BAUTISTA" userId="4234489a-f210-4949-b3ca-adca1d814dab" providerId="ADAL" clId="{BA8EB4E2-FDE7-4337-9248-AAF736D812BE}" dt="2024-01-10T19:52:27.485" v="372" actId="1076"/>
        <pc:sldMkLst>
          <pc:docMk/>
          <pc:sldMk cId="930664112" sldId="280"/>
        </pc:sldMkLst>
      </pc:sldChg>
      <pc:sldChg chg="del">
        <pc:chgData name="JONATHAN GABRIEL LOOR BAUTISTA" userId="4234489a-f210-4949-b3ca-adca1d814dab" providerId="ADAL" clId="{BA8EB4E2-FDE7-4337-9248-AAF736D812BE}" dt="2024-01-10T19:27:24.014" v="71" actId="47"/>
        <pc:sldMkLst>
          <pc:docMk/>
          <pc:sldMk cId="1522707480" sldId="280"/>
        </pc:sldMkLst>
      </pc:sldChg>
      <pc:sldChg chg="addSp delSp modSp add mod">
        <pc:chgData name="JONATHAN GABRIEL LOOR BAUTISTA" userId="4234489a-f210-4949-b3ca-adca1d814dab" providerId="ADAL" clId="{BA8EB4E2-FDE7-4337-9248-AAF736D812BE}" dt="2024-01-10T19:55:14.901" v="415" actId="20577"/>
        <pc:sldMkLst>
          <pc:docMk/>
          <pc:sldMk cId="118533800" sldId="281"/>
        </pc:sldMkLst>
      </pc:sldChg>
      <pc:sldChg chg="del">
        <pc:chgData name="JONATHAN GABRIEL LOOR BAUTISTA" userId="4234489a-f210-4949-b3ca-adca1d814dab" providerId="ADAL" clId="{BA8EB4E2-FDE7-4337-9248-AAF736D812BE}" dt="2024-01-10T19:27:25.122" v="80" actId="47"/>
        <pc:sldMkLst>
          <pc:docMk/>
          <pc:sldMk cId="2421653994" sldId="281"/>
        </pc:sldMkLst>
      </pc:sldChg>
      <pc:sldChg chg="del">
        <pc:chgData name="JONATHAN GABRIEL LOOR BAUTISTA" userId="4234489a-f210-4949-b3ca-adca1d814dab" providerId="ADAL" clId="{BA8EB4E2-FDE7-4337-9248-AAF736D812BE}" dt="2024-01-10T19:27:24.714" v="77" actId="47"/>
        <pc:sldMkLst>
          <pc:docMk/>
          <pc:sldMk cId="354079946" sldId="282"/>
        </pc:sldMkLst>
      </pc:sldChg>
      <pc:sldChg chg="delSp modSp add mod">
        <pc:chgData name="JONATHAN GABRIEL LOOR BAUTISTA" userId="4234489a-f210-4949-b3ca-adca1d814dab" providerId="ADAL" clId="{BA8EB4E2-FDE7-4337-9248-AAF736D812BE}" dt="2024-01-10T19:55:46.051" v="449" actId="20577"/>
        <pc:sldMkLst>
          <pc:docMk/>
          <pc:sldMk cId="3860355998" sldId="282"/>
        </pc:sldMkLst>
      </pc:sldChg>
      <pc:sldChg chg="addSp delSp modSp add mod">
        <pc:chgData name="JONATHAN GABRIEL LOOR BAUTISTA" userId="4234489a-f210-4949-b3ca-adca1d814dab" providerId="ADAL" clId="{BA8EB4E2-FDE7-4337-9248-AAF736D812BE}" dt="2024-01-10T19:58:21.437" v="459" actId="1076"/>
        <pc:sldMkLst>
          <pc:docMk/>
          <pc:sldMk cId="3758386642" sldId="283"/>
        </pc:sldMkLst>
      </pc:sldChg>
      <pc:sldChg chg="del">
        <pc:chgData name="JONATHAN GABRIEL LOOR BAUTISTA" userId="4234489a-f210-4949-b3ca-adca1d814dab" providerId="ADAL" clId="{BA8EB4E2-FDE7-4337-9248-AAF736D812BE}" dt="2024-01-10T19:27:24.586" v="76" actId="47"/>
        <pc:sldMkLst>
          <pc:docMk/>
          <pc:sldMk cId="3965466414" sldId="283"/>
        </pc:sldMkLst>
      </pc:sldChg>
      <pc:sldChg chg="add del ord">
        <pc:chgData name="JONATHAN GABRIEL LOOR BAUTISTA" userId="4234489a-f210-4949-b3ca-adca1d814dab" providerId="ADAL" clId="{BA8EB4E2-FDE7-4337-9248-AAF736D812BE}" dt="2024-01-10T20:03:15.290" v="464" actId="47"/>
        <pc:sldMkLst>
          <pc:docMk/>
          <pc:sldMk cId="1401367529" sldId="284"/>
        </pc:sldMkLst>
      </pc:sldChg>
      <pc:sldChg chg="del">
        <pc:chgData name="JONATHAN GABRIEL LOOR BAUTISTA" userId="4234489a-f210-4949-b3ca-adca1d814dab" providerId="ADAL" clId="{BA8EB4E2-FDE7-4337-9248-AAF736D812BE}" dt="2024-01-10T19:27:24.455" v="75" actId="47"/>
        <pc:sldMkLst>
          <pc:docMk/>
          <pc:sldMk cId="1900853572" sldId="284"/>
        </pc:sldMkLst>
      </pc:sldChg>
      <pc:sldChg chg="addSp delSp modSp add mod">
        <pc:chgData name="JONATHAN GABRIEL LOOR BAUTISTA" userId="4234489a-f210-4949-b3ca-adca1d814dab" providerId="ADAL" clId="{BA8EB4E2-FDE7-4337-9248-AAF736D812BE}" dt="2024-01-10T20:42:49.959" v="783" actId="20577"/>
        <pc:sldMkLst>
          <pc:docMk/>
          <pc:sldMk cId="3796690466" sldId="285"/>
        </pc:sldMkLst>
      </pc:sldChg>
      <pc:sldChg chg="addSp delSp modSp add mod ord">
        <pc:chgData name="JONATHAN GABRIEL LOOR BAUTISTA" userId="4234489a-f210-4949-b3ca-adca1d814dab" providerId="ADAL" clId="{BA8EB4E2-FDE7-4337-9248-AAF736D812BE}" dt="2024-01-10T20:58:13.448" v="881" actId="20577"/>
        <pc:sldMkLst>
          <pc:docMk/>
          <pc:sldMk cId="3119478525" sldId="286"/>
        </pc:sldMkLst>
      </pc:sldChg>
      <pc:sldChg chg="delSp modSp add del mod">
        <pc:chgData name="JONATHAN GABRIEL LOOR BAUTISTA" userId="4234489a-f210-4949-b3ca-adca1d814dab" providerId="ADAL" clId="{BA8EB4E2-FDE7-4337-9248-AAF736D812BE}" dt="2024-01-10T20:51:31.595" v="787" actId="47"/>
        <pc:sldMkLst>
          <pc:docMk/>
          <pc:sldMk cId="1942945093" sldId="287"/>
        </pc:sldMkLst>
      </pc:sldChg>
      <pc:sldChg chg="addSp delSp modSp add mod">
        <pc:chgData name="JONATHAN GABRIEL LOOR BAUTISTA" userId="4234489a-f210-4949-b3ca-adca1d814dab" providerId="ADAL" clId="{BA8EB4E2-FDE7-4337-9248-AAF736D812BE}" dt="2024-01-10T21:09:39.560" v="1076" actId="9405"/>
        <pc:sldMkLst>
          <pc:docMk/>
          <pc:sldMk cId="1109680319" sldId="288"/>
        </pc:sldMkLst>
      </pc:sldChg>
      <pc:sldChg chg="addSp modSp add mod">
        <pc:chgData name="JONATHAN GABRIEL LOOR BAUTISTA" userId="4234489a-f210-4949-b3ca-adca1d814dab" providerId="ADAL" clId="{BA8EB4E2-FDE7-4337-9248-AAF736D812BE}" dt="2024-01-10T21:00:41.657" v="889" actId="1076"/>
        <pc:sldMkLst>
          <pc:docMk/>
          <pc:sldMk cId="1431093033" sldId="289"/>
        </pc:sldMkLst>
      </pc:sldChg>
    </pc:docChg>
  </pc:docChgLst>
  <pc:docChgLst>
    <pc:chgData name="JONATHAN GABRIEL LOOR BAUTISTA" userId="4234489a-f210-4949-b3ca-adca1d814dab" providerId="ADAL" clId="{B9727D6A-6F69-48D4-86F1-05CC3BAB91BC}"/>
    <pc:docChg chg="undo custSel addSld delSld modSld">
      <pc:chgData name="JONATHAN GABRIEL LOOR BAUTISTA" userId="4234489a-f210-4949-b3ca-adca1d814dab" providerId="ADAL" clId="{B9727D6A-6F69-48D4-86F1-05CC3BAB91BC}" dt="2025-07-14T13:45:26.086" v="466" actId="1076"/>
      <pc:docMkLst>
        <pc:docMk/>
      </pc:docMkLst>
      <pc:sldChg chg="addSp modSp mod">
        <pc:chgData name="JONATHAN GABRIEL LOOR BAUTISTA" userId="4234489a-f210-4949-b3ca-adca1d814dab" providerId="ADAL" clId="{B9727D6A-6F69-48D4-86F1-05CC3BAB91BC}" dt="2025-07-13T19:55:44.659" v="98" actId="1076"/>
        <pc:sldMkLst>
          <pc:docMk/>
          <pc:sldMk cId="445900017" sldId="272"/>
        </pc:sldMkLst>
        <pc:spChg chg="mod">
          <ac:chgData name="JONATHAN GABRIEL LOOR BAUTISTA" userId="4234489a-f210-4949-b3ca-adca1d814dab" providerId="ADAL" clId="{B9727D6A-6F69-48D4-86F1-05CC3BAB91BC}" dt="2025-07-13T19:20:12.317" v="46" actId="13926"/>
          <ac:spMkLst>
            <pc:docMk/>
            <pc:sldMk cId="445900017" sldId="272"/>
            <ac:spMk id="24579" creationId="{00000000-0000-0000-0000-000000000000}"/>
          </ac:spMkLst>
        </pc:spChg>
      </pc:sldChg>
      <pc:sldChg chg="del">
        <pc:chgData name="JONATHAN GABRIEL LOOR BAUTISTA" userId="4234489a-f210-4949-b3ca-adca1d814dab" providerId="ADAL" clId="{B9727D6A-6F69-48D4-86F1-05CC3BAB91BC}" dt="2025-07-13T19:22:10.267" v="47" actId="47"/>
        <pc:sldMkLst>
          <pc:docMk/>
          <pc:sldMk cId="416056654" sldId="274"/>
        </pc:sldMkLst>
      </pc:sldChg>
      <pc:sldChg chg="modSp mod">
        <pc:chgData name="JONATHAN GABRIEL LOOR BAUTISTA" userId="4234489a-f210-4949-b3ca-adca1d814dab" providerId="ADAL" clId="{B9727D6A-6F69-48D4-86F1-05CC3BAB91BC}" dt="2025-07-14T03:21:35.290" v="226" actId="20577"/>
        <pc:sldMkLst>
          <pc:docMk/>
          <pc:sldMk cId="1498002989" sldId="275"/>
        </pc:sldMkLst>
      </pc:sldChg>
      <pc:sldChg chg="addSp delSp modSp mod">
        <pc:chgData name="JONATHAN GABRIEL LOOR BAUTISTA" userId="4234489a-f210-4949-b3ca-adca1d814dab" providerId="ADAL" clId="{B9727D6A-6F69-48D4-86F1-05CC3BAB91BC}" dt="2025-07-14T03:21:42.790" v="236" actId="20577"/>
        <pc:sldMkLst>
          <pc:docMk/>
          <pc:sldMk cId="2030638201" sldId="276"/>
        </pc:sldMkLst>
      </pc:sldChg>
      <pc:sldChg chg="addSp delSp modSp mod">
        <pc:chgData name="JONATHAN GABRIEL LOOR BAUTISTA" userId="4234489a-f210-4949-b3ca-adca1d814dab" providerId="ADAL" clId="{B9727D6A-6F69-48D4-86F1-05CC3BAB91BC}" dt="2025-07-14T03:50:47.230" v="412" actId="1076"/>
        <pc:sldMkLst>
          <pc:docMk/>
          <pc:sldMk cId="4034665855" sldId="277"/>
        </pc:sldMkLst>
      </pc:sldChg>
      <pc:sldChg chg="modSp mod">
        <pc:chgData name="JONATHAN GABRIEL LOOR BAUTISTA" userId="4234489a-f210-4949-b3ca-adca1d814dab" providerId="ADAL" clId="{B9727D6A-6F69-48D4-86F1-05CC3BAB91BC}" dt="2025-07-14T13:45:26.086" v="466" actId="1076"/>
        <pc:sldMkLst>
          <pc:docMk/>
          <pc:sldMk cId="3978225186" sldId="278"/>
        </pc:sldMkLst>
      </pc:sldChg>
      <pc:sldChg chg="addSp delSp modSp add mod">
        <pc:chgData name="JONATHAN GABRIEL LOOR BAUTISTA" userId="4234489a-f210-4949-b3ca-adca1d814dab" providerId="ADAL" clId="{B9727D6A-6F69-48D4-86F1-05CC3BAB91BC}" dt="2025-07-14T03:37:21.064" v="254" actId="1076"/>
        <pc:sldMkLst>
          <pc:docMk/>
          <pc:sldMk cId="3399935835" sldId="282"/>
        </pc:sldMkLst>
      </pc:sldChg>
      <pc:sldChg chg="addSp delSp modSp add mod">
        <pc:chgData name="JONATHAN GABRIEL LOOR BAUTISTA" userId="4234489a-f210-4949-b3ca-adca1d814dab" providerId="ADAL" clId="{B9727D6A-6F69-48D4-86F1-05CC3BAB91BC}" dt="2025-07-14T03:56:47.114" v="457" actId="20577"/>
        <pc:sldMkLst>
          <pc:docMk/>
          <pc:sldMk cId="210314433" sldId="283"/>
        </pc:sldMkLst>
      </pc:sldChg>
    </pc:docChg>
  </pc:docChgLst>
  <pc:docChgLst>
    <pc:chgData name="JONATHAN GABRIEL LOOR BAUTISTA" userId="4234489a-f210-4949-b3ca-adca1d814dab" providerId="ADAL" clId="{4BF10871-1B9E-410E-8846-978CDECD46ED}"/>
    <pc:docChg chg="undo custSel addSld delSld modSld">
      <pc:chgData name="JONATHAN GABRIEL LOOR BAUTISTA" userId="4234489a-f210-4949-b3ca-adca1d814dab" providerId="ADAL" clId="{4BF10871-1B9E-410E-8846-978CDECD46ED}" dt="2023-11-09T14:38:02.575" v="1036" actId="20577"/>
      <pc:docMkLst>
        <pc:docMk/>
      </pc:docMkLst>
      <pc:sldChg chg="modSp mod">
        <pc:chgData name="JONATHAN GABRIEL LOOR BAUTISTA" userId="4234489a-f210-4949-b3ca-adca1d814dab" providerId="ADAL" clId="{4BF10871-1B9E-410E-8846-978CDECD46ED}" dt="2023-11-09T13:03:53.545" v="25" actId="20577"/>
        <pc:sldMkLst>
          <pc:docMk/>
          <pc:sldMk cId="0" sldId="256"/>
        </pc:sldMkLst>
      </pc:sldChg>
      <pc:sldChg chg="addSp delSp modSp mod">
        <pc:chgData name="JONATHAN GABRIEL LOOR BAUTISTA" userId="4234489a-f210-4949-b3ca-adca1d814dab" providerId="ADAL" clId="{4BF10871-1B9E-410E-8846-978CDECD46ED}" dt="2023-11-09T13:09:17.259" v="68" actId="20577"/>
        <pc:sldMkLst>
          <pc:docMk/>
          <pc:sldMk cId="0" sldId="258"/>
        </pc:sldMkLst>
      </pc:sldChg>
      <pc:sldChg chg="del">
        <pc:chgData name="JONATHAN GABRIEL LOOR BAUTISTA" userId="4234489a-f210-4949-b3ca-adca1d814dab" providerId="ADAL" clId="{4BF10871-1B9E-410E-8846-978CDECD46ED}" dt="2023-11-09T13:09:08.466" v="66" actId="47"/>
        <pc:sldMkLst>
          <pc:docMk/>
          <pc:sldMk cId="365126346" sldId="259"/>
        </pc:sldMkLst>
      </pc:sldChg>
      <pc:sldChg chg="addSp delSp modSp add mod">
        <pc:chgData name="JONATHAN GABRIEL LOOR BAUTISTA" userId="4234489a-f210-4949-b3ca-adca1d814dab" providerId="ADAL" clId="{4BF10871-1B9E-410E-8846-978CDECD46ED}" dt="2023-11-09T13:11:37.608" v="123" actId="1076"/>
        <pc:sldMkLst>
          <pc:docMk/>
          <pc:sldMk cId="1413283838" sldId="259"/>
        </pc:sldMkLst>
      </pc:sldChg>
      <pc:sldChg chg="addSp delSp modSp add mod">
        <pc:chgData name="JONATHAN GABRIEL LOOR BAUTISTA" userId="4234489a-f210-4949-b3ca-adca1d814dab" providerId="ADAL" clId="{4BF10871-1B9E-410E-8846-978CDECD46ED}" dt="2023-11-09T14:38:02.575" v="1036" actId="20577"/>
        <pc:sldMkLst>
          <pc:docMk/>
          <pc:sldMk cId="2169708303" sldId="260"/>
        </pc:sldMkLst>
      </pc:sldChg>
      <pc:sldChg chg="del">
        <pc:chgData name="JONATHAN GABRIEL LOOR BAUTISTA" userId="4234489a-f210-4949-b3ca-adca1d814dab" providerId="ADAL" clId="{4BF10871-1B9E-410E-8846-978CDECD46ED}" dt="2023-11-09T13:09:10.005" v="67" actId="47"/>
        <pc:sldMkLst>
          <pc:docMk/>
          <pc:sldMk cId="2494341450" sldId="260"/>
        </pc:sldMkLst>
      </pc:sldChg>
      <pc:sldChg chg="del">
        <pc:chgData name="JONATHAN GABRIEL LOOR BAUTISTA" userId="4234489a-f210-4949-b3ca-adca1d814dab" providerId="ADAL" clId="{4BF10871-1B9E-410E-8846-978CDECD46ED}" dt="2023-11-09T13:09:08.169" v="65" actId="47"/>
        <pc:sldMkLst>
          <pc:docMk/>
          <pc:sldMk cId="1096243283" sldId="261"/>
        </pc:sldMkLst>
      </pc:sldChg>
      <pc:sldChg chg="addSp delSp modSp add mod">
        <pc:chgData name="JONATHAN GABRIEL LOOR BAUTISTA" userId="4234489a-f210-4949-b3ca-adca1d814dab" providerId="ADAL" clId="{4BF10871-1B9E-410E-8846-978CDECD46ED}" dt="2023-11-09T13:18:32.576" v="234" actId="1076"/>
        <pc:sldMkLst>
          <pc:docMk/>
          <pc:sldMk cId="2036800423" sldId="261"/>
        </pc:sldMkLst>
      </pc:sldChg>
      <pc:sldChg chg="del">
        <pc:chgData name="JONATHAN GABRIEL LOOR BAUTISTA" userId="4234489a-f210-4949-b3ca-adca1d814dab" providerId="ADAL" clId="{4BF10871-1B9E-410E-8846-978CDECD46ED}" dt="2023-11-09T13:09:07.699" v="63" actId="47"/>
        <pc:sldMkLst>
          <pc:docMk/>
          <pc:sldMk cId="446297087" sldId="262"/>
        </pc:sldMkLst>
      </pc:sldChg>
      <pc:sldChg chg="addSp delSp modSp add mod">
        <pc:chgData name="JONATHAN GABRIEL LOOR BAUTISTA" userId="4234489a-f210-4949-b3ca-adca1d814dab" providerId="ADAL" clId="{4BF10871-1B9E-410E-8846-978CDECD46ED}" dt="2023-11-09T13:19:20" v="268" actId="1076"/>
        <pc:sldMkLst>
          <pc:docMk/>
          <pc:sldMk cId="3749745879" sldId="262"/>
        </pc:sldMkLst>
      </pc:sldChg>
      <pc:sldChg chg="addSp delSp modSp add mod">
        <pc:chgData name="JONATHAN GABRIEL LOOR BAUTISTA" userId="4234489a-f210-4949-b3ca-adca1d814dab" providerId="ADAL" clId="{4BF10871-1B9E-410E-8846-978CDECD46ED}" dt="2023-11-09T13:21:16.968" v="299" actId="1076"/>
        <pc:sldMkLst>
          <pc:docMk/>
          <pc:sldMk cId="26735523" sldId="263"/>
        </pc:sldMkLst>
      </pc:sldChg>
      <pc:sldChg chg="del">
        <pc:chgData name="JONATHAN GABRIEL LOOR BAUTISTA" userId="4234489a-f210-4949-b3ca-adca1d814dab" providerId="ADAL" clId="{4BF10871-1B9E-410E-8846-978CDECD46ED}" dt="2023-11-09T13:09:07.560" v="62" actId="47"/>
        <pc:sldMkLst>
          <pc:docMk/>
          <pc:sldMk cId="3749474826" sldId="263"/>
        </pc:sldMkLst>
      </pc:sldChg>
      <pc:sldChg chg="del">
        <pc:chgData name="JONATHAN GABRIEL LOOR BAUTISTA" userId="4234489a-f210-4949-b3ca-adca1d814dab" providerId="ADAL" clId="{4BF10871-1B9E-410E-8846-978CDECD46ED}" dt="2023-11-09T13:09:07.357" v="61" actId="47"/>
        <pc:sldMkLst>
          <pc:docMk/>
          <pc:sldMk cId="1712364955" sldId="264"/>
        </pc:sldMkLst>
      </pc:sldChg>
      <pc:sldChg chg="addSp delSp modSp add mod">
        <pc:chgData name="JONATHAN GABRIEL LOOR BAUTISTA" userId="4234489a-f210-4949-b3ca-adca1d814dab" providerId="ADAL" clId="{4BF10871-1B9E-410E-8846-978CDECD46ED}" dt="2023-11-09T13:22:24.608" v="318" actId="313"/>
        <pc:sldMkLst>
          <pc:docMk/>
          <pc:sldMk cId="3349323718" sldId="264"/>
        </pc:sldMkLst>
      </pc:sldChg>
      <pc:sldChg chg="addSp delSp modSp add mod">
        <pc:chgData name="JONATHAN GABRIEL LOOR BAUTISTA" userId="4234489a-f210-4949-b3ca-adca1d814dab" providerId="ADAL" clId="{4BF10871-1B9E-410E-8846-978CDECD46ED}" dt="2023-11-09T13:24:57.808" v="346" actId="1076"/>
        <pc:sldMkLst>
          <pc:docMk/>
          <pc:sldMk cId="3215622691" sldId="265"/>
        </pc:sldMkLst>
      </pc:sldChg>
      <pc:sldChg chg="del">
        <pc:chgData name="JONATHAN GABRIEL LOOR BAUTISTA" userId="4234489a-f210-4949-b3ca-adca1d814dab" providerId="ADAL" clId="{4BF10871-1B9E-410E-8846-978CDECD46ED}" dt="2023-11-09T13:09:07.213" v="60" actId="47"/>
        <pc:sldMkLst>
          <pc:docMk/>
          <pc:sldMk cId="3972352135" sldId="265"/>
        </pc:sldMkLst>
      </pc:sldChg>
      <pc:sldChg chg="del">
        <pc:chgData name="JONATHAN GABRIEL LOOR BAUTISTA" userId="4234489a-f210-4949-b3ca-adca1d814dab" providerId="ADAL" clId="{4BF10871-1B9E-410E-8846-978CDECD46ED}" dt="2023-11-09T13:09:07.932" v="64" actId="47"/>
        <pc:sldMkLst>
          <pc:docMk/>
          <pc:sldMk cId="628235030" sldId="266"/>
        </pc:sldMkLst>
      </pc:sldChg>
      <pc:sldChg chg="addSp delSp modSp add mod">
        <pc:chgData name="JONATHAN GABRIEL LOOR BAUTISTA" userId="4234489a-f210-4949-b3ca-adca1d814dab" providerId="ADAL" clId="{4BF10871-1B9E-410E-8846-978CDECD46ED}" dt="2023-11-09T13:27:54.463" v="409" actId="1076"/>
        <pc:sldMkLst>
          <pc:docMk/>
          <pc:sldMk cId="2374877937" sldId="266"/>
        </pc:sldMkLst>
      </pc:sldChg>
      <pc:sldChg chg="addSp modSp add mod">
        <pc:chgData name="JONATHAN GABRIEL LOOR BAUTISTA" userId="4234489a-f210-4949-b3ca-adca1d814dab" providerId="ADAL" clId="{4BF10871-1B9E-410E-8846-978CDECD46ED}" dt="2023-11-09T13:35:13.993" v="432"/>
        <pc:sldMkLst>
          <pc:docMk/>
          <pc:sldMk cId="938569621" sldId="267"/>
        </pc:sldMkLst>
      </pc:sldChg>
      <pc:sldChg chg="addSp delSp modSp add">
        <pc:chgData name="JONATHAN GABRIEL LOOR BAUTISTA" userId="4234489a-f210-4949-b3ca-adca1d814dab" providerId="ADAL" clId="{4BF10871-1B9E-410E-8846-978CDECD46ED}" dt="2023-11-09T13:29:06.032" v="417" actId="1076"/>
        <pc:sldMkLst>
          <pc:docMk/>
          <pc:sldMk cId="4009423192" sldId="268"/>
        </pc:sldMkLst>
      </pc:sldChg>
      <pc:sldChg chg="addSp delSp modSp add mod modAnim">
        <pc:chgData name="JONATHAN GABRIEL LOOR BAUTISTA" userId="4234489a-f210-4949-b3ca-adca1d814dab" providerId="ADAL" clId="{4BF10871-1B9E-410E-8846-978CDECD46ED}" dt="2023-11-09T13:33:07.073" v="428" actId="1076"/>
        <pc:sldMkLst>
          <pc:docMk/>
          <pc:sldMk cId="1381898115" sldId="269"/>
        </pc:sldMkLst>
      </pc:sldChg>
      <pc:sldChg chg="addSp delSp modSp add mod">
        <pc:chgData name="JONATHAN GABRIEL LOOR BAUTISTA" userId="4234489a-f210-4949-b3ca-adca1d814dab" providerId="ADAL" clId="{4BF10871-1B9E-410E-8846-978CDECD46ED}" dt="2023-11-09T13:38:41.216" v="474" actId="1076"/>
        <pc:sldMkLst>
          <pc:docMk/>
          <pc:sldMk cId="3018725871" sldId="270"/>
        </pc:sldMkLst>
      </pc:sldChg>
      <pc:sldChg chg="addSp delSp modSp add mod">
        <pc:chgData name="JONATHAN GABRIEL LOOR BAUTISTA" userId="4234489a-f210-4949-b3ca-adca1d814dab" providerId="ADAL" clId="{4BF10871-1B9E-410E-8846-978CDECD46ED}" dt="2023-11-09T13:39:37.152" v="484" actId="1076"/>
        <pc:sldMkLst>
          <pc:docMk/>
          <pc:sldMk cId="570756419" sldId="271"/>
        </pc:sldMkLst>
      </pc:sldChg>
      <pc:sldChg chg="addSp delSp modSp add mod">
        <pc:chgData name="JONATHAN GABRIEL LOOR BAUTISTA" userId="4234489a-f210-4949-b3ca-adca1d814dab" providerId="ADAL" clId="{4BF10871-1B9E-410E-8846-978CDECD46ED}" dt="2023-11-09T13:42:19.360" v="508" actId="1076"/>
        <pc:sldMkLst>
          <pc:docMk/>
          <pc:sldMk cId="2044139457" sldId="272"/>
        </pc:sldMkLst>
      </pc:sldChg>
      <pc:sldChg chg="add">
        <pc:chgData name="JONATHAN GABRIEL LOOR BAUTISTA" userId="4234489a-f210-4949-b3ca-adca1d814dab" providerId="ADAL" clId="{4BF10871-1B9E-410E-8846-978CDECD46ED}" dt="2023-11-09T13:41:53.680" v="500" actId="2890"/>
        <pc:sldMkLst>
          <pc:docMk/>
          <pc:sldMk cId="1697908801" sldId="273"/>
        </pc:sldMkLst>
      </pc:sldChg>
      <pc:sldChg chg="addSp delSp modSp add mod">
        <pc:chgData name="JONATHAN GABRIEL LOOR BAUTISTA" userId="4234489a-f210-4949-b3ca-adca1d814dab" providerId="ADAL" clId="{4BF10871-1B9E-410E-8846-978CDECD46ED}" dt="2023-11-09T13:42:46.048" v="514" actId="1076"/>
        <pc:sldMkLst>
          <pc:docMk/>
          <pc:sldMk cId="1705900212" sldId="274"/>
        </pc:sldMkLst>
      </pc:sldChg>
      <pc:sldChg chg="addSp delSp modSp add mod">
        <pc:chgData name="JONATHAN GABRIEL LOOR BAUTISTA" userId="4234489a-f210-4949-b3ca-adca1d814dab" providerId="ADAL" clId="{4BF10871-1B9E-410E-8846-978CDECD46ED}" dt="2023-11-09T13:48:07.038" v="579" actId="20577"/>
        <pc:sldMkLst>
          <pc:docMk/>
          <pc:sldMk cId="1814231336" sldId="275"/>
        </pc:sldMkLst>
      </pc:sldChg>
      <pc:sldChg chg="addSp delSp modSp add mod">
        <pc:chgData name="JONATHAN GABRIEL LOOR BAUTISTA" userId="4234489a-f210-4949-b3ca-adca1d814dab" providerId="ADAL" clId="{4BF10871-1B9E-410E-8846-978CDECD46ED}" dt="2023-11-09T13:50:32.270" v="644" actId="478"/>
        <pc:sldMkLst>
          <pc:docMk/>
          <pc:sldMk cId="3601994577" sldId="276"/>
        </pc:sldMkLst>
      </pc:sldChg>
      <pc:sldChg chg="addSp delSp modSp add mod">
        <pc:chgData name="JONATHAN GABRIEL LOOR BAUTISTA" userId="4234489a-f210-4949-b3ca-adca1d814dab" providerId="ADAL" clId="{4BF10871-1B9E-410E-8846-978CDECD46ED}" dt="2023-11-09T13:52:18.264" v="681" actId="313"/>
        <pc:sldMkLst>
          <pc:docMk/>
          <pc:sldMk cId="12759230" sldId="277"/>
        </pc:sldMkLst>
      </pc:sldChg>
      <pc:sldChg chg="add del setBg">
        <pc:chgData name="JONATHAN GABRIEL LOOR BAUTISTA" userId="4234489a-f210-4949-b3ca-adca1d814dab" providerId="ADAL" clId="{4BF10871-1B9E-410E-8846-978CDECD46ED}" dt="2023-11-09T13:45:35.400" v="526"/>
        <pc:sldMkLst>
          <pc:docMk/>
          <pc:sldMk cId="2374801582" sldId="277"/>
        </pc:sldMkLst>
      </pc:sldChg>
      <pc:sldChg chg="addSp delSp modSp add mod">
        <pc:chgData name="JONATHAN GABRIEL LOOR BAUTISTA" userId="4234489a-f210-4949-b3ca-adca1d814dab" providerId="ADAL" clId="{4BF10871-1B9E-410E-8846-978CDECD46ED}" dt="2023-11-09T13:55:32.453" v="896" actId="20577"/>
        <pc:sldMkLst>
          <pc:docMk/>
          <pc:sldMk cId="793826596" sldId="278"/>
        </pc:sldMkLst>
      </pc:sldChg>
      <pc:sldChg chg="add del setBg">
        <pc:chgData name="JONATHAN GABRIEL LOOR BAUTISTA" userId="4234489a-f210-4949-b3ca-adca1d814dab" providerId="ADAL" clId="{4BF10871-1B9E-410E-8846-978CDECD46ED}" dt="2023-11-09T13:45:35.400" v="526"/>
        <pc:sldMkLst>
          <pc:docMk/>
          <pc:sldMk cId="3274624831" sldId="278"/>
        </pc:sldMkLst>
      </pc:sldChg>
      <pc:sldChg chg="add del setBg">
        <pc:chgData name="JONATHAN GABRIEL LOOR BAUTISTA" userId="4234489a-f210-4949-b3ca-adca1d814dab" providerId="ADAL" clId="{4BF10871-1B9E-410E-8846-978CDECD46ED}" dt="2023-11-09T13:45:35.400" v="526"/>
        <pc:sldMkLst>
          <pc:docMk/>
          <pc:sldMk cId="1796450385" sldId="279"/>
        </pc:sldMkLst>
      </pc:sldChg>
      <pc:sldChg chg="addSp delSp modSp add mod">
        <pc:chgData name="JONATHAN GABRIEL LOOR BAUTISTA" userId="4234489a-f210-4949-b3ca-adca1d814dab" providerId="ADAL" clId="{4BF10871-1B9E-410E-8846-978CDECD46ED}" dt="2023-11-09T13:56:49.904" v="961" actId="1076"/>
        <pc:sldMkLst>
          <pc:docMk/>
          <pc:sldMk cId="2356721952" sldId="279"/>
        </pc:sldMkLst>
      </pc:sldChg>
      <pc:sldChg chg="add del setBg">
        <pc:chgData name="JONATHAN GABRIEL LOOR BAUTISTA" userId="4234489a-f210-4949-b3ca-adca1d814dab" providerId="ADAL" clId="{4BF10871-1B9E-410E-8846-978CDECD46ED}" dt="2023-11-09T13:45:35.400" v="526"/>
        <pc:sldMkLst>
          <pc:docMk/>
          <pc:sldMk cId="1911223544" sldId="280"/>
        </pc:sldMkLst>
      </pc:sldChg>
      <pc:sldChg chg="addSp delSp modSp add mod">
        <pc:chgData name="JONATHAN GABRIEL LOOR BAUTISTA" userId="4234489a-f210-4949-b3ca-adca1d814dab" providerId="ADAL" clId="{4BF10871-1B9E-410E-8846-978CDECD46ED}" dt="2023-11-09T14:05:31.363" v="973" actId="1076"/>
        <pc:sldMkLst>
          <pc:docMk/>
          <pc:sldMk cId="3436423708" sldId="280"/>
        </pc:sldMkLst>
      </pc:sldChg>
      <pc:sldChg chg="addSp delSp modSp add mod">
        <pc:chgData name="JONATHAN GABRIEL LOOR BAUTISTA" userId="4234489a-f210-4949-b3ca-adca1d814dab" providerId="ADAL" clId="{4BF10871-1B9E-410E-8846-978CDECD46ED}" dt="2023-11-09T14:05:47.667" v="977" actId="1076"/>
        <pc:sldMkLst>
          <pc:docMk/>
          <pc:sldMk cId="3781675788" sldId="281"/>
        </pc:sldMkLst>
      </pc:sldChg>
      <pc:sldChg chg="add del setBg">
        <pc:chgData name="JONATHAN GABRIEL LOOR BAUTISTA" userId="4234489a-f210-4949-b3ca-adca1d814dab" providerId="ADAL" clId="{4BF10871-1B9E-410E-8846-978CDECD46ED}" dt="2023-11-09T13:45:35.400" v="526"/>
        <pc:sldMkLst>
          <pc:docMk/>
          <pc:sldMk cId="1419791792" sldId="282"/>
        </pc:sldMkLst>
      </pc:sldChg>
      <pc:sldChg chg="addSp delSp modSp add mod">
        <pc:chgData name="JONATHAN GABRIEL LOOR BAUTISTA" userId="4234489a-f210-4949-b3ca-adca1d814dab" providerId="ADAL" clId="{4BF10871-1B9E-410E-8846-978CDECD46ED}" dt="2023-11-09T14:06:47.321" v="987" actId="1076"/>
        <pc:sldMkLst>
          <pc:docMk/>
          <pc:sldMk cId="2603404091" sldId="282"/>
        </pc:sldMkLst>
      </pc:sldChg>
      <pc:sldChg chg="add del setBg">
        <pc:chgData name="JONATHAN GABRIEL LOOR BAUTISTA" userId="4234489a-f210-4949-b3ca-adca1d814dab" providerId="ADAL" clId="{4BF10871-1B9E-410E-8846-978CDECD46ED}" dt="2023-11-09T13:45:35.400" v="526"/>
        <pc:sldMkLst>
          <pc:docMk/>
          <pc:sldMk cId="1650563039" sldId="283"/>
        </pc:sldMkLst>
      </pc:sldChg>
      <pc:sldChg chg="addSp delSp modSp add mod">
        <pc:chgData name="JONATHAN GABRIEL LOOR BAUTISTA" userId="4234489a-f210-4949-b3ca-adca1d814dab" providerId="ADAL" clId="{4BF10871-1B9E-410E-8846-978CDECD46ED}" dt="2023-11-09T14:08:54.624" v="1035" actId="1076"/>
        <pc:sldMkLst>
          <pc:docMk/>
          <pc:sldMk cId="2789636396" sldId="283"/>
        </pc:sldMkLst>
      </pc:sldChg>
      <pc:sldChg chg="add del setBg">
        <pc:chgData name="JONATHAN GABRIEL LOOR BAUTISTA" userId="4234489a-f210-4949-b3ca-adca1d814dab" providerId="ADAL" clId="{4BF10871-1B9E-410E-8846-978CDECD46ED}" dt="2023-11-09T13:45:35.400" v="526"/>
        <pc:sldMkLst>
          <pc:docMk/>
          <pc:sldMk cId="347908706" sldId="284"/>
        </pc:sldMkLst>
      </pc:sldChg>
      <pc:sldChg chg="add del setBg">
        <pc:chgData name="JONATHAN GABRIEL LOOR BAUTISTA" userId="4234489a-f210-4949-b3ca-adca1d814dab" providerId="ADAL" clId="{4BF10871-1B9E-410E-8846-978CDECD46ED}" dt="2023-11-09T13:45:35.400" v="526"/>
        <pc:sldMkLst>
          <pc:docMk/>
          <pc:sldMk cId="3849679617" sldId="285"/>
        </pc:sldMkLst>
      </pc:sldChg>
      <pc:sldChg chg="add del setBg">
        <pc:chgData name="JONATHAN GABRIEL LOOR BAUTISTA" userId="4234489a-f210-4949-b3ca-adca1d814dab" providerId="ADAL" clId="{4BF10871-1B9E-410E-8846-978CDECD46ED}" dt="2023-11-09T13:45:35.400" v="526"/>
        <pc:sldMkLst>
          <pc:docMk/>
          <pc:sldMk cId="627336759" sldId="286"/>
        </pc:sldMkLst>
      </pc:sldChg>
    </pc:docChg>
  </pc:docChgLst>
  <pc:docChgLst>
    <pc:chgData name="JONATHAN GABRIEL LOOR BAUTISTA" userId="4234489a-f210-4949-b3ca-adca1d814dab" providerId="ADAL" clId="{FE2EE89C-43BE-45E3-8A42-D09B34D705A0}"/>
    <pc:docChg chg="undo custSel modSld">
      <pc:chgData name="JONATHAN GABRIEL LOOR BAUTISTA" userId="4234489a-f210-4949-b3ca-adca1d814dab" providerId="ADAL" clId="{FE2EE89C-43BE-45E3-8A42-D09B34D705A0}" dt="2024-12-03T20:10:20.473" v="251" actId="20577"/>
      <pc:docMkLst>
        <pc:docMk/>
      </pc:docMkLst>
      <pc:sldChg chg="addSp delSp modSp mod">
        <pc:chgData name="JONATHAN GABRIEL LOOR BAUTISTA" userId="4234489a-f210-4949-b3ca-adca1d814dab" providerId="ADAL" clId="{FE2EE89C-43BE-45E3-8A42-D09B34D705A0}" dt="2024-12-03T19:34:05.596" v="104" actId="14100"/>
        <pc:sldMkLst>
          <pc:docMk/>
          <pc:sldMk cId="445900017" sldId="272"/>
        </pc:sldMkLst>
      </pc:sldChg>
      <pc:sldChg chg="modSp mod">
        <pc:chgData name="JONATHAN GABRIEL LOOR BAUTISTA" userId="4234489a-f210-4949-b3ca-adca1d814dab" providerId="ADAL" clId="{FE2EE89C-43BE-45E3-8A42-D09B34D705A0}" dt="2024-12-03T19:52:19.539" v="116" actId="20577"/>
        <pc:sldMkLst>
          <pc:docMk/>
          <pc:sldMk cId="3860355998" sldId="282"/>
        </pc:sldMkLst>
      </pc:sldChg>
      <pc:sldChg chg="modSp mod">
        <pc:chgData name="JONATHAN GABRIEL LOOR BAUTISTA" userId="4234489a-f210-4949-b3ca-adca1d814dab" providerId="ADAL" clId="{FE2EE89C-43BE-45E3-8A42-D09B34D705A0}" dt="2024-12-03T20:02:50.114" v="159"/>
        <pc:sldMkLst>
          <pc:docMk/>
          <pc:sldMk cId="3796690466" sldId="285"/>
        </pc:sldMkLst>
      </pc:sldChg>
      <pc:sldChg chg="modSp mod">
        <pc:chgData name="JONATHAN GABRIEL LOOR BAUTISTA" userId="4234489a-f210-4949-b3ca-adca1d814dab" providerId="ADAL" clId="{FE2EE89C-43BE-45E3-8A42-D09B34D705A0}" dt="2024-12-03T20:07:18.882" v="214" actId="20577"/>
        <pc:sldMkLst>
          <pc:docMk/>
          <pc:sldMk cId="3119478525" sldId="286"/>
        </pc:sldMkLst>
      </pc:sldChg>
      <pc:sldChg chg="delSp modSp mod">
        <pc:chgData name="JONATHAN GABRIEL LOOR BAUTISTA" userId="4234489a-f210-4949-b3ca-adca1d814dab" providerId="ADAL" clId="{FE2EE89C-43BE-45E3-8A42-D09B34D705A0}" dt="2024-12-03T20:10:20.473" v="251" actId="20577"/>
        <pc:sldMkLst>
          <pc:docMk/>
          <pc:sldMk cId="1109680319" sldId="288"/>
        </pc:sldMkLst>
      </pc:sldChg>
    </pc:docChg>
  </pc:docChgLst>
  <pc:docChgLst>
    <pc:chgData name="JONATHAN GABRIEL LOOR BAUTISTA" userId="4234489a-f210-4949-b3ca-adca1d814dab" providerId="ADAL" clId="{03F51541-2227-4C66-877D-186E6B433BCC}"/>
    <pc:docChg chg="undo redo custSel addSld delSld modSld">
      <pc:chgData name="JONATHAN GABRIEL LOOR BAUTISTA" userId="4234489a-f210-4949-b3ca-adca1d814dab" providerId="ADAL" clId="{03F51541-2227-4C66-877D-186E6B433BCC}" dt="2025-01-17T12:37:29.121" v="1168" actId="20577"/>
      <pc:docMkLst>
        <pc:docMk/>
      </pc:docMkLst>
      <pc:sldChg chg="modSp mod">
        <pc:chgData name="JONATHAN GABRIEL LOOR BAUTISTA" userId="4234489a-f210-4949-b3ca-adca1d814dab" providerId="ADAL" clId="{03F51541-2227-4C66-877D-186E6B433BCC}" dt="2025-01-10T13:01:49.829" v="106" actId="20577"/>
        <pc:sldMkLst>
          <pc:docMk/>
          <pc:sldMk cId="0" sldId="256"/>
        </pc:sldMkLst>
      </pc:sldChg>
      <pc:sldChg chg="addSp delSp modSp mod">
        <pc:chgData name="JONATHAN GABRIEL LOOR BAUTISTA" userId="4234489a-f210-4949-b3ca-adca1d814dab" providerId="ADAL" clId="{03F51541-2227-4C66-877D-186E6B433BCC}" dt="2025-01-10T13:05:09.988" v="242" actId="1076"/>
        <pc:sldMkLst>
          <pc:docMk/>
          <pc:sldMk cId="445900017" sldId="272"/>
        </pc:sldMkLst>
      </pc:sldChg>
      <pc:sldChg chg="addSp delSp modSp add mod">
        <pc:chgData name="JONATHAN GABRIEL LOOR BAUTISTA" userId="4234489a-f210-4949-b3ca-adca1d814dab" providerId="ADAL" clId="{03F51541-2227-4C66-877D-186E6B433BCC}" dt="2025-01-10T13:07:10.006" v="274" actId="1076"/>
        <pc:sldMkLst>
          <pc:docMk/>
          <pc:sldMk cId="2459953676" sldId="273"/>
        </pc:sldMkLst>
      </pc:sldChg>
      <pc:sldChg chg="del">
        <pc:chgData name="JONATHAN GABRIEL LOOR BAUTISTA" userId="4234489a-f210-4949-b3ca-adca1d814dab" providerId="ADAL" clId="{03F51541-2227-4C66-877D-186E6B433BCC}" dt="2025-01-10T13:02:04.983" v="120" actId="47"/>
        <pc:sldMkLst>
          <pc:docMk/>
          <pc:sldMk cId="4133258574" sldId="273"/>
        </pc:sldMkLst>
      </pc:sldChg>
      <pc:sldChg chg="addSp delSp modSp add mod">
        <pc:chgData name="JONATHAN GABRIEL LOOR BAUTISTA" userId="4234489a-f210-4949-b3ca-adca1d814dab" providerId="ADAL" clId="{03F51541-2227-4C66-877D-186E6B433BCC}" dt="2025-01-10T14:04:06.734" v="286" actId="1076"/>
        <pc:sldMkLst>
          <pc:docMk/>
          <pc:sldMk cId="416056654" sldId="274"/>
        </pc:sldMkLst>
      </pc:sldChg>
      <pc:sldChg chg="add del setBg">
        <pc:chgData name="JONATHAN GABRIEL LOOR BAUTISTA" userId="4234489a-f210-4949-b3ca-adca1d814dab" providerId="ADAL" clId="{03F51541-2227-4C66-877D-186E6B433BCC}" dt="2025-01-10T14:03:31.177" v="276" actId="47"/>
        <pc:sldMkLst>
          <pc:docMk/>
          <pc:sldMk cId="3764557972" sldId="274"/>
        </pc:sldMkLst>
      </pc:sldChg>
      <pc:sldChg chg="add">
        <pc:chgData name="JONATHAN GABRIEL LOOR BAUTISTA" userId="4234489a-f210-4949-b3ca-adca1d814dab" providerId="ADAL" clId="{03F51541-2227-4C66-877D-186E6B433BCC}" dt="2025-01-10T14:04:12.567" v="287" actId="2890"/>
        <pc:sldMkLst>
          <pc:docMk/>
          <pc:sldMk cId="1498002989" sldId="275"/>
        </pc:sldMkLst>
      </pc:sldChg>
      <pc:sldChg chg="del">
        <pc:chgData name="JONATHAN GABRIEL LOOR BAUTISTA" userId="4234489a-f210-4949-b3ca-adca1d814dab" providerId="ADAL" clId="{03F51541-2227-4C66-877D-186E6B433BCC}" dt="2025-01-10T13:02:01.843" v="119" actId="47"/>
        <pc:sldMkLst>
          <pc:docMk/>
          <pc:sldMk cId="2704981625" sldId="275"/>
        </pc:sldMkLst>
      </pc:sldChg>
      <pc:sldChg chg="del">
        <pc:chgData name="JONATHAN GABRIEL LOOR BAUTISTA" userId="4234489a-f210-4949-b3ca-adca1d814dab" providerId="ADAL" clId="{03F51541-2227-4C66-877D-186E6B433BCC}" dt="2025-01-10T13:02:01.703" v="118" actId="47"/>
        <pc:sldMkLst>
          <pc:docMk/>
          <pc:sldMk cId="1243469074" sldId="276"/>
        </pc:sldMkLst>
      </pc:sldChg>
      <pc:sldChg chg="addSp delSp modSp add mod">
        <pc:chgData name="JONATHAN GABRIEL LOOR BAUTISTA" userId="4234489a-f210-4949-b3ca-adca1d814dab" providerId="ADAL" clId="{03F51541-2227-4C66-877D-186E6B433BCC}" dt="2025-01-10T14:05:09.970" v="301" actId="1076"/>
        <pc:sldMkLst>
          <pc:docMk/>
          <pc:sldMk cId="2030638201" sldId="276"/>
        </pc:sldMkLst>
      </pc:sldChg>
      <pc:sldChg chg="addSp delSp modSp add mod">
        <pc:chgData name="JONATHAN GABRIEL LOOR BAUTISTA" userId="4234489a-f210-4949-b3ca-adca1d814dab" providerId="ADAL" clId="{03F51541-2227-4C66-877D-186E6B433BCC}" dt="2025-01-10T14:06:13.402" v="328" actId="14100"/>
        <pc:sldMkLst>
          <pc:docMk/>
          <pc:sldMk cId="4034665855" sldId="277"/>
        </pc:sldMkLst>
      </pc:sldChg>
      <pc:sldChg chg="del">
        <pc:chgData name="JONATHAN GABRIEL LOOR BAUTISTA" userId="4234489a-f210-4949-b3ca-adca1d814dab" providerId="ADAL" clId="{03F51541-2227-4C66-877D-186E6B433BCC}" dt="2025-01-10T13:02:01.418" v="117" actId="47"/>
        <pc:sldMkLst>
          <pc:docMk/>
          <pc:sldMk cId="4164239669" sldId="277"/>
        </pc:sldMkLst>
      </pc:sldChg>
      <pc:sldChg chg="del">
        <pc:chgData name="JONATHAN GABRIEL LOOR BAUTISTA" userId="4234489a-f210-4949-b3ca-adca1d814dab" providerId="ADAL" clId="{03F51541-2227-4C66-877D-186E6B433BCC}" dt="2025-01-10T13:02:01.279" v="116" actId="47"/>
        <pc:sldMkLst>
          <pc:docMk/>
          <pc:sldMk cId="1902898404" sldId="278"/>
        </pc:sldMkLst>
      </pc:sldChg>
      <pc:sldChg chg="addSp delSp modSp add mod">
        <pc:chgData name="JONATHAN GABRIEL LOOR BAUTISTA" userId="4234489a-f210-4949-b3ca-adca1d814dab" providerId="ADAL" clId="{03F51541-2227-4C66-877D-186E6B433BCC}" dt="2025-01-10T14:26:01.099" v="381" actId="1076"/>
        <pc:sldMkLst>
          <pc:docMk/>
          <pc:sldMk cId="3978225186" sldId="278"/>
        </pc:sldMkLst>
      </pc:sldChg>
      <pc:sldChg chg="delSp modSp add mod">
        <pc:chgData name="JONATHAN GABRIEL LOOR BAUTISTA" userId="4234489a-f210-4949-b3ca-adca1d814dab" providerId="ADAL" clId="{03F51541-2227-4C66-877D-186E6B433BCC}" dt="2025-01-17T12:37:16.857" v="1156" actId="20577"/>
        <pc:sldMkLst>
          <pc:docMk/>
          <pc:sldMk cId="3324638368" sldId="279"/>
        </pc:sldMkLst>
      </pc:sldChg>
      <pc:sldChg chg="del">
        <pc:chgData name="JONATHAN GABRIEL LOOR BAUTISTA" userId="4234489a-f210-4949-b3ca-adca1d814dab" providerId="ADAL" clId="{03F51541-2227-4C66-877D-186E6B433BCC}" dt="2025-01-10T13:02:01.165" v="115" actId="47"/>
        <pc:sldMkLst>
          <pc:docMk/>
          <pc:sldMk cId="3552304945" sldId="279"/>
        </pc:sldMkLst>
      </pc:sldChg>
      <pc:sldChg chg="del">
        <pc:chgData name="JONATHAN GABRIEL LOOR BAUTISTA" userId="4234489a-f210-4949-b3ca-adca1d814dab" providerId="ADAL" clId="{03F51541-2227-4C66-877D-186E6B433BCC}" dt="2025-01-10T13:02:00.968" v="114" actId="47"/>
        <pc:sldMkLst>
          <pc:docMk/>
          <pc:sldMk cId="930664112" sldId="280"/>
        </pc:sldMkLst>
      </pc:sldChg>
      <pc:sldChg chg="modSp add mod">
        <pc:chgData name="JONATHAN GABRIEL LOOR BAUTISTA" userId="4234489a-f210-4949-b3ca-adca1d814dab" providerId="ADAL" clId="{03F51541-2227-4C66-877D-186E6B433BCC}" dt="2025-01-17T12:37:24.164" v="1164" actId="20577"/>
        <pc:sldMkLst>
          <pc:docMk/>
          <pc:sldMk cId="4165485877" sldId="280"/>
        </pc:sldMkLst>
      </pc:sldChg>
      <pc:sldChg chg="del">
        <pc:chgData name="JONATHAN GABRIEL LOOR BAUTISTA" userId="4234489a-f210-4949-b3ca-adca1d814dab" providerId="ADAL" clId="{03F51541-2227-4C66-877D-186E6B433BCC}" dt="2025-01-10T13:02:00.533" v="113" actId="47"/>
        <pc:sldMkLst>
          <pc:docMk/>
          <pc:sldMk cId="118533800" sldId="281"/>
        </pc:sldMkLst>
      </pc:sldChg>
      <pc:sldChg chg="modSp add mod">
        <pc:chgData name="JONATHAN GABRIEL LOOR BAUTISTA" userId="4234489a-f210-4949-b3ca-adca1d814dab" providerId="ADAL" clId="{03F51541-2227-4C66-877D-186E6B433BCC}" dt="2025-01-17T12:37:29.121" v="1168" actId="20577"/>
        <pc:sldMkLst>
          <pc:docMk/>
          <pc:sldMk cId="1147876043" sldId="281"/>
        </pc:sldMkLst>
      </pc:sldChg>
      <pc:sldChg chg="del">
        <pc:chgData name="JONATHAN GABRIEL LOOR BAUTISTA" userId="4234489a-f210-4949-b3ca-adca1d814dab" providerId="ADAL" clId="{03F51541-2227-4C66-877D-186E6B433BCC}" dt="2025-01-10T13:02:00.403" v="112" actId="47"/>
        <pc:sldMkLst>
          <pc:docMk/>
          <pc:sldMk cId="3860355998" sldId="282"/>
        </pc:sldMkLst>
      </pc:sldChg>
      <pc:sldChg chg="del">
        <pc:chgData name="JONATHAN GABRIEL LOOR BAUTISTA" userId="4234489a-f210-4949-b3ca-adca1d814dab" providerId="ADAL" clId="{03F51541-2227-4C66-877D-186E6B433BCC}" dt="2025-01-10T13:02:00.305" v="111" actId="47"/>
        <pc:sldMkLst>
          <pc:docMk/>
          <pc:sldMk cId="3758386642" sldId="283"/>
        </pc:sldMkLst>
      </pc:sldChg>
      <pc:sldChg chg="del">
        <pc:chgData name="JONATHAN GABRIEL LOOR BAUTISTA" userId="4234489a-f210-4949-b3ca-adca1d814dab" providerId="ADAL" clId="{03F51541-2227-4C66-877D-186E6B433BCC}" dt="2025-01-10T13:02:00.165" v="110" actId="47"/>
        <pc:sldMkLst>
          <pc:docMk/>
          <pc:sldMk cId="3796690466" sldId="285"/>
        </pc:sldMkLst>
      </pc:sldChg>
      <pc:sldChg chg="del">
        <pc:chgData name="JONATHAN GABRIEL LOOR BAUTISTA" userId="4234489a-f210-4949-b3ca-adca1d814dab" providerId="ADAL" clId="{03F51541-2227-4C66-877D-186E6B433BCC}" dt="2025-01-10T13:02:00.025" v="109" actId="47"/>
        <pc:sldMkLst>
          <pc:docMk/>
          <pc:sldMk cId="3119478525" sldId="286"/>
        </pc:sldMkLst>
      </pc:sldChg>
      <pc:sldChg chg="del">
        <pc:chgData name="JONATHAN GABRIEL LOOR BAUTISTA" userId="4234489a-f210-4949-b3ca-adca1d814dab" providerId="ADAL" clId="{03F51541-2227-4C66-877D-186E6B433BCC}" dt="2025-01-10T13:01:59.741" v="107" actId="47"/>
        <pc:sldMkLst>
          <pc:docMk/>
          <pc:sldMk cId="1109680319" sldId="288"/>
        </pc:sldMkLst>
      </pc:sldChg>
      <pc:sldChg chg="del">
        <pc:chgData name="JONATHAN GABRIEL LOOR BAUTISTA" userId="4234489a-f210-4949-b3ca-adca1d814dab" providerId="ADAL" clId="{03F51541-2227-4C66-877D-186E6B433BCC}" dt="2025-01-10T13:01:59.901" v="108" actId="47"/>
        <pc:sldMkLst>
          <pc:docMk/>
          <pc:sldMk cId="1431093033" sldId="28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8861AAEE-B1CB-4409-AC48-B4C88EB5A83F}" type="slidenum">
              <a:rPr lang="es-ES" altLang="en-US" smtClean="0"/>
              <a:pPr/>
              <a:t>‹Nº›</a:t>
            </a:fld>
            <a:endParaRPr lang="es-ES" altLang="en-US"/>
          </a:p>
        </p:txBody>
      </p:sp>
    </p:spTree>
    <p:extLst>
      <p:ext uri="{BB962C8B-B14F-4D97-AF65-F5344CB8AC3E}">
        <p14:creationId xmlns:p14="http://schemas.microsoft.com/office/powerpoint/2010/main" val="43902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66DEB28E-FB1D-4168-8929-5C31CA315BC9}" type="slidenum">
              <a:rPr lang="es-ES" altLang="en-US" smtClean="0"/>
              <a:pPr/>
              <a:t>‹Nº›</a:t>
            </a:fld>
            <a:endParaRPr lang="es-ES" altLang="en-US"/>
          </a:p>
        </p:txBody>
      </p:sp>
    </p:spTree>
    <p:extLst>
      <p:ext uri="{BB962C8B-B14F-4D97-AF65-F5344CB8AC3E}">
        <p14:creationId xmlns:p14="http://schemas.microsoft.com/office/powerpoint/2010/main" val="192247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072C3167-C126-47F5-BA6A-1969A43FAEE4}" type="slidenum">
              <a:rPr lang="es-ES" altLang="en-US" smtClean="0"/>
              <a:pPr/>
              <a:t>‹Nº›</a:t>
            </a:fld>
            <a:endParaRPr lang="es-ES" altLang="en-US"/>
          </a:p>
        </p:txBody>
      </p:sp>
    </p:spTree>
    <p:extLst>
      <p:ext uri="{BB962C8B-B14F-4D97-AF65-F5344CB8AC3E}">
        <p14:creationId xmlns:p14="http://schemas.microsoft.com/office/powerpoint/2010/main" val="37963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77922B72-CBDE-4E48-B0A3-67E9F34DE57E}" type="slidenum">
              <a:rPr lang="es-ES" altLang="en-US" smtClean="0"/>
              <a:pPr/>
              <a:t>‹Nº›</a:t>
            </a:fld>
            <a:endParaRPr lang="es-ES" altLang="en-US"/>
          </a:p>
        </p:txBody>
      </p:sp>
    </p:spTree>
    <p:extLst>
      <p:ext uri="{BB962C8B-B14F-4D97-AF65-F5344CB8AC3E}">
        <p14:creationId xmlns:p14="http://schemas.microsoft.com/office/powerpoint/2010/main" val="134505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ES" altLang="en-US"/>
          </a:p>
        </p:txBody>
      </p:sp>
      <p:sp>
        <p:nvSpPr>
          <p:cNvPr id="8" name="Footer Placeholder 7"/>
          <p:cNvSpPr>
            <a:spLocks noGrp="1"/>
          </p:cNvSpPr>
          <p:nvPr>
            <p:ph type="ftr" sz="quarter" idx="11"/>
          </p:nvPr>
        </p:nvSpPr>
        <p:spPr/>
        <p:txBody>
          <a:bodyPr/>
          <a:lstStyle/>
          <a:p>
            <a:endParaRPr lang="es-ES" altLang="en-US"/>
          </a:p>
        </p:txBody>
      </p:sp>
      <p:sp>
        <p:nvSpPr>
          <p:cNvPr id="9" name="Slide Number Placeholder 8"/>
          <p:cNvSpPr>
            <a:spLocks noGrp="1"/>
          </p:cNvSpPr>
          <p:nvPr>
            <p:ph type="sldNum" sz="quarter" idx="12"/>
          </p:nvPr>
        </p:nvSpPr>
        <p:spPr/>
        <p:txBody>
          <a:bodyPr/>
          <a:lstStyle/>
          <a:p>
            <a:fld id="{582A2665-CF16-4166-80EF-F84716260039}" type="slidenum">
              <a:rPr lang="es-ES" altLang="en-US" smtClean="0"/>
              <a:pPr/>
              <a:t>‹Nº›</a:t>
            </a:fld>
            <a:endParaRPr lang="es-ES" altLang="en-US"/>
          </a:p>
        </p:txBody>
      </p:sp>
    </p:spTree>
    <p:extLst>
      <p:ext uri="{BB962C8B-B14F-4D97-AF65-F5344CB8AC3E}">
        <p14:creationId xmlns:p14="http://schemas.microsoft.com/office/powerpoint/2010/main" val="39228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ES" altLang="en-US"/>
          </a:p>
        </p:txBody>
      </p:sp>
      <p:sp>
        <p:nvSpPr>
          <p:cNvPr id="4" name="Footer Placeholder 3"/>
          <p:cNvSpPr>
            <a:spLocks noGrp="1"/>
          </p:cNvSpPr>
          <p:nvPr>
            <p:ph type="ftr" sz="quarter" idx="11"/>
          </p:nvPr>
        </p:nvSpPr>
        <p:spPr/>
        <p:txBody>
          <a:bodyPr/>
          <a:lstStyle/>
          <a:p>
            <a:endParaRPr lang="es-ES" altLang="en-US"/>
          </a:p>
        </p:txBody>
      </p:sp>
      <p:sp>
        <p:nvSpPr>
          <p:cNvPr id="5" name="Slide Number Placeholder 4"/>
          <p:cNvSpPr>
            <a:spLocks noGrp="1"/>
          </p:cNvSpPr>
          <p:nvPr>
            <p:ph type="sldNum" sz="quarter" idx="12"/>
          </p:nvPr>
        </p:nvSpPr>
        <p:spPr/>
        <p:txBody>
          <a:bodyPr/>
          <a:lstStyle/>
          <a:p>
            <a:fld id="{48CF44F9-62F0-4245-9F46-5148319AB030}" type="slidenum">
              <a:rPr lang="es-ES" altLang="en-US" smtClean="0"/>
              <a:pPr/>
              <a:t>‹Nº›</a:t>
            </a:fld>
            <a:endParaRPr lang="es-ES" altLang="en-US"/>
          </a:p>
        </p:txBody>
      </p:sp>
    </p:spTree>
    <p:extLst>
      <p:ext uri="{BB962C8B-B14F-4D97-AF65-F5344CB8AC3E}">
        <p14:creationId xmlns:p14="http://schemas.microsoft.com/office/powerpoint/2010/main" val="77294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ltLang="en-US"/>
          </a:p>
        </p:txBody>
      </p:sp>
      <p:sp>
        <p:nvSpPr>
          <p:cNvPr id="3" name="Footer Placeholder 2"/>
          <p:cNvSpPr>
            <a:spLocks noGrp="1"/>
          </p:cNvSpPr>
          <p:nvPr>
            <p:ph type="ftr" sz="quarter" idx="11"/>
          </p:nvPr>
        </p:nvSpPr>
        <p:spPr/>
        <p:txBody>
          <a:bodyPr/>
          <a:lstStyle/>
          <a:p>
            <a:endParaRPr lang="es-ES" altLang="en-US"/>
          </a:p>
        </p:txBody>
      </p:sp>
      <p:sp>
        <p:nvSpPr>
          <p:cNvPr id="4" name="Slide Number Placeholder 3"/>
          <p:cNvSpPr>
            <a:spLocks noGrp="1"/>
          </p:cNvSpPr>
          <p:nvPr>
            <p:ph type="sldNum" sz="quarter" idx="12"/>
          </p:nvPr>
        </p:nvSpPr>
        <p:spPr/>
        <p:txBody>
          <a:bodyPr/>
          <a:lstStyle/>
          <a:p>
            <a:fld id="{A76BBF86-F4B5-491B-B6E7-AEAE5525630C}" type="slidenum">
              <a:rPr lang="es-ES" altLang="en-US" smtClean="0"/>
              <a:pPr/>
              <a:t>‹Nº›</a:t>
            </a:fld>
            <a:endParaRPr lang="es-ES" altLang="en-US"/>
          </a:p>
        </p:txBody>
      </p:sp>
    </p:spTree>
    <p:extLst>
      <p:ext uri="{BB962C8B-B14F-4D97-AF65-F5344CB8AC3E}">
        <p14:creationId xmlns:p14="http://schemas.microsoft.com/office/powerpoint/2010/main" val="169021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A3E014-B337-4C44-917C-31E944BB8D55}" type="slidenum">
              <a:rPr lang="es-ES" altLang="en-US" smtClean="0"/>
              <a:pPr/>
              <a:t>‹Nº›</a:t>
            </a:fld>
            <a:endParaRPr lang="es-ES" altLang="en-US"/>
          </a:p>
        </p:txBody>
      </p:sp>
    </p:spTree>
    <p:extLst>
      <p:ext uri="{BB962C8B-B14F-4D97-AF65-F5344CB8AC3E}">
        <p14:creationId xmlns:p14="http://schemas.microsoft.com/office/powerpoint/2010/main" val="1578251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402505-0CDF-403D-BD97-5F8C25CF30E3}" type="slidenum">
              <a:rPr lang="es-ES" altLang="en-US" smtClean="0"/>
              <a:pPr/>
              <a:t>‹Nº›</a:t>
            </a:fld>
            <a:endParaRPr lang="es-ES" altLang="en-US"/>
          </a:p>
        </p:txBody>
      </p:sp>
    </p:spTree>
    <p:extLst>
      <p:ext uri="{BB962C8B-B14F-4D97-AF65-F5344CB8AC3E}">
        <p14:creationId xmlns:p14="http://schemas.microsoft.com/office/powerpoint/2010/main" val="245627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4B261E40-AEE7-470E-9981-D707E1CE8AB3}" type="slidenum">
              <a:rPr lang="es-ES" altLang="en-US" smtClean="0"/>
              <a:pPr/>
              <a:t>‹Nº›</a:t>
            </a:fld>
            <a:endParaRPr lang="es-ES" altLang="en-US"/>
          </a:p>
        </p:txBody>
      </p:sp>
    </p:spTree>
    <p:extLst>
      <p:ext uri="{BB962C8B-B14F-4D97-AF65-F5344CB8AC3E}">
        <p14:creationId xmlns:p14="http://schemas.microsoft.com/office/powerpoint/2010/main" val="4158061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AF68B4A9-B335-42E7-A1F8-0274A5A9F227}" type="slidenum">
              <a:rPr lang="es-ES" altLang="en-US" smtClean="0"/>
              <a:pPr/>
              <a:t>‹Nº›</a:t>
            </a:fld>
            <a:endParaRPr lang="es-ES" altLang="en-US"/>
          </a:p>
        </p:txBody>
      </p:sp>
    </p:spTree>
    <p:extLst>
      <p:ext uri="{BB962C8B-B14F-4D97-AF65-F5344CB8AC3E}">
        <p14:creationId xmlns:p14="http://schemas.microsoft.com/office/powerpoint/2010/main" val="2548350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5E0ED4-231A-4844-B614-AE1835457F67}" type="slidenum">
              <a:rPr lang="es-ES" altLang="en-US" smtClean="0"/>
              <a:pPr/>
              <a:t>‹Nº›</a:t>
            </a:fld>
            <a:endParaRPr lang="es-ES" altLang="en-US"/>
          </a:p>
        </p:txBody>
      </p:sp>
    </p:spTree>
    <p:extLst>
      <p:ext uri="{BB962C8B-B14F-4D97-AF65-F5344CB8AC3E}">
        <p14:creationId xmlns:p14="http://schemas.microsoft.com/office/powerpoint/2010/main" val="41308649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31504" y="2420943"/>
            <a:ext cx="9433048" cy="1470025"/>
          </a:xfrm>
        </p:spPr>
        <p:txBody>
          <a:bodyPr anchor="ctr"/>
          <a:lstStyle/>
          <a:p>
            <a:r>
              <a:rPr lang="es-UY" altLang="en-US" sz="3200" b="1" dirty="0">
                <a:solidFill>
                  <a:schemeClr val="bg1"/>
                </a:solidFill>
              </a:rPr>
              <a:t>MÁQUINAS TÉRMICAS</a:t>
            </a:r>
            <a:endParaRPr lang="es-ES" altLang="en-US" sz="3200" b="1" dirty="0">
              <a:solidFill>
                <a:schemeClr val="bg1"/>
              </a:solidFill>
            </a:endParaRPr>
          </a:p>
        </p:txBody>
      </p:sp>
      <p:sp>
        <p:nvSpPr>
          <p:cNvPr id="2" name="CuadroTexto 1"/>
          <p:cNvSpPr txBox="1"/>
          <p:nvPr/>
        </p:nvSpPr>
        <p:spPr>
          <a:xfrm>
            <a:off x="10560496" y="6417253"/>
            <a:ext cx="1512168" cy="369332"/>
          </a:xfrm>
          <a:prstGeom prst="rect">
            <a:avLst/>
          </a:prstGeom>
          <a:solidFill>
            <a:schemeClr val="bg1"/>
          </a:solidFill>
          <a:ln>
            <a:noFill/>
          </a:ln>
        </p:spPr>
        <p:txBody>
          <a:bodyPr wrap="square" rtlCol="0">
            <a:spAutoFit/>
          </a:bodyPr>
          <a:lstStyle/>
          <a:p>
            <a:endParaRPr lang="en-US" dirty="0"/>
          </a:p>
        </p:txBody>
      </p:sp>
      <p:sp>
        <p:nvSpPr>
          <p:cNvPr id="4" name="Rectangle 2"/>
          <p:cNvSpPr txBox="1">
            <a:spLocks noChangeArrowheads="1"/>
          </p:cNvSpPr>
          <p:nvPr/>
        </p:nvSpPr>
        <p:spPr bwMode="auto">
          <a:xfrm>
            <a:off x="1631504" y="440748"/>
            <a:ext cx="8928992"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ESCUELA POLITÉCNICA NACIONAL</a:t>
            </a:r>
          </a:p>
          <a:p>
            <a:endParaRPr lang="es-UY" altLang="en-US" sz="2800" b="1" dirty="0">
              <a:solidFill>
                <a:schemeClr val="tx1"/>
              </a:solidFill>
            </a:endParaRPr>
          </a:p>
          <a:p>
            <a:r>
              <a:rPr lang="es-ES" altLang="en-US" sz="2800" b="1" dirty="0">
                <a:solidFill>
                  <a:schemeClr val="tx1"/>
                </a:solidFill>
              </a:rPr>
              <a:t>TÉCNOLOGÍA SUPERIOR EN ELECTROMECÁNICA</a:t>
            </a:r>
          </a:p>
        </p:txBody>
      </p:sp>
      <p:sp>
        <p:nvSpPr>
          <p:cNvPr id="5" name="Rectangle 2"/>
          <p:cNvSpPr txBox="1">
            <a:spLocks noChangeArrowheads="1"/>
          </p:cNvSpPr>
          <p:nvPr/>
        </p:nvSpPr>
        <p:spPr bwMode="auto">
          <a:xfrm>
            <a:off x="1559496" y="4509125"/>
            <a:ext cx="9793088"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TEMA: </a:t>
            </a:r>
            <a:r>
              <a:rPr lang="es-ES" altLang="en-US" sz="2800" b="1" dirty="0">
                <a:solidFill>
                  <a:schemeClr val="tx1"/>
                </a:solidFill>
              </a:rPr>
              <a:t>CICLO DE POTENCIA DE GAS, CICLO BRYTON</a:t>
            </a:r>
          </a:p>
          <a:p>
            <a:endParaRPr lang="es-ES" altLang="en-US" sz="2800" b="1" dirty="0">
              <a:solidFill>
                <a:schemeClr val="tx1"/>
              </a:solidFill>
            </a:endParaRPr>
          </a:p>
          <a:p>
            <a:r>
              <a:rPr lang="es-ES" altLang="en-US" sz="2800" b="1" dirty="0">
                <a:solidFill>
                  <a:schemeClr val="tx1"/>
                </a:solidFill>
              </a:rPr>
              <a:t>Docente: Jonathan Loor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07368" y="333375"/>
            <a:ext cx="9814545" cy="1143000"/>
          </a:xfrm>
        </p:spPr>
        <p:txBody>
          <a:bodyPr>
            <a:normAutofit/>
          </a:bodyPr>
          <a:lstStyle/>
          <a:p>
            <a:pPr algn="just"/>
            <a:r>
              <a:rPr lang="es-ES" altLang="en-US" sz="4000" dirty="0">
                <a:solidFill>
                  <a:schemeClr val="bg1"/>
                </a:solidFill>
              </a:rPr>
              <a:t>CICLO BRAYTON: TURBINA DE GAS</a:t>
            </a:r>
          </a:p>
        </p:txBody>
      </p:sp>
      <p:sp>
        <p:nvSpPr>
          <p:cNvPr id="24579" name="Rectangle 3"/>
          <p:cNvSpPr>
            <a:spLocks noGrp="1" noChangeArrowheads="1"/>
          </p:cNvSpPr>
          <p:nvPr>
            <p:ph idx="1"/>
          </p:nvPr>
        </p:nvSpPr>
        <p:spPr>
          <a:xfrm>
            <a:off x="407368" y="1600200"/>
            <a:ext cx="11521279" cy="5068888"/>
          </a:xfrm>
        </p:spPr>
        <p:txBody>
          <a:bodyPr>
            <a:normAutofit/>
          </a:bodyPr>
          <a:lstStyle/>
          <a:p>
            <a:pPr marL="0" indent="0">
              <a:buNone/>
            </a:pPr>
            <a:r>
              <a:rPr lang="es-EC" sz="2400" dirty="0">
                <a:solidFill>
                  <a:prstClr val="black"/>
                </a:solidFill>
              </a:rPr>
              <a:t>              Turbina gas ciclo abierto 		      Turbina gas ciclo cerrado</a:t>
            </a:r>
          </a:p>
          <a:p>
            <a:pPr marL="0" indent="0">
              <a:buNone/>
            </a:pPr>
            <a:endParaRPr lang="es-EC" sz="2400" dirty="0">
              <a:solidFill>
                <a:prstClr val="black"/>
              </a:solidFill>
            </a:endParaRPr>
          </a:p>
          <a:p>
            <a:pPr marL="0" indent="0">
              <a:buNone/>
            </a:pPr>
            <a:endParaRPr lang="es-EC" sz="2400" dirty="0">
              <a:solidFill>
                <a:prstClr val="black"/>
              </a:solidFill>
            </a:endParaRPr>
          </a:p>
          <a:p>
            <a:pPr marL="0" indent="0">
              <a:buNone/>
            </a:pPr>
            <a:endParaRPr lang="es-EC" sz="2400" dirty="0">
              <a:solidFill>
                <a:prstClr val="black"/>
              </a:solidFill>
            </a:endParaRPr>
          </a:p>
          <a:p>
            <a:pPr marL="0" indent="0">
              <a:buNone/>
            </a:pPr>
            <a:endParaRPr lang="es-EC" sz="2400" dirty="0">
              <a:solidFill>
                <a:prstClr val="black"/>
              </a:solidFill>
            </a:endParaRPr>
          </a:p>
          <a:p>
            <a:pPr marL="0" indent="0">
              <a:buNone/>
            </a:pPr>
            <a:endParaRPr lang="es-EC" sz="2400" dirty="0">
              <a:solidFill>
                <a:prstClr val="black"/>
              </a:solidFill>
            </a:endParaRPr>
          </a:p>
          <a:p>
            <a:pPr marL="0" indent="0">
              <a:buNone/>
            </a:pPr>
            <a:endParaRPr lang="es-EC" sz="2400" dirty="0">
              <a:solidFill>
                <a:prstClr val="black"/>
              </a:solidFill>
            </a:endParaRPr>
          </a:p>
          <a:p>
            <a:pPr marL="0" indent="0">
              <a:buNone/>
            </a:pPr>
            <a:endParaRPr lang="es-EC" sz="2400" dirty="0">
              <a:solidFill>
                <a:prstClr val="black"/>
              </a:solidFill>
            </a:endParaRPr>
          </a:p>
          <a:p>
            <a:pPr marL="0" indent="0">
              <a:buNone/>
            </a:pPr>
            <a:r>
              <a:rPr lang="es-ES" sz="1800" dirty="0">
                <a:solidFill>
                  <a:prstClr val="black"/>
                </a:solidFill>
              </a:rPr>
              <a:t>Se puede modelar ciclo cerrado empleando </a:t>
            </a:r>
          </a:p>
          <a:p>
            <a:pPr marL="0" indent="0">
              <a:buNone/>
            </a:pPr>
            <a:r>
              <a:rPr lang="es-ES" sz="1800" dirty="0">
                <a:solidFill>
                  <a:prstClr val="black"/>
                </a:solidFill>
              </a:rPr>
              <a:t>          las suposiciones de aire estándar.</a:t>
            </a:r>
            <a:r>
              <a:rPr lang="es-EC" sz="2400" dirty="0">
                <a:solidFill>
                  <a:prstClr val="black"/>
                </a:solidFill>
              </a:rPr>
              <a:t>	</a:t>
            </a:r>
            <a:endParaRPr lang="es-EC" sz="2400" u="sng" dirty="0">
              <a:solidFill>
                <a:prstClr val="black"/>
              </a:solidFill>
              <a:highlight>
                <a:srgbClr val="00FF00"/>
              </a:highlight>
            </a:endParaRPr>
          </a:p>
        </p:txBody>
      </p:sp>
      <p:sp>
        <p:nvSpPr>
          <p:cNvPr id="6" name="CuadroTexto 5"/>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70A616DA-3EC7-02A0-522C-8AA43AE202AB}"/>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94CACFEE-9880-B7C8-5166-18AB0BF050DF}"/>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13" name="Imagen 12">
            <a:extLst>
              <a:ext uri="{FF2B5EF4-FFF2-40B4-BE49-F238E27FC236}">
                <a16:creationId xmlns:a16="http://schemas.microsoft.com/office/drawing/2014/main" id="{E9ABDB37-C2AF-1823-2861-38BAFFB572A2}"/>
              </a:ext>
            </a:extLst>
          </p:cNvPr>
          <p:cNvPicPr>
            <a:picLocks noChangeAspect="1"/>
          </p:cNvPicPr>
          <p:nvPr/>
        </p:nvPicPr>
        <p:blipFill>
          <a:blip r:embed="rId3"/>
          <a:stretch>
            <a:fillRect/>
          </a:stretch>
        </p:blipFill>
        <p:spPr>
          <a:xfrm>
            <a:off x="1041292" y="2036508"/>
            <a:ext cx="4586656" cy="3021100"/>
          </a:xfrm>
          <a:prstGeom prst="rect">
            <a:avLst/>
          </a:prstGeom>
        </p:spPr>
      </p:pic>
      <p:pic>
        <p:nvPicPr>
          <p:cNvPr id="15" name="Imagen 14">
            <a:extLst>
              <a:ext uri="{FF2B5EF4-FFF2-40B4-BE49-F238E27FC236}">
                <a16:creationId xmlns:a16="http://schemas.microsoft.com/office/drawing/2014/main" id="{A1F1E079-BC6C-A4BF-CBB8-3BAED668F750}"/>
              </a:ext>
            </a:extLst>
          </p:cNvPr>
          <p:cNvPicPr>
            <a:picLocks noChangeAspect="1"/>
          </p:cNvPicPr>
          <p:nvPr/>
        </p:nvPicPr>
        <p:blipFill>
          <a:blip r:embed="rId4"/>
          <a:stretch>
            <a:fillRect/>
          </a:stretch>
        </p:blipFill>
        <p:spPr>
          <a:xfrm>
            <a:off x="6168007" y="2036508"/>
            <a:ext cx="4008467" cy="3604572"/>
          </a:xfrm>
          <a:prstGeom prst="rect">
            <a:avLst/>
          </a:prstGeom>
        </p:spPr>
      </p:pic>
      <p:sp>
        <p:nvSpPr>
          <p:cNvPr id="17" name="CuadroTexto 16">
            <a:extLst>
              <a:ext uri="{FF2B5EF4-FFF2-40B4-BE49-F238E27FC236}">
                <a16:creationId xmlns:a16="http://schemas.microsoft.com/office/drawing/2014/main" id="{4047B109-6D3F-FCFE-EC40-FD627CEB05BE}"/>
              </a:ext>
            </a:extLst>
          </p:cNvPr>
          <p:cNvSpPr txBox="1"/>
          <p:nvPr/>
        </p:nvSpPr>
        <p:spPr>
          <a:xfrm>
            <a:off x="5904655" y="5592584"/>
            <a:ext cx="5303913" cy="1200329"/>
          </a:xfrm>
          <a:prstGeom prst="rect">
            <a:avLst/>
          </a:prstGeom>
          <a:noFill/>
        </p:spPr>
        <p:txBody>
          <a:bodyPr wrap="square">
            <a:spAutoFit/>
          </a:bodyPr>
          <a:lstStyle/>
          <a:p>
            <a:pPr algn="l"/>
            <a:r>
              <a:rPr lang="es-ES" sz="1800" b="0" i="0" u="none" strike="noStrike" baseline="0" dirty="0">
                <a:latin typeface="Times-Roman"/>
              </a:rPr>
              <a:t>1-2 Compresión isentrópica (en un compresor)</a:t>
            </a:r>
          </a:p>
          <a:p>
            <a:pPr algn="l"/>
            <a:r>
              <a:rPr lang="es-ES" sz="1800" b="0" i="0" u="none" strike="noStrike" baseline="0" dirty="0">
                <a:latin typeface="Times-Roman"/>
              </a:rPr>
              <a:t>2-3 Adición de calor a presión constante</a:t>
            </a:r>
          </a:p>
          <a:p>
            <a:pPr algn="l"/>
            <a:r>
              <a:rPr lang="es-ES" sz="1800" b="0" i="0" u="none" strike="noStrike" baseline="0" dirty="0">
                <a:latin typeface="Times-Roman"/>
              </a:rPr>
              <a:t>3-4 Expansión isentrópica (en una turbina)</a:t>
            </a:r>
          </a:p>
          <a:p>
            <a:pPr algn="l"/>
            <a:r>
              <a:rPr lang="es-ES" sz="1800" b="0" i="0" u="none" strike="noStrike" baseline="0" dirty="0">
                <a:latin typeface="Times-Roman"/>
              </a:rPr>
              <a:t>4-1 Rechazo de calor a presión constante</a:t>
            </a:r>
            <a:endParaRPr lang="es-EC" dirty="0"/>
          </a:p>
        </p:txBody>
      </p:sp>
    </p:spTree>
    <p:extLst>
      <p:ext uri="{BB962C8B-B14F-4D97-AF65-F5344CB8AC3E}">
        <p14:creationId xmlns:p14="http://schemas.microsoft.com/office/powerpoint/2010/main" val="445900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7026706F-BEF3-845E-9FAC-AB0F7B54082F}"/>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BAD16E0D-BAC2-3865-061B-3A22BC1DCF46}"/>
              </a:ext>
            </a:extLst>
          </p:cNvPr>
          <p:cNvSpPr>
            <a:spLocks noGrp="1" noChangeArrowheads="1"/>
          </p:cNvSpPr>
          <p:nvPr>
            <p:ph type="title"/>
          </p:nvPr>
        </p:nvSpPr>
        <p:spPr>
          <a:xfrm>
            <a:off x="407368" y="333375"/>
            <a:ext cx="9814545" cy="1143000"/>
          </a:xfrm>
        </p:spPr>
        <p:txBody>
          <a:bodyPr>
            <a:normAutofit/>
          </a:bodyPr>
          <a:lstStyle/>
          <a:p>
            <a:pPr algn="just"/>
            <a:r>
              <a:rPr lang="es-ES" altLang="en-US" sz="4000" dirty="0">
                <a:solidFill>
                  <a:schemeClr val="bg1"/>
                </a:solidFill>
              </a:rPr>
              <a:t>CICLO BRAYTON: TURBINA DE GAS</a:t>
            </a:r>
          </a:p>
        </p:txBody>
      </p:sp>
      <p:sp>
        <p:nvSpPr>
          <p:cNvPr id="6" name="CuadroTexto 5">
            <a:extLst>
              <a:ext uri="{FF2B5EF4-FFF2-40B4-BE49-F238E27FC236}">
                <a16:creationId xmlns:a16="http://schemas.microsoft.com/office/drawing/2014/main" id="{25EA6DD4-F912-A098-C1AA-D405A6AFB5D9}"/>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55A34A3E-1B52-1D78-B52E-F5D10B3CAD90}"/>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F3789D3A-85BA-3DB4-4FE1-4DBE93140392}"/>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4" name="Imagen 3">
            <a:extLst>
              <a:ext uri="{FF2B5EF4-FFF2-40B4-BE49-F238E27FC236}">
                <a16:creationId xmlns:a16="http://schemas.microsoft.com/office/drawing/2014/main" id="{A464CE27-A945-AE64-A579-D41305408902}"/>
              </a:ext>
            </a:extLst>
          </p:cNvPr>
          <p:cNvPicPr>
            <a:picLocks noChangeAspect="1"/>
          </p:cNvPicPr>
          <p:nvPr/>
        </p:nvPicPr>
        <p:blipFill>
          <a:blip r:embed="rId3"/>
          <a:stretch>
            <a:fillRect/>
          </a:stretch>
        </p:blipFill>
        <p:spPr>
          <a:xfrm>
            <a:off x="191344" y="1476375"/>
            <a:ext cx="3193057" cy="3193057"/>
          </a:xfrm>
          <a:prstGeom prst="rect">
            <a:avLst/>
          </a:prstGeom>
        </p:spPr>
      </p:pic>
      <p:pic>
        <p:nvPicPr>
          <p:cNvPr id="7" name="Imagen 6">
            <a:extLst>
              <a:ext uri="{FF2B5EF4-FFF2-40B4-BE49-F238E27FC236}">
                <a16:creationId xmlns:a16="http://schemas.microsoft.com/office/drawing/2014/main" id="{CC8B617E-99B9-064B-3F82-66FC217D1CA0}"/>
              </a:ext>
            </a:extLst>
          </p:cNvPr>
          <p:cNvPicPr>
            <a:picLocks noChangeAspect="1"/>
          </p:cNvPicPr>
          <p:nvPr/>
        </p:nvPicPr>
        <p:blipFill>
          <a:blip r:embed="rId4"/>
          <a:stretch>
            <a:fillRect/>
          </a:stretch>
        </p:blipFill>
        <p:spPr>
          <a:xfrm>
            <a:off x="3559945" y="1569315"/>
            <a:ext cx="3055885" cy="3124471"/>
          </a:xfrm>
          <a:prstGeom prst="rect">
            <a:avLst/>
          </a:prstGeom>
        </p:spPr>
      </p:pic>
      <p:pic>
        <p:nvPicPr>
          <p:cNvPr id="9" name="Imagen 8">
            <a:extLst>
              <a:ext uri="{FF2B5EF4-FFF2-40B4-BE49-F238E27FC236}">
                <a16:creationId xmlns:a16="http://schemas.microsoft.com/office/drawing/2014/main" id="{7FE72FE3-C7AA-F6A4-C8D4-A59B1689C7B6}"/>
              </a:ext>
            </a:extLst>
          </p:cNvPr>
          <p:cNvPicPr>
            <a:picLocks noChangeAspect="1"/>
          </p:cNvPicPr>
          <p:nvPr/>
        </p:nvPicPr>
        <p:blipFill>
          <a:blip r:embed="rId5"/>
          <a:stretch>
            <a:fillRect/>
          </a:stretch>
        </p:blipFill>
        <p:spPr>
          <a:xfrm>
            <a:off x="7427773" y="1654484"/>
            <a:ext cx="3673158" cy="381033"/>
          </a:xfrm>
          <a:prstGeom prst="rect">
            <a:avLst/>
          </a:prstGeom>
        </p:spPr>
      </p:pic>
      <p:pic>
        <p:nvPicPr>
          <p:cNvPr id="12" name="Imagen 11">
            <a:extLst>
              <a:ext uri="{FF2B5EF4-FFF2-40B4-BE49-F238E27FC236}">
                <a16:creationId xmlns:a16="http://schemas.microsoft.com/office/drawing/2014/main" id="{92D02BE0-A4AA-BDBC-9616-60A88B08FDB1}"/>
              </a:ext>
            </a:extLst>
          </p:cNvPr>
          <p:cNvPicPr>
            <a:picLocks noChangeAspect="1"/>
          </p:cNvPicPr>
          <p:nvPr/>
        </p:nvPicPr>
        <p:blipFill>
          <a:blip r:embed="rId6"/>
          <a:stretch>
            <a:fillRect/>
          </a:stretch>
        </p:blipFill>
        <p:spPr>
          <a:xfrm>
            <a:off x="7427773" y="2187351"/>
            <a:ext cx="3551228" cy="350550"/>
          </a:xfrm>
          <a:prstGeom prst="rect">
            <a:avLst/>
          </a:prstGeom>
        </p:spPr>
      </p:pic>
      <p:pic>
        <p:nvPicPr>
          <p:cNvPr id="16" name="Imagen 15">
            <a:extLst>
              <a:ext uri="{FF2B5EF4-FFF2-40B4-BE49-F238E27FC236}">
                <a16:creationId xmlns:a16="http://schemas.microsoft.com/office/drawing/2014/main" id="{B73CD507-3914-85D7-569F-9FD73477A62C}"/>
              </a:ext>
            </a:extLst>
          </p:cNvPr>
          <p:cNvPicPr>
            <a:picLocks noChangeAspect="1"/>
          </p:cNvPicPr>
          <p:nvPr/>
        </p:nvPicPr>
        <p:blipFill>
          <a:blip r:embed="rId7"/>
          <a:stretch>
            <a:fillRect/>
          </a:stretch>
        </p:blipFill>
        <p:spPr>
          <a:xfrm>
            <a:off x="7336325" y="2707812"/>
            <a:ext cx="3856054" cy="662997"/>
          </a:xfrm>
          <a:prstGeom prst="rect">
            <a:avLst/>
          </a:prstGeom>
        </p:spPr>
      </p:pic>
      <p:pic>
        <p:nvPicPr>
          <p:cNvPr id="19" name="Imagen 18">
            <a:extLst>
              <a:ext uri="{FF2B5EF4-FFF2-40B4-BE49-F238E27FC236}">
                <a16:creationId xmlns:a16="http://schemas.microsoft.com/office/drawing/2014/main" id="{FC08E079-CA6F-65DC-5A47-A18E7D818995}"/>
              </a:ext>
            </a:extLst>
          </p:cNvPr>
          <p:cNvPicPr>
            <a:picLocks noChangeAspect="1"/>
          </p:cNvPicPr>
          <p:nvPr/>
        </p:nvPicPr>
        <p:blipFill>
          <a:blip r:embed="rId8"/>
          <a:stretch>
            <a:fillRect/>
          </a:stretch>
        </p:blipFill>
        <p:spPr>
          <a:xfrm>
            <a:off x="7176120" y="3617128"/>
            <a:ext cx="4359018" cy="777307"/>
          </a:xfrm>
          <a:prstGeom prst="rect">
            <a:avLst/>
          </a:prstGeom>
        </p:spPr>
      </p:pic>
      <p:sp>
        <p:nvSpPr>
          <p:cNvPr id="21" name="CuadroTexto 20">
            <a:extLst>
              <a:ext uri="{FF2B5EF4-FFF2-40B4-BE49-F238E27FC236}">
                <a16:creationId xmlns:a16="http://schemas.microsoft.com/office/drawing/2014/main" id="{88680DC0-4AA8-AC37-993B-C735DB9496B7}"/>
              </a:ext>
            </a:extLst>
          </p:cNvPr>
          <p:cNvSpPr txBox="1"/>
          <p:nvPr/>
        </p:nvSpPr>
        <p:spPr>
          <a:xfrm>
            <a:off x="407367" y="5013176"/>
            <a:ext cx="6928957" cy="923330"/>
          </a:xfrm>
          <a:prstGeom prst="rect">
            <a:avLst/>
          </a:prstGeom>
          <a:noFill/>
        </p:spPr>
        <p:txBody>
          <a:bodyPr wrap="square">
            <a:spAutoFit/>
          </a:bodyPr>
          <a:lstStyle/>
          <a:p>
            <a:pPr algn="just"/>
            <a:r>
              <a:rPr lang="es-ES" dirty="0">
                <a:latin typeface="Times-Roman"/>
              </a:rPr>
              <a:t>B</a:t>
            </a:r>
            <a:r>
              <a:rPr lang="es-ES" sz="1800" b="0" i="0" u="none" strike="noStrike" baseline="0" dirty="0">
                <a:latin typeface="Times-Roman"/>
              </a:rPr>
              <a:t>ajo las suposiciones de aire estándar frío la eficiencia térmica de un ciclo Brayton ideal depende de la relación de presión de la turbina</a:t>
            </a:r>
            <a:r>
              <a:rPr lang="es-ES" dirty="0">
                <a:latin typeface="Times-Roman"/>
              </a:rPr>
              <a:t> </a:t>
            </a:r>
            <a:r>
              <a:rPr lang="es-ES" sz="1800" b="0" i="0" u="none" strike="noStrike" baseline="0" dirty="0">
                <a:latin typeface="Times-Roman"/>
              </a:rPr>
              <a:t>de gas y de la relación de calores específicos del fluido de trabajo.</a:t>
            </a:r>
            <a:endParaRPr lang="es-EC" dirty="0"/>
          </a:p>
        </p:txBody>
      </p:sp>
      <p:pic>
        <p:nvPicPr>
          <p:cNvPr id="23" name="Imagen 22">
            <a:extLst>
              <a:ext uri="{FF2B5EF4-FFF2-40B4-BE49-F238E27FC236}">
                <a16:creationId xmlns:a16="http://schemas.microsoft.com/office/drawing/2014/main" id="{CCB836B4-0AFA-30BA-C060-981D8B7C86A6}"/>
              </a:ext>
            </a:extLst>
          </p:cNvPr>
          <p:cNvPicPr>
            <a:picLocks noChangeAspect="1"/>
          </p:cNvPicPr>
          <p:nvPr/>
        </p:nvPicPr>
        <p:blipFill>
          <a:blip r:embed="rId9"/>
          <a:stretch>
            <a:fillRect/>
          </a:stretch>
        </p:blipFill>
        <p:spPr>
          <a:xfrm>
            <a:off x="8203527" y="4835605"/>
            <a:ext cx="2697714" cy="815411"/>
          </a:xfrm>
          <a:prstGeom prst="rect">
            <a:avLst/>
          </a:prstGeom>
        </p:spPr>
      </p:pic>
      <p:pic>
        <p:nvPicPr>
          <p:cNvPr id="25" name="Imagen 24">
            <a:extLst>
              <a:ext uri="{FF2B5EF4-FFF2-40B4-BE49-F238E27FC236}">
                <a16:creationId xmlns:a16="http://schemas.microsoft.com/office/drawing/2014/main" id="{FBA6D550-20AF-2E67-BFB0-B8ABF5B05163}"/>
              </a:ext>
            </a:extLst>
          </p:cNvPr>
          <p:cNvPicPr>
            <a:picLocks noChangeAspect="1"/>
          </p:cNvPicPr>
          <p:nvPr/>
        </p:nvPicPr>
        <p:blipFill>
          <a:blip r:embed="rId10"/>
          <a:stretch>
            <a:fillRect/>
          </a:stretch>
        </p:blipFill>
        <p:spPr>
          <a:xfrm>
            <a:off x="9068472" y="5707239"/>
            <a:ext cx="967824" cy="716342"/>
          </a:xfrm>
          <a:prstGeom prst="rect">
            <a:avLst/>
          </a:prstGeom>
        </p:spPr>
      </p:pic>
    </p:spTree>
    <p:extLst>
      <p:ext uri="{BB962C8B-B14F-4D97-AF65-F5344CB8AC3E}">
        <p14:creationId xmlns:p14="http://schemas.microsoft.com/office/powerpoint/2010/main" val="78153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47BEE9A8-48A7-AFF8-8063-481011F7A885}"/>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089C8F6A-1659-A6AF-90BB-4FACC5ADA9A4}"/>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CICLO BRAYTON: TURBINA DE GAS</a:t>
            </a:r>
          </a:p>
        </p:txBody>
      </p:sp>
      <p:sp>
        <p:nvSpPr>
          <p:cNvPr id="24579" name="Rectangle 3">
            <a:extLst>
              <a:ext uri="{FF2B5EF4-FFF2-40B4-BE49-F238E27FC236}">
                <a16:creationId xmlns:a16="http://schemas.microsoft.com/office/drawing/2014/main" id="{BE560E72-2EE2-7B61-2B25-85EE47EA86C3}"/>
              </a:ext>
            </a:extLst>
          </p:cNvPr>
          <p:cNvSpPr>
            <a:spLocks noGrp="1" noChangeArrowheads="1"/>
          </p:cNvSpPr>
          <p:nvPr>
            <p:ph idx="1"/>
          </p:nvPr>
        </p:nvSpPr>
        <p:spPr>
          <a:xfrm>
            <a:off x="407368" y="1600200"/>
            <a:ext cx="11521279" cy="5068888"/>
          </a:xfrm>
        </p:spPr>
        <p:txBody>
          <a:bodyPr>
            <a:normAutofit/>
          </a:bodyPr>
          <a:lstStyle/>
          <a:p>
            <a:pPr marL="0" indent="0" algn="just">
              <a:buNone/>
            </a:pPr>
            <a:r>
              <a:rPr lang="es-ES" sz="2400" dirty="0">
                <a:solidFill>
                  <a:prstClr val="black"/>
                </a:solidFill>
              </a:rPr>
              <a:t>1) Una central eléctrica de turbina de gas que opera en un ciclo Brayton ideal tiene una relación de presión de 8. La temperatura del gas es de 300 K en la entrada del compresor y de 1 300 K en la entrada de la turbina. Utilice las suposiciones de aire estándar y calores específicos variables. Determine: a) la temperatura del gas a la salida del compresor y de la turbina, b) la relación del trabajo de retroceso y c) la eficiencia térmica.</a:t>
            </a:r>
          </a:p>
          <a:p>
            <a:pPr marL="0" indent="0" algn="just">
              <a:buNone/>
            </a:pPr>
            <a:endParaRPr lang="es-EC" sz="2400" u="sng" dirty="0">
              <a:solidFill>
                <a:prstClr val="black"/>
              </a:solidFill>
            </a:endParaRPr>
          </a:p>
          <a:p>
            <a:pPr marL="0" indent="0" algn="just">
              <a:buNone/>
            </a:pPr>
            <a:r>
              <a:rPr lang="es-EC" sz="2400" dirty="0">
                <a:solidFill>
                  <a:prstClr val="black"/>
                </a:solidFill>
              </a:rPr>
              <a:t>2) </a:t>
            </a:r>
            <a:r>
              <a:rPr lang="es-ES" sz="2400" dirty="0">
                <a:solidFill>
                  <a:prstClr val="black"/>
                </a:solidFill>
              </a:rPr>
              <a:t>Considere un ciclo Brayton simple que usa aire como fluido de trabajo, tiene una relación de presiones de 12, una temperatura máxima de ciclo de 600 °C, y la entrada al compresor opera a 90 kPa y 15 °C. Determine la eficiencia térmica del ciclo y la relación de trabajo de retroceso.</a:t>
            </a:r>
            <a:endParaRPr lang="es-EC" sz="2400" dirty="0">
              <a:solidFill>
                <a:prstClr val="black"/>
              </a:solidFill>
            </a:endParaRPr>
          </a:p>
        </p:txBody>
      </p:sp>
      <p:sp>
        <p:nvSpPr>
          <p:cNvPr id="6" name="CuadroTexto 5">
            <a:extLst>
              <a:ext uri="{FF2B5EF4-FFF2-40B4-BE49-F238E27FC236}">
                <a16:creationId xmlns:a16="http://schemas.microsoft.com/office/drawing/2014/main" id="{985683C0-18A3-5A6C-3E84-42B50A734283}"/>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332463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9104F073-65B0-D031-6D1A-F2FE459163F9}"/>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DFACF8C7-A2AC-8B6F-6230-3F95882763F8}"/>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CICLO BRAYTON: TURBINA DE GAS</a:t>
            </a:r>
          </a:p>
        </p:txBody>
      </p:sp>
      <p:sp>
        <p:nvSpPr>
          <p:cNvPr id="24579" name="Rectangle 3">
            <a:extLst>
              <a:ext uri="{FF2B5EF4-FFF2-40B4-BE49-F238E27FC236}">
                <a16:creationId xmlns:a16="http://schemas.microsoft.com/office/drawing/2014/main" id="{994B9A0F-CC7F-A89A-0554-9EA6AF379CF2}"/>
              </a:ext>
            </a:extLst>
          </p:cNvPr>
          <p:cNvSpPr>
            <a:spLocks noGrp="1" noChangeArrowheads="1"/>
          </p:cNvSpPr>
          <p:nvPr>
            <p:ph idx="1"/>
          </p:nvPr>
        </p:nvSpPr>
        <p:spPr>
          <a:xfrm>
            <a:off x="407368" y="1600200"/>
            <a:ext cx="11521279" cy="5068888"/>
          </a:xfrm>
        </p:spPr>
        <p:txBody>
          <a:bodyPr>
            <a:normAutofit/>
          </a:bodyPr>
          <a:lstStyle/>
          <a:p>
            <a:pPr marL="0" indent="0" algn="just">
              <a:buNone/>
            </a:pPr>
            <a:r>
              <a:rPr lang="es-ES" sz="2400" dirty="0">
                <a:solidFill>
                  <a:prstClr val="black"/>
                </a:solidFill>
              </a:rPr>
              <a:t>3) Se usa aire como fluido de trabajo en un ciclo Brayton ideal simple que tiene una relación de presiones de 12, una temperatura de entrada al compresor de 300 K y una temperatura de entrada a la turbina de 1.000 K. Determine el flujo másico de aire necesario para una producción neta de potencia de 70 MW, suponiendo que tanto el compresor como la turbina tienen una eficiencia isentrópica de a) 100 por ciento, y b) 85 por ciento. Suponga calores específicos constantes a temperatura ambiente. Respuestas: a) 352 kg/s, b) 1.037 kg/s.</a:t>
            </a:r>
          </a:p>
          <a:p>
            <a:pPr marL="0" indent="0" algn="just">
              <a:buNone/>
            </a:pPr>
            <a:endParaRPr lang="es-ES" sz="2400" dirty="0">
              <a:solidFill>
                <a:prstClr val="black"/>
              </a:solidFill>
            </a:endParaRPr>
          </a:p>
          <a:p>
            <a:pPr marL="0" indent="0" algn="just">
              <a:buNone/>
            </a:pPr>
            <a:r>
              <a:rPr lang="es-ES" sz="2400" dirty="0">
                <a:solidFill>
                  <a:prstClr val="black"/>
                </a:solidFill>
              </a:rPr>
              <a:t>4) Un motor de avión opera en un ciclo Brayton ideal simple con una relación de presiones de 10. Se agrega calor al ciclo a razón de 500 kW; el aire pasa a través del motor a razón de 1 kg/s, y el aire al principio de la compresión está a 70 kPa y 0 °C. Determine la potencia producida por este motor y su eficiencia térmica. Use calores específicos constantes a temperatura ambiente.</a:t>
            </a:r>
            <a:endParaRPr lang="es-EC" sz="2400" dirty="0">
              <a:solidFill>
                <a:prstClr val="black"/>
              </a:solidFill>
            </a:endParaRPr>
          </a:p>
        </p:txBody>
      </p:sp>
      <p:sp>
        <p:nvSpPr>
          <p:cNvPr id="6" name="CuadroTexto 5">
            <a:extLst>
              <a:ext uri="{FF2B5EF4-FFF2-40B4-BE49-F238E27FC236}">
                <a16:creationId xmlns:a16="http://schemas.microsoft.com/office/drawing/2014/main" id="{86F26B8B-412C-62F0-16D5-8FC003B18980}"/>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1056101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B9A41A10-33FD-58F6-0E46-26733E64EB7C}"/>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A21B6D6D-B2EB-6A84-37CC-726411E0DEFD}"/>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CICLO BRAYTON: TURBINA DE GAS</a:t>
            </a:r>
          </a:p>
        </p:txBody>
      </p:sp>
      <p:sp>
        <p:nvSpPr>
          <p:cNvPr id="24579" name="Rectangle 3">
            <a:extLst>
              <a:ext uri="{FF2B5EF4-FFF2-40B4-BE49-F238E27FC236}">
                <a16:creationId xmlns:a16="http://schemas.microsoft.com/office/drawing/2014/main" id="{2C71A9F6-55E7-EADD-B00C-8C51373B6AAC}"/>
              </a:ext>
            </a:extLst>
          </p:cNvPr>
          <p:cNvSpPr>
            <a:spLocks noGrp="1" noChangeArrowheads="1"/>
          </p:cNvSpPr>
          <p:nvPr>
            <p:ph idx="1"/>
          </p:nvPr>
        </p:nvSpPr>
        <p:spPr>
          <a:xfrm>
            <a:off x="407368" y="1600200"/>
            <a:ext cx="5832648" cy="5068888"/>
          </a:xfrm>
        </p:spPr>
        <p:txBody>
          <a:bodyPr>
            <a:normAutofit lnSpcReduction="10000"/>
          </a:bodyPr>
          <a:lstStyle/>
          <a:p>
            <a:pPr marL="0" indent="0" algn="just">
              <a:buNone/>
            </a:pPr>
            <a:r>
              <a:rPr lang="es-ES" sz="2400" dirty="0">
                <a:solidFill>
                  <a:prstClr val="black"/>
                </a:solidFill>
              </a:rPr>
              <a:t>5) Una planta eléctrica de turbina de gas opera en un ciclo Brayton simple entre los límites de presión de 100 y 2 000 kPa. El fluido de trabajo es aire, que entra al compresor a 40 °C y una razón de 700 m</a:t>
            </a:r>
            <a:r>
              <a:rPr lang="es-ES" sz="2400" baseline="30000" dirty="0">
                <a:solidFill>
                  <a:prstClr val="black"/>
                </a:solidFill>
              </a:rPr>
              <a:t>3</a:t>
            </a:r>
            <a:r>
              <a:rPr lang="es-ES" sz="2400" dirty="0">
                <a:solidFill>
                  <a:prstClr val="black"/>
                </a:solidFill>
              </a:rPr>
              <a:t>/min y sale de la turbina a 650 °C. Usando calores específicos variables para el aire y suponiendo una eficiencia isentrópica de compresión de 85 por ciento y una eficiencia isentrópica de turbina de 88 por ciento, determine a) la producción neta de potencia, b) la relación del trabajo de retroceso y c) la eficiencia térmica.</a:t>
            </a:r>
          </a:p>
          <a:p>
            <a:pPr marL="0" indent="0" algn="just">
              <a:buNone/>
            </a:pPr>
            <a:r>
              <a:rPr lang="es-ES" sz="2400" dirty="0">
                <a:solidFill>
                  <a:prstClr val="black"/>
                </a:solidFill>
              </a:rPr>
              <a:t>Respuestas: a) 5 404 kW, b) 0.545, c) 39.2 por ciento.</a:t>
            </a:r>
            <a:endParaRPr lang="es-EC" sz="2400" dirty="0">
              <a:solidFill>
                <a:prstClr val="black"/>
              </a:solidFill>
            </a:endParaRPr>
          </a:p>
        </p:txBody>
      </p:sp>
      <p:sp>
        <p:nvSpPr>
          <p:cNvPr id="6" name="CuadroTexto 5">
            <a:extLst>
              <a:ext uri="{FF2B5EF4-FFF2-40B4-BE49-F238E27FC236}">
                <a16:creationId xmlns:a16="http://schemas.microsoft.com/office/drawing/2014/main" id="{154FE352-2EE9-1986-DC3B-BB57E6C2F62F}"/>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3" name="Imagen 2">
            <a:extLst>
              <a:ext uri="{FF2B5EF4-FFF2-40B4-BE49-F238E27FC236}">
                <a16:creationId xmlns:a16="http://schemas.microsoft.com/office/drawing/2014/main" id="{88A15E4C-C6D2-3A8D-9567-A08568065299}"/>
              </a:ext>
            </a:extLst>
          </p:cNvPr>
          <p:cNvPicPr>
            <a:picLocks noChangeAspect="1"/>
          </p:cNvPicPr>
          <p:nvPr/>
        </p:nvPicPr>
        <p:blipFill>
          <a:blip r:embed="rId3"/>
          <a:stretch>
            <a:fillRect/>
          </a:stretch>
        </p:blipFill>
        <p:spPr>
          <a:xfrm>
            <a:off x="6490444" y="2132856"/>
            <a:ext cx="5701556" cy="3456384"/>
          </a:xfrm>
          <a:prstGeom prst="rect">
            <a:avLst/>
          </a:prstGeom>
        </p:spPr>
      </p:pic>
    </p:spTree>
    <p:extLst>
      <p:ext uri="{BB962C8B-B14F-4D97-AF65-F5344CB8AC3E}">
        <p14:creationId xmlns:p14="http://schemas.microsoft.com/office/powerpoint/2010/main" val="3407123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F83DA893-A0CB-9004-3B5E-1B3520E01B1A}"/>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2ADCDA67-265C-D632-EA62-230C912F47C0}"/>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CICLO BRAYTON: TURBINA DE GAS</a:t>
            </a:r>
          </a:p>
        </p:txBody>
      </p:sp>
      <p:sp>
        <p:nvSpPr>
          <p:cNvPr id="24579" name="Rectangle 3">
            <a:extLst>
              <a:ext uri="{FF2B5EF4-FFF2-40B4-BE49-F238E27FC236}">
                <a16:creationId xmlns:a16="http://schemas.microsoft.com/office/drawing/2014/main" id="{60048363-56CE-AE88-3A20-963E7D1138D5}"/>
              </a:ext>
            </a:extLst>
          </p:cNvPr>
          <p:cNvSpPr>
            <a:spLocks noGrp="1" noChangeArrowheads="1"/>
          </p:cNvSpPr>
          <p:nvPr>
            <p:ph idx="1"/>
          </p:nvPr>
        </p:nvSpPr>
        <p:spPr>
          <a:xfrm>
            <a:off x="407368" y="1600200"/>
            <a:ext cx="11521279" cy="5068888"/>
          </a:xfrm>
        </p:spPr>
        <p:txBody>
          <a:bodyPr>
            <a:normAutofit/>
          </a:bodyPr>
          <a:lstStyle/>
          <a:p>
            <a:pPr marL="0" indent="0" algn="just">
              <a:buNone/>
            </a:pPr>
            <a:r>
              <a:rPr lang="es-ES" sz="2400" dirty="0">
                <a:solidFill>
                  <a:prstClr val="black"/>
                </a:solidFill>
              </a:rPr>
              <a:t>6) Una planta eléctrica con turbina de gas opera en el ciclo Brayton simple entre los límites de presión de 100 y 800 kPa. El aire entra al compresor a 30 °C y sale a 330 °C a un flujo másico de 200 kg/s. La temperatura máxima del ciclo es 1 400 K. Durante la operación del ciclo, la producción neta de potencia se mide experimentalmente como 60 MW. Suponga propiedades constantes para el aire a 300 K. Determine la eficiencia isentrópica de la turbina para estas condiciones de operación, y la eficiencia térmica del ciclo.</a:t>
            </a:r>
          </a:p>
          <a:p>
            <a:pPr marL="0" indent="0" algn="just">
              <a:buNone/>
            </a:pPr>
            <a:endParaRPr lang="es-ES" sz="2400" dirty="0">
              <a:solidFill>
                <a:prstClr val="black"/>
              </a:solidFill>
            </a:endParaRPr>
          </a:p>
          <a:p>
            <a:pPr marL="0" indent="0" algn="just">
              <a:buNone/>
            </a:pPr>
            <a:r>
              <a:rPr lang="es-ES" sz="2400" dirty="0">
                <a:solidFill>
                  <a:prstClr val="black"/>
                </a:solidFill>
              </a:rPr>
              <a:t>7) Una planta eléctrica con turbina de gas que opera en el ciclo Brayton simple tiene una relación de presiones de 7. El aire entra al compresor a 0 °C y 100 kPa. La temperatura máxima del ciclo es 1 500 K. El compresor tiene una eficiencia isentrópica de 80 por ciento, y la turbina una de 90 por ciento. Suponga propiedades constantes para el aire a 300 K. Si la salida neta de potencia es 150 MW, determine el flujo volumétrico del aire hacia el compresor, en m</a:t>
            </a:r>
            <a:r>
              <a:rPr lang="es-ES" sz="2400" baseline="30000" dirty="0">
                <a:solidFill>
                  <a:prstClr val="black"/>
                </a:solidFill>
              </a:rPr>
              <a:t>3</a:t>
            </a:r>
            <a:r>
              <a:rPr lang="es-ES" sz="2400" dirty="0">
                <a:solidFill>
                  <a:prstClr val="black"/>
                </a:solidFill>
              </a:rPr>
              <a:t>/s.</a:t>
            </a:r>
            <a:endParaRPr lang="es-EC" sz="2400" dirty="0">
              <a:solidFill>
                <a:prstClr val="black"/>
              </a:solidFill>
            </a:endParaRPr>
          </a:p>
        </p:txBody>
      </p:sp>
      <p:sp>
        <p:nvSpPr>
          <p:cNvPr id="6" name="CuadroTexto 5">
            <a:extLst>
              <a:ext uri="{FF2B5EF4-FFF2-40B4-BE49-F238E27FC236}">
                <a16:creationId xmlns:a16="http://schemas.microsoft.com/office/drawing/2014/main" id="{868E9848-CE8A-2879-77A2-7A8CADCF9A8F}"/>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1799782557"/>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2953</TotalTime>
  <Words>845</Words>
  <Application>Microsoft Office PowerPoint</Application>
  <PresentationFormat>Panorámica</PresentationFormat>
  <Paragraphs>39</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Calibri Light</vt:lpstr>
      <vt:lpstr>Times-Roman</vt:lpstr>
      <vt:lpstr>Tema de Office</vt:lpstr>
      <vt:lpstr>MÁQUINAS TÉRMICAS</vt:lpstr>
      <vt:lpstr>CICLO BRAYTON: TURBINA DE GAS</vt:lpstr>
      <vt:lpstr>CICLO BRAYTON: TURBINA DE GAS</vt:lpstr>
      <vt:lpstr>CICLO BRAYTON: TURBINA DE GAS</vt:lpstr>
      <vt:lpstr>CICLO BRAYTON: TURBINA DE GAS</vt:lpstr>
      <vt:lpstr>CICLO BRAYTON: TURBINA DE GAS</vt:lpstr>
      <vt:lpstr>CICLO BRAYTON: TURBINA DE GAS</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Jonathan Loor</dc:creator>
  <cp:lastModifiedBy>JONATHAN GABRIEL LOOR BAUTISTA</cp:lastModifiedBy>
  <cp:revision>58</cp:revision>
  <dcterms:created xsi:type="dcterms:W3CDTF">2009-09-22T20:21:09Z</dcterms:created>
  <dcterms:modified xsi:type="dcterms:W3CDTF">2025-07-28T02:46:31Z</dcterms:modified>
</cp:coreProperties>
</file>